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4"/>
  </p:sldMasterIdLst>
  <p:notesMasterIdLst>
    <p:notesMasterId r:id="rId20"/>
  </p:notesMasterIdLst>
  <p:handoutMasterIdLst>
    <p:handoutMasterId r:id="rId21"/>
  </p:handoutMasterIdLst>
  <p:sldIdLst>
    <p:sldId id="276" r:id="rId5"/>
    <p:sldId id="266" r:id="rId6"/>
    <p:sldId id="277" r:id="rId7"/>
    <p:sldId id="278" r:id="rId8"/>
    <p:sldId id="287" r:id="rId9"/>
    <p:sldId id="279" r:id="rId10"/>
    <p:sldId id="272" r:id="rId11"/>
    <p:sldId id="280" r:id="rId12"/>
    <p:sldId id="282" r:id="rId13"/>
    <p:sldId id="285" r:id="rId14"/>
    <p:sldId id="281" r:id="rId15"/>
    <p:sldId id="288" r:id="rId16"/>
    <p:sldId id="289" r:id="rId17"/>
    <p:sldId id="284" r:id="rId18"/>
    <p:sldId id="28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CFCFF-3541-45DD-B01C-4D8D1026841E}" v="13" dt="2026-04-22T03:39:03.223"/>
  </p1510:revLst>
</p1510:revInfo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96" d="100"/>
          <a:sy n="96" d="100"/>
        </p:scale>
        <p:origin x="10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69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coln LE FEVRE" userId="b5700677-f4e1-4c3e-a52b-0ea63d0bbf83" providerId="ADAL" clId="{221A0C9A-F5CC-4CB4-9F87-C43DF9281697}"/>
    <pc:docChg chg="undo custSel addSld delSld modSld sldOrd">
      <pc:chgData name="Lincoln LE FEVRE" userId="b5700677-f4e1-4c3e-a52b-0ea63d0bbf83" providerId="ADAL" clId="{221A0C9A-F5CC-4CB4-9F87-C43DF9281697}" dt="2026-04-22T03:40:28.260" v="2111" actId="20577"/>
      <pc:docMkLst>
        <pc:docMk/>
      </pc:docMkLst>
      <pc:sldChg chg="addSp modSp mod">
        <pc:chgData name="Lincoln LE FEVRE" userId="b5700677-f4e1-4c3e-a52b-0ea63d0bbf83" providerId="ADAL" clId="{221A0C9A-F5CC-4CB4-9F87-C43DF9281697}" dt="2026-04-22T03:14:15.031" v="135" actId="20577"/>
        <pc:sldMkLst>
          <pc:docMk/>
          <pc:sldMk cId="2905083717" sldId="266"/>
        </pc:sldMkLst>
        <pc:spChg chg="mod">
          <ac:chgData name="Lincoln LE FEVRE" userId="b5700677-f4e1-4c3e-a52b-0ea63d0bbf83" providerId="ADAL" clId="{221A0C9A-F5CC-4CB4-9F87-C43DF9281697}" dt="2026-04-22T03:13:40.055" v="77" actId="113"/>
          <ac:spMkLst>
            <pc:docMk/>
            <pc:sldMk cId="2905083717" sldId="266"/>
            <ac:spMk id="3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14:15.031" v="135" actId="20577"/>
          <ac:spMkLst>
            <pc:docMk/>
            <pc:sldMk cId="2905083717" sldId="266"/>
            <ac:spMk id="4" creationId="{A4AB5A6F-F115-48D6-9039-622E5FB338FE}"/>
          </ac:spMkLst>
        </pc:spChg>
        <pc:graphicFrameChg chg="add mod">
          <ac:chgData name="Lincoln LE FEVRE" userId="b5700677-f4e1-4c3e-a52b-0ea63d0bbf83" providerId="ADAL" clId="{221A0C9A-F5CC-4CB4-9F87-C43DF9281697}" dt="2026-04-22T03:13:26.573" v="71"/>
          <ac:graphicFrameMkLst>
            <pc:docMk/>
            <pc:sldMk cId="2905083717" sldId="266"/>
            <ac:graphicFrameMk id="5" creationId="{73116275-7A62-5D39-399E-9EE500D52CFE}"/>
          </ac:graphicFrameMkLst>
        </pc:graphicFrameChg>
        <pc:graphicFrameChg chg="add mod">
          <ac:chgData name="Lincoln LE FEVRE" userId="b5700677-f4e1-4c3e-a52b-0ea63d0bbf83" providerId="ADAL" clId="{221A0C9A-F5CC-4CB4-9F87-C43DF9281697}" dt="2026-04-22T03:13:29.117" v="72"/>
          <ac:graphicFrameMkLst>
            <pc:docMk/>
            <pc:sldMk cId="2905083717" sldId="266"/>
            <ac:graphicFrameMk id="6" creationId="{178B86FD-0044-6E7D-7B01-D0C41F815678}"/>
          </ac:graphicFrameMkLst>
        </pc:graphicFrameChg>
      </pc:sldChg>
      <pc:sldChg chg="modSp mod">
        <pc:chgData name="Lincoln LE FEVRE" userId="b5700677-f4e1-4c3e-a52b-0ea63d0bbf83" providerId="ADAL" clId="{221A0C9A-F5CC-4CB4-9F87-C43DF9281697}" dt="2026-04-22T03:23:37.150" v="698" actId="27636"/>
        <pc:sldMkLst>
          <pc:docMk/>
          <pc:sldMk cId="2723897741" sldId="272"/>
        </pc:sldMkLst>
        <pc:spChg chg="mod">
          <ac:chgData name="Lincoln LE FEVRE" userId="b5700677-f4e1-4c3e-a52b-0ea63d0bbf83" providerId="ADAL" clId="{221A0C9A-F5CC-4CB4-9F87-C43DF9281697}" dt="2026-04-22T03:21:34.788" v="412" actId="14100"/>
          <ac:spMkLst>
            <pc:docMk/>
            <pc:sldMk cId="2723897741" sldId="272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3:37.150" v="698" actId="27636"/>
          <ac:spMkLst>
            <pc:docMk/>
            <pc:sldMk cId="2723897741" sldId="272"/>
            <ac:spMk id="3" creationId="{00000000-0000-0000-0000-000000000000}"/>
          </ac:spMkLst>
        </pc:spChg>
      </pc:sldChg>
      <pc:sldChg chg="modSp mod">
        <pc:chgData name="Lincoln LE FEVRE" userId="b5700677-f4e1-4c3e-a52b-0ea63d0bbf83" providerId="ADAL" clId="{221A0C9A-F5CC-4CB4-9F87-C43DF9281697}" dt="2026-04-22T03:12:48.278" v="56" actId="207"/>
        <pc:sldMkLst>
          <pc:docMk/>
          <pc:sldMk cId="2256899573" sldId="276"/>
        </pc:sldMkLst>
        <pc:spChg chg="mod">
          <ac:chgData name="Lincoln LE FEVRE" userId="b5700677-f4e1-4c3e-a52b-0ea63d0bbf83" providerId="ADAL" clId="{221A0C9A-F5CC-4CB4-9F87-C43DF9281697}" dt="2026-04-22T03:12:42.769" v="55" actId="207"/>
          <ac:spMkLst>
            <pc:docMk/>
            <pc:sldMk cId="2256899573" sldId="276"/>
            <ac:spMk id="3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12:48.278" v="56" actId="207"/>
          <ac:spMkLst>
            <pc:docMk/>
            <pc:sldMk cId="2256899573" sldId="276"/>
            <ac:spMk id="4" creationId="{00000000-0000-0000-0000-000000000000}"/>
          </ac:spMkLst>
        </pc:spChg>
      </pc:sldChg>
      <pc:sldChg chg="addSp delSp modSp mod">
        <pc:chgData name="Lincoln LE FEVRE" userId="b5700677-f4e1-4c3e-a52b-0ea63d0bbf83" providerId="ADAL" clId="{221A0C9A-F5CC-4CB4-9F87-C43DF9281697}" dt="2026-04-22T03:21:14.658" v="397" actId="113"/>
        <pc:sldMkLst>
          <pc:docMk/>
          <pc:sldMk cId="3551013459" sldId="279"/>
        </pc:sldMkLst>
        <pc:spChg chg="mod">
          <ac:chgData name="Lincoln LE FEVRE" userId="b5700677-f4e1-4c3e-a52b-0ea63d0bbf83" providerId="ADAL" clId="{221A0C9A-F5CC-4CB4-9F87-C43DF9281697}" dt="2026-04-22T03:21:14.658" v="397" actId="113"/>
          <ac:spMkLst>
            <pc:docMk/>
            <pc:sldMk cId="3551013459" sldId="279"/>
            <ac:spMk id="3" creationId="{00000000-0000-0000-0000-000000000000}"/>
          </ac:spMkLst>
        </pc:spChg>
        <pc:spChg chg="add del">
          <ac:chgData name="Lincoln LE FEVRE" userId="b5700677-f4e1-4c3e-a52b-0ea63d0bbf83" providerId="ADAL" clId="{221A0C9A-F5CC-4CB4-9F87-C43DF9281697}" dt="2026-04-22T03:18:47.840" v="294" actId="22"/>
          <ac:spMkLst>
            <pc:docMk/>
            <pc:sldMk cId="3551013459" sldId="279"/>
            <ac:spMk id="6" creationId="{44C2F549-9DE5-B499-306B-65694CDAC5D4}"/>
          </ac:spMkLst>
        </pc:spChg>
        <pc:graphicFrameChg chg="add mod">
          <ac:chgData name="Lincoln LE FEVRE" userId="b5700677-f4e1-4c3e-a52b-0ea63d0bbf83" providerId="ADAL" clId="{221A0C9A-F5CC-4CB4-9F87-C43DF9281697}" dt="2026-04-22T03:18:44.882" v="292"/>
          <ac:graphicFrameMkLst>
            <pc:docMk/>
            <pc:sldMk cId="3551013459" sldId="279"/>
            <ac:graphicFrameMk id="4" creationId="{A2424610-DA67-B41D-AD43-8F07811C44EC}"/>
          </ac:graphicFrameMkLst>
        </pc:graphicFrameChg>
      </pc:sldChg>
      <pc:sldChg chg="modSp mod">
        <pc:chgData name="Lincoln LE FEVRE" userId="b5700677-f4e1-4c3e-a52b-0ea63d0bbf83" providerId="ADAL" clId="{221A0C9A-F5CC-4CB4-9F87-C43DF9281697}" dt="2026-04-22T03:26:31.347" v="976" actId="1076"/>
        <pc:sldMkLst>
          <pc:docMk/>
          <pc:sldMk cId="856848764" sldId="280"/>
        </pc:sldMkLst>
        <pc:spChg chg="mod">
          <ac:chgData name="Lincoln LE FEVRE" userId="b5700677-f4e1-4c3e-a52b-0ea63d0bbf83" providerId="ADAL" clId="{221A0C9A-F5CC-4CB4-9F87-C43DF9281697}" dt="2026-04-22T03:23:54.774" v="715" actId="14100"/>
          <ac:spMkLst>
            <pc:docMk/>
            <pc:sldMk cId="856848764" sldId="280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6:16.772" v="972" actId="20577"/>
          <ac:spMkLst>
            <pc:docMk/>
            <pc:sldMk cId="856848764" sldId="280"/>
            <ac:spMk id="3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6:31.347" v="976" actId="1076"/>
          <ac:spMkLst>
            <pc:docMk/>
            <pc:sldMk cId="856848764" sldId="280"/>
            <ac:spMk id="4" creationId="{7DC12BBD-61E2-449D-A1E7-CAC310A9A80F}"/>
          </ac:spMkLst>
        </pc:spChg>
      </pc:sldChg>
      <pc:sldChg chg="modSp mod">
        <pc:chgData name="Lincoln LE FEVRE" userId="b5700677-f4e1-4c3e-a52b-0ea63d0bbf83" providerId="ADAL" clId="{221A0C9A-F5CC-4CB4-9F87-C43DF9281697}" dt="2026-04-22T03:30:02.357" v="1275" actId="20577"/>
        <pc:sldMkLst>
          <pc:docMk/>
          <pc:sldMk cId="180464062" sldId="281"/>
        </pc:sldMkLst>
        <pc:spChg chg="mod">
          <ac:chgData name="Lincoln LE FEVRE" userId="b5700677-f4e1-4c3e-a52b-0ea63d0bbf83" providerId="ADAL" clId="{221A0C9A-F5CC-4CB4-9F87-C43DF9281697}" dt="2026-04-22T03:30:02.357" v="1275" actId="20577"/>
          <ac:spMkLst>
            <pc:docMk/>
            <pc:sldMk cId="180464062" sldId="281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9:39.698" v="1264" actId="12"/>
          <ac:spMkLst>
            <pc:docMk/>
            <pc:sldMk cId="180464062" sldId="281"/>
            <ac:spMk id="3" creationId="{00000000-0000-0000-0000-000000000000}"/>
          </ac:spMkLst>
        </pc:spChg>
      </pc:sldChg>
      <pc:sldChg chg="modSp mod">
        <pc:chgData name="Lincoln LE FEVRE" userId="b5700677-f4e1-4c3e-a52b-0ea63d0bbf83" providerId="ADAL" clId="{221A0C9A-F5CC-4CB4-9F87-C43DF9281697}" dt="2026-04-22T03:26:50.222" v="979" actId="1076"/>
        <pc:sldMkLst>
          <pc:docMk/>
          <pc:sldMk cId="2573127461" sldId="282"/>
        </pc:sldMkLst>
        <pc:spChg chg="mod">
          <ac:chgData name="Lincoln LE FEVRE" userId="b5700677-f4e1-4c3e-a52b-0ea63d0bbf83" providerId="ADAL" clId="{221A0C9A-F5CC-4CB4-9F87-C43DF9281697}" dt="2026-04-22T03:26:45.971" v="978" actId="404"/>
          <ac:spMkLst>
            <pc:docMk/>
            <pc:sldMk cId="2573127461" sldId="282"/>
            <ac:spMk id="3" creationId="{00000000-0000-0000-0000-000000000000}"/>
          </ac:spMkLst>
        </pc:spChg>
        <pc:graphicFrameChg chg="mod">
          <ac:chgData name="Lincoln LE FEVRE" userId="b5700677-f4e1-4c3e-a52b-0ea63d0bbf83" providerId="ADAL" clId="{221A0C9A-F5CC-4CB4-9F87-C43DF9281697}" dt="2026-04-22T03:26:50.222" v="979" actId="1076"/>
          <ac:graphicFrameMkLst>
            <pc:docMk/>
            <pc:sldMk cId="2573127461" sldId="282"/>
            <ac:graphicFrameMk id="5" creationId="{11CDD98E-8D0A-46DB-B3BE-D83179E23ADB}"/>
          </ac:graphicFrameMkLst>
        </pc:graphicFrameChg>
      </pc:sldChg>
      <pc:sldChg chg="del">
        <pc:chgData name="Lincoln LE FEVRE" userId="b5700677-f4e1-4c3e-a52b-0ea63d0bbf83" providerId="ADAL" clId="{221A0C9A-F5CC-4CB4-9F87-C43DF9281697}" dt="2026-04-22T03:39:32.338" v="2082" actId="2696"/>
        <pc:sldMkLst>
          <pc:docMk/>
          <pc:sldMk cId="3991990488" sldId="283"/>
        </pc:sldMkLst>
      </pc:sldChg>
      <pc:sldChg chg="addSp modSp mod">
        <pc:chgData name="Lincoln LE FEVRE" userId="b5700677-f4e1-4c3e-a52b-0ea63d0bbf83" providerId="ADAL" clId="{221A0C9A-F5CC-4CB4-9F87-C43DF9281697}" dt="2026-04-22T03:39:13.264" v="2081" actId="179"/>
        <pc:sldMkLst>
          <pc:docMk/>
          <pc:sldMk cId="2325947967" sldId="284"/>
        </pc:sldMkLst>
        <pc:spChg chg="mod">
          <ac:chgData name="Lincoln LE FEVRE" userId="b5700677-f4e1-4c3e-a52b-0ea63d0bbf83" providerId="ADAL" clId="{221A0C9A-F5CC-4CB4-9F87-C43DF9281697}" dt="2026-04-22T03:34:13.785" v="1806" actId="14100"/>
          <ac:spMkLst>
            <pc:docMk/>
            <pc:sldMk cId="2325947967" sldId="284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36:33.202" v="2053" actId="948"/>
          <ac:spMkLst>
            <pc:docMk/>
            <pc:sldMk cId="2325947967" sldId="284"/>
            <ac:spMk id="3" creationId="{00000000-0000-0000-0000-000000000000}"/>
          </ac:spMkLst>
        </pc:spChg>
        <pc:graphicFrameChg chg="add mod modGraphic">
          <ac:chgData name="Lincoln LE FEVRE" userId="b5700677-f4e1-4c3e-a52b-0ea63d0bbf83" providerId="ADAL" clId="{221A0C9A-F5CC-4CB4-9F87-C43DF9281697}" dt="2026-04-22T03:39:13.264" v="2081" actId="179"/>
          <ac:graphicFrameMkLst>
            <pc:docMk/>
            <pc:sldMk cId="2325947967" sldId="284"/>
            <ac:graphicFrameMk id="4" creationId="{9EF6FA5A-6D4C-1840-B39F-AC7EC44ECD61}"/>
          </ac:graphicFrameMkLst>
        </pc:graphicFrameChg>
      </pc:sldChg>
      <pc:sldChg chg="modSp mod">
        <pc:chgData name="Lincoln LE FEVRE" userId="b5700677-f4e1-4c3e-a52b-0ea63d0bbf83" providerId="ADAL" clId="{221A0C9A-F5CC-4CB4-9F87-C43DF9281697}" dt="2026-04-22T03:28:37.894" v="1161" actId="207"/>
        <pc:sldMkLst>
          <pc:docMk/>
          <pc:sldMk cId="3118024507" sldId="285"/>
        </pc:sldMkLst>
        <pc:spChg chg="mod">
          <ac:chgData name="Lincoln LE FEVRE" userId="b5700677-f4e1-4c3e-a52b-0ea63d0bbf83" providerId="ADAL" clId="{221A0C9A-F5CC-4CB4-9F87-C43DF9281697}" dt="2026-04-22T03:27:02.519" v="988" actId="20577"/>
          <ac:spMkLst>
            <pc:docMk/>
            <pc:sldMk cId="3118024507" sldId="285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8:37.894" v="1161" actId="207"/>
          <ac:spMkLst>
            <pc:docMk/>
            <pc:sldMk cId="3118024507" sldId="285"/>
            <ac:spMk id="3" creationId="{00000000-0000-0000-0000-000000000000}"/>
          </ac:spMkLst>
        </pc:spChg>
      </pc:sldChg>
      <pc:sldChg chg="modSp mod">
        <pc:chgData name="Lincoln LE FEVRE" userId="b5700677-f4e1-4c3e-a52b-0ea63d0bbf83" providerId="ADAL" clId="{221A0C9A-F5CC-4CB4-9F87-C43DF9281697}" dt="2026-04-22T03:40:28.260" v="2111" actId="20577"/>
        <pc:sldMkLst>
          <pc:docMk/>
          <pc:sldMk cId="1945504799" sldId="286"/>
        </pc:sldMkLst>
        <pc:spChg chg="mod">
          <ac:chgData name="Lincoln LE FEVRE" userId="b5700677-f4e1-4c3e-a52b-0ea63d0bbf83" providerId="ADAL" clId="{221A0C9A-F5CC-4CB4-9F87-C43DF9281697}" dt="2026-04-22T03:40:28.260" v="2111" actId="20577"/>
          <ac:spMkLst>
            <pc:docMk/>
            <pc:sldMk cId="1945504799" sldId="286"/>
            <ac:spMk id="3" creationId="{00000000-0000-0000-0000-000000000000}"/>
          </ac:spMkLst>
        </pc:spChg>
      </pc:sldChg>
      <pc:sldChg chg="addSp delSp modSp add mod ord">
        <pc:chgData name="Lincoln LE FEVRE" userId="b5700677-f4e1-4c3e-a52b-0ea63d0bbf83" providerId="ADAL" clId="{221A0C9A-F5CC-4CB4-9F87-C43DF9281697}" dt="2026-04-22T03:16:28.084" v="252" actId="403"/>
        <pc:sldMkLst>
          <pc:docMk/>
          <pc:sldMk cId="1621763471" sldId="287"/>
        </pc:sldMkLst>
        <pc:spChg chg="mod">
          <ac:chgData name="Lincoln LE FEVRE" userId="b5700677-f4e1-4c3e-a52b-0ea63d0bbf83" providerId="ADAL" clId="{221A0C9A-F5CC-4CB4-9F87-C43DF9281697}" dt="2026-04-22T03:14:54.308" v="160" actId="20577"/>
          <ac:spMkLst>
            <pc:docMk/>
            <pc:sldMk cId="1621763471" sldId="287"/>
            <ac:spMk id="2" creationId="{312719C2-6821-822B-54B7-B3322FBEC05D}"/>
          </ac:spMkLst>
        </pc:spChg>
        <pc:spChg chg="del mod">
          <ac:chgData name="Lincoln LE FEVRE" userId="b5700677-f4e1-4c3e-a52b-0ea63d0bbf83" providerId="ADAL" clId="{221A0C9A-F5CC-4CB4-9F87-C43DF9281697}" dt="2026-04-22T03:15:47.464" v="236" actId="478"/>
          <ac:spMkLst>
            <pc:docMk/>
            <pc:sldMk cId="1621763471" sldId="287"/>
            <ac:spMk id="3" creationId="{7C0E1B9B-A443-E377-EC3A-96753287B764}"/>
          </ac:spMkLst>
        </pc:spChg>
        <pc:spChg chg="add mod">
          <ac:chgData name="Lincoln LE FEVRE" userId="b5700677-f4e1-4c3e-a52b-0ea63d0bbf83" providerId="ADAL" clId="{221A0C9A-F5CC-4CB4-9F87-C43DF9281697}" dt="2026-04-22T03:16:28.084" v="252" actId="403"/>
          <ac:spMkLst>
            <pc:docMk/>
            <pc:sldMk cId="1621763471" sldId="287"/>
            <ac:spMk id="5" creationId="{29FFFD86-6CF1-103C-F433-ADC517D38AA3}"/>
          </ac:spMkLst>
        </pc:spChg>
      </pc:sldChg>
      <pc:sldChg chg="add del">
        <pc:chgData name="Lincoln LE FEVRE" userId="b5700677-f4e1-4c3e-a52b-0ea63d0bbf83" providerId="ADAL" clId="{221A0C9A-F5CC-4CB4-9F87-C43DF9281697}" dt="2026-04-22T03:29:58.609" v="1266" actId="2696"/>
        <pc:sldMkLst>
          <pc:docMk/>
          <pc:sldMk cId="569980252" sldId="288"/>
        </pc:sldMkLst>
      </pc:sldChg>
      <pc:sldChg chg="modSp add mod">
        <pc:chgData name="Lincoln LE FEVRE" userId="b5700677-f4e1-4c3e-a52b-0ea63d0bbf83" providerId="ADAL" clId="{221A0C9A-F5CC-4CB4-9F87-C43DF9281697}" dt="2026-04-22T03:31:46.860" v="1532" actId="207"/>
        <pc:sldMkLst>
          <pc:docMk/>
          <pc:sldMk cId="961477830" sldId="288"/>
        </pc:sldMkLst>
        <pc:spChg chg="mod">
          <ac:chgData name="Lincoln LE FEVRE" userId="b5700677-f4e1-4c3e-a52b-0ea63d0bbf83" providerId="ADAL" clId="{221A0C9A-F5CC-4CB4-9F87-C43DF9281697}" dt="2026-04-22T03:30:36.899" v="1317" actId="403"/>
          <ac:spMkLst>
            <pc:docMk/>
            <pc:sldMk cId="961477830" sldId="288"/>
            <ac:spMk id="2" creationId="{9B4A0BE1-74A8-E78B-9EC1-10B6C8672A12}"/>
          </ac:spMkLst>
        </pc:spChg>
        <pc:spChg chg="mod">
          <ac:chgData name="Lincoln LE FEVRE" userId="b5700677-f4e1-4c3e-a52b-0ea63d0bbf83" providerId="ADAL" clId="{221A0C9A-F5CC-4CB4-9F87-C43DF9281697}" dt="2026-04-22T03:31:46.860" v="1532" actId="207"/>
          <ac:spMkLst>
            <pc:docMk/>
            <pc:sldMk cId="961477830" sldId="288"/>
            <ac:spMk id="3" creationId="{7FBDA615-8559-3048-1FBC-4C27848BB066}"/>
          </ac:spMkLst>
        </pc:spChg>
      </pc:sldChg>
      <pc:sldChg chg="modSp add mod">
        <pc:chgData name="Lincoln LE FEVRE" userId="b5700677-f4e1-4c3e-a52b-0ea63d0bbf83" providerId="ADAL" clId="{221A0C9A-F5CC-4CB4-9F87-C43DF9281697}" dt="2026-04-22T03:33:47.779" v="1776" actId="20577"/>
        <pc:sldMkLst>
          <pc:docMk/>
          <pc:sldMk cId="3564843798" sldId="289"/>
        </pc:sldMkLst>
        <pc:spChg chg="mod">
          <ac:chgData name="Lincoln LE FEVRE" userId="b5700677-f4e1-4c3e-a52b-0ea63d0bbf83" providerId="ADAL" clId="{221A0C9A-F5CC-4CB4-9F87-C43DF9281697}" dt="2026-04-22T03:33:47.779" v="1776" actId="20577"/>
          <ac:spMkLst>
            <pc:docMk/>
            <pc:sldMk cId="3564843798" sldId="289"/>
            <ac:spMk id="3" creationId="{6FA152D5-92BA-08B5-C6C5-EF2537B9A69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E8356-FFDA-4E74-B804-79023C7DD25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B32D8-F2D2-4D01-80A9-88F3B128A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4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DDCE7-616C-4285-A468-7301F171BC9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D8F7-2BDD-4C56-98AF-2E212EF3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1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14400" y="991800"/>
            <a:ext cx="7729200" cy="1546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768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1298333"/>
            <a:ext cx="7729200" cy="15464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2973933"/>
            <a:ext cx="7729200" cy="620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929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758367" y="1381400"/>
            <a:ext cx="6885200" cy="48812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592652" rtl="0">
              <a:spcBef>
                <a:spcPts val="800"/>
              </a:spcBef>
              <a:spcAft>
                <a:spcPts val="0"/>
              </a:spcAft>
              <a:buSzPts val="3400"/>
              <a:buChar char="▰"/>
              <a:defRPr sz="4533"/>
            </a:lvl1pPr>
            <a:lvl2pPr marL="1219170" lvl="1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2pPr>
            <a:lvl3pPr marL="1828754" lvl="2" indent="-592652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3pPr>
            <a:lvl4pPr marL="2438339" lvl="3" indent="-592652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4533"/>
            </a:lvl4pPr>
            <a:lvl5pPr marL="3047924" lvl="4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5pPr>
            <a:lvl6pPr marL="3657509" lvl="5" indent="-592652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6pPr>
            <a:lvl7pPr marL="4267093" lvl="6" indent="-592652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4533"/>
            </a:lvl7pPr>
            <a:lvl8pPr marL="4876678" lvl="7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8pPr>
            <a:lvl9pPr marL="5486263" lvl="8" indent="-592652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Google Shape;19;p4"/>
          <p:cNvSpPr txBox="1"/>
          <p:nvPr/>
        </p:nvSpPr>
        <p:spPr>
          <a:xfrm>
            <a:off x="805800" y="836233"/>
            <a:ext cx="11612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</a:t>
            </a:r>
            <a:endParaRPr sz="12800" b="1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3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09600" y="1904997"/>
            <a:ext cx="8034000" cy="4198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8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3899600" cy="4204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▰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744127" y="1905000"/>
            <a:ext cx="3899600" cy="4204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▰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4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3392207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6174815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8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609600" y="5875067"/>
            <a:ext cx="8034000" cy="692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78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904997"/>
            <a:ext cx="8034000" cy="4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954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5" r:id="rId10"/>
    <p:sldLayoutId id="2147483716" r:id="rId11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1297516" y="1268760"/>
            <a:ext cx="9448800" cy="1296144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Language</a:t>
            </a:r>
            <a:br>
              <a:rPr lang="en-US" sz="6600" dirty="0">
                <a:solidFill>
                  <a:schemeClr val="tx2"/>
                </a:solidFill>
                <a:latin typeface="Kahootz XKommunicate" panose="000004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Kahootz XKommunicate" panose="00000400000000000000" pitchFamily="2" charset="0"/>
              </a:rPr>
              <a:t>Narrative Writing</a:t>
            </a:r>
            <a:endParaRPr lang="en-US" sz="4800" dirty="0">
              <a:solidFill>
                <a:schemeClr val="bg1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297516" y="2996952"/>
            <a:ext cx="9448800" cy="685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Light" panose="020F0302020204030204" pitchFamily="34" charset="0"/>
                <a:cs typeface="Arial"/>
                <a:sym typeface="Arial"/>
              </a:rPr>
              <a:t>Objective vs subjective language</a:t>
            </a:r>
          </a:p>
        </p:txBody>
      </p:sp>
    </p:spTree>
    <p:extLst>
      <p:ext uri="{BB962C8B-B14F-4D97-AF65-F5344CB8AC3E}">
        <p14:creationId xmlns:p14="http://schemas.microsoft.com/office/powerpoint/2010/main" val="225689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5000"/>
            <a:ext cx="5126360" cy="42048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alibri Light" panose="020F0302020204030204" pitchFamily="34" charset="0"/>
              </a:rPr>
              <a:t>Learning intention:</a:t>
            </a:r>
          </a:p>
          <a:p>
            <a:pPr marL="457200" indent="-457200"/>
            <a:r>
              <a:rPr lang="en-US" dirty="0">
                <a:latin typeface="Calibri Light" panose="020F0302020204030204" pitchFamily="34" charset="0"/>
              </a:rPr>
              <a:t>You will understand how words can carry emotional meaning as well as literal meaning</a:t>
            </a:r>
          </a:p>
          <a:p>
            <a:pPr marL="457200" indent="-457200"/>
            <a:r>
              <a:rPr lang="en-US" dirty="0">
                <a:latin typeface="Calibri Light" panose="020F0302020204030204" pitchFamily="34" charset="0"/>
              </a:rPr>
              <a:t>You will understand how authors use emotive language to </a:t>
            </a:r>
            <a:r>
              <a:rPr lang="en-AU" dirty="0">
                <a:latin typeface="Calibri Light" panose="020F0302020204030204" pitchFamily="34" charset="0"/>
              </a:rPr>
              <a:t>shape how readers feel about </a:t>
            </a:r>
            <a:r>
              <a:rPr lang="en-AU" b="1" dirty="0">
                <a:latin typeface="Calibri Light" panose="020F0302020204030204" pitchFamily="34" charset="0"/>
              </a:rPr>
              <a:t>characters</a:t>
            </a:r>
            <a:r>
              <a:rPr lang="en-AU" dirty="0">
                <a:latin typeface="Calibri Light" panose="020F0302020204030204" pitchFamily="34" charset="0"/>
              </a:rPr>
              <a:t>, </a:t>
            </a:r>
            <a:r>
              <a:rPr lang="en-AU" b="1" dirty="0">
                <a:latin typeface="Calibri Light" panose="020F0302020204030204" pitchFamily="34" charset="0"/>
              </a:rPr>
              <a:t>settings</a:t>
            </a:r>
            <a:r>
              <a:rPr lang="en-AU" dirty="0">
                <a:latin typeface="Calibri Light" panose="020F0302020204030204" pitchFamily="34" charset="0"/>
              </a:rPr>
              <a:t>, and </a:t>
            </a:r>
            <a:r>
              <a:rPr lang="en-AU" b="1" dirty="0">
                <a:latin typeface="Calibri Light" panose="020F0302020204030204" pitchFamily="34" charset="0"/>
              </a:rPr>
              <a:t>events</a:t>
            </a:r>
            <a:r>
              <a:rPr lang="en-US" dirty="0">
                <a:latin typeface="Calibri Light" panose="020F0302020204030204" pitchFamily="34" charset="0"/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B5A6F-F115-48D6-9039-622E5FB338F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51984" y="1988840"/>
            <a:ext cx="5544616" cy="4204800"/>
          </a:xfrm>
        </p:spPr>
        <p:txBody>
          <a:bodyPr/>
          <a:lstStyle/>
          <a:p>
            <a:pPr marL="135464" indent="0">
              <a:buNone/>
            </a:pPr>
            <a:r>
              <a:rPr lang="en-AU" dirty="0">
                <a:solidFill>
                  <a:schemeClr val="tx2"/>
                </a:solidFill>
              </a:rPr>
              <a:t>By the end of the resource:</a:t>
            </a:r>
          </a:p>
          <a:p>
            <a:r>
              <a:rPr lang="en-AU" dirty="0">
                <a:solidFill>
                  <a:schemeClr val="bg1"/>
                </a:solidFill>
              </a:rPr>
              <a:t>You will have identified words as emotive or concrete</a:t>
            </a:r>
          </a:p>
          <a:p>
            <a:r>
              <a:rPr lang="en-AU" dirty="0">
                <a:solidFill>
                  <a:schemeClr val="bg1"/>
                </a:solidFill>
              </a:rPr>
              <a:t>You will be able to </a:t>
            </a:r>
            <a:r>
              <a:rPr lang="en-AU" b="1" dirty="0">
                <a:solidFill>
                  <a:schemeClr val="bg1"/>
                </a:solidFill>
              </a:rPr>
              <a:t>describe</a:t>
            </a:r>
            <a:r>
              <a:rPr lang="en-AU" dirty="0">
                <a:solidFill>
                  <a:schemeClr val="bg1"/>
                </a:solidFill>
              </a:rPr>
              <a:t> and </a:t>
            </a:r>
            <a:r>
              <a:rPr lang="en-AU" b="1" dirty="0">
                <a:solidFill>
                  <a:schemeClr val="bg1"/>
                </a:solidFill>
              </a:rPr>
              <a:t>explain</a:t>
            </a:r>
            <a:r>
              <a:rPr lang="en-AU" dirty="0">
                <a:solidFill>
                  <a:schemeClr val="bg1"/>
                </a:solidFill>
              </a:rPr>
              <a:t> how emotive language creates an emotional impression in a narrative text</a:t>
            </a:r>
          </a:p>
        </p:txBody>
      </p:sp>
    </p:spTree>
    <p:extLst>
      <p:ext uri="{BB962C8B-B14F-4D97-AF65-F5344CB8AC3E}">
        <p14:creationId xmlns:p14="http://schemas.microsoft.com/office/powerpoint/2010/main" val="290508371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Colours and feelings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1143200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Think of the following colours.</a:t>
            </a: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What </a:t>
            </a:r>
            <a:r>
              <a:rPr lang="en-AU" sz="2800" i="1" dirty="0">
                <a:latin typeface="Calibri Light" panose="020F0302020204030204" pitchFamily="34" charset="0"/>
              </a:rPr>
              <a:t>ideas</a:t>
            </a:r>
            <a:r>
              <a:rPr lang="en-AU" sz="2800" dirty="0">
                <a:latin typeface="Calibri Light" panose="020F0302020204030204" pitchFamily="34" charset="0"/>
              </a:rPr>
              <a:t> or </a:t>
            </a:r>
            <a:r>
              <a:rPr lang="en-AU" sz="2800" i="1" dirty="0">
                <a:latin typeface="Calibri Light" panose="020F0302020204030204" pitchFamily="34" charset="0"/>
              </a:rPr>
              <a:t>feelings</a:t>
            </a:r>
            <a:r>
              <a:rPr lang="en-AU" sz="2800" dirty="0">
                <a:latin typeface="Calibri Light" panose="020F0302020204030204" pitchFamily="34" charset="0"/>
              </a:rPr>
              <a:t> do they bring to mind?</a:t>
            </a:r>
          </a:p>
          <a:p>
            <a:pPr marL="349726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349726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AF4BA-1377-4995-998A-BEF0B005FE39}"/>
              </a:ext>
            </a:extLst>
          </p:cNvPr>
          <p:cNvSpPr/>
          <p:nvPr/>
        </p:nvSpPr>
        <p:spPr>
          <a:xfrm>
            <a:off x="911424" y="3284984"/>
            <a:ext cx="2448272" cy="244827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26FD1-1726-4123-9E4F-2205C20A04C1}"/>
              </a:ext>
            </a:extLst>
          </p:cNvPr>
          <p:cNvSpPr txBox="1"/>
          <p:nvPr/>
        </p:nvSpPr>
        <p:spPr>
          <a:xfrm>
            <a:off x="3935760" y="3284984"/>
            <a:ext cx="66967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2"/>
              </a:buClr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You might have thought about: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Anger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Danger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Love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Clr>
                <a:schemeClr val="tx2"/>
              </a:buClr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Colours can be associated with thoughts and emotions.</a:t>
            </a:r>
          </a:p>
        </p:txBody>
      </p:sp>
    </p:spTree>
    <p:extLst>
      <p:ext uri="{BB962C8B-B14F-4D97-AF65-F5344CB8AC3E}">
        <p14:creationId xmlns:p14="http://schemas.microsoft.com/office/powerpoint/2010/main" val="180963181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Colours and feelings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587899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What about…</a:t>
            </a:r>
          </a:p>
          <a:p>
            <a:pPr marL="349726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AF4BA-1377-4995-998A-BEF0B005FE39}"/>
              </a:ext>
            </a:extLst>
          </p:cNvPr>
          <p:cNvSpPr/>
          <p:nvPr/>
        </p:nvSpPr>
        <p:spPr>
          <a:xfrm>
            <a:off x="522919" y="3717032"/>
            <a:ext cx="2448272" cy="24482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347E43-DC95-4808-8842-2C8542A05606}"/>
              </a:ext>
            </a:extLst>
          </p:cNvPr>
          <p:cNvSpPr/>
          <p:nvPr/>
        </p:nvSpPr>
        <p:spPr>
          <a:xfrm>
            <a:off x="3402464" y="2212018"/>
            <a:ext cx="2448272" cy="2448272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123852-DB61-42ED-BD56-E6CA36ECCB8E}"/>
              </a:ext>
            </a:extLst>
          </p:cNvPr>
          <p:cNvSpPr/>
          <p:nvPr/>
        </p:nvSpPr>
        <p:spPr>
          <a:xfrm>
            <a:off x="6282009" y="3717032"/>
            <a:ext cx="2448272" cy="24482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85D1D-04DD-4416-88DB-6AF79237258B}"/>
              </a:ext>
            </a:extLst>
          </p:cNvPr>
          <p:cNvSpPr/>
          <p:nvPr/>
        </p:nvSpPr>
        <p:spPr>
          <a:xfrm>
            <a:off x="9161554" y="2212266"/>
            <a:ext cx="2448272" cy="2448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0149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56FE5-0638-C17B-097D-035DEB0E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19C2-6821-822B-54B7-B3322FBE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words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FFD86-6CF1-103C-F433-ADC517D38AA3}"/>
              </a:ext>
            </a:extLst>
          </p:cNvPr>
          <p:cNvSpPr txBox="1"/>
          <p:nvPr/>
        </p:nvSpPr>
        <p:spPr>
          <a:xfrm>
            <a:off x="767408" y="2705725"/>
            <a:ext cx="10657184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01598" indent="0">
              <a:buNone/>
            </a:pPr>
            <a:r>
              <a:rPr lang="en-AU" sz="4400" dirty="0">
                <a:solidFill>
                  <a:srgbClr val="FFFFFF"/>
                </a:solidFill>
                <a:latin typeface="Calibri Light" panose="020F0302020204030204" pitchFamily="34" charset="0"/>
              </a:rPr>
              <a:t>Words – just like colours – can suggest a feeling or an idea.</a:t>
            </a:r>
            <a:endParaRPr lang="en-AU" sz="4400" b="1" dirty="0">
              <a:solidFill>
                <a:srgbClr val="FFFFF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63471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Concrete language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6"/>
            <a:ext cx="9950896" cy="4548339"/>
          </a:xfrm>
        </p:spPr>
        <p:txBody>
          <a:bodyPr>
            <a:normAutofit fontScale="92500"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Words can sometimes be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objective 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or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 concrete.</a:t>
            </a:r>
            <a:endParaRPr lang="en-AU" sz="2800" b="1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Concrete words: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Mean exactly what they say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Do not suggest emotions or opinions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Describe what something is, not how we should feel about it</a:t>
            </a:r>
          </a:p>
          <a:p>
            <a:pPr marL="8731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87313" indent="0">
              <a:buNone/>
            </a:pPr>
            <a:r>
              <a:rPr lang="en-AU" sz="2800" b="1" dirty="0">
                <a:latin typeface="Calibri Light" panose="020F0302020204030204" pitchFamily="34" charset="0"/>
              </a:rPr>
              <a:t>Examples</a:t>
            </a:r>
            <a:r>
              <a:rPr lang="en-AU" sz="2800" dirty="0">
                <a:latin typeface="Calibri Light" panose="020F0302020204030204" pitchFamily="34" charset="0"/>
              </a:rPr>
              <a:t>: Table, Long, Twelve, Run</a:t>
            </a:r>
          </a:p>
          <a:p>
            <a:pPr marL="90488" indent="0">
              <a:buNone/>
            </a:pPr>
            <a:endParaRPr lang="en-AU" sz="2800" dirty="0">
              <a:solidFill>
                <a:schemeClr val="tx2">
                  <a:lumMod val="60000"/>
                  <a:lumOff val="40000"/>
                </a:schemeClr>
              </a:solidFill>
              <a:latin typeface="Calibri Light" panose="020F0302020204030204" pitchFamily="34" charset="0"/>
            </a:endParaRPr>
          </a:p>
          <a:p>
            <a:pPr marL="90488" indent="0">
              <a:buNone/>
            </a:pP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Concrete language gives us information, but it doesn’t shape emotion.</a:t>
            </a:r>
          </a:p>
        </p:txBody>
      </p:sp>
    </p:spTree>
    <p:extLst>
      <p:ext uri="{BB962C8B-B14F-4D97-AF65-F5344CB8AC3E}">
        <p14:creationId xmlns:p14="http://schemas.microsoft.com/office/powerpoint/2010/main" val="3551013459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433"/>
            <a:ext cx="9374832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language in narratives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198400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Just like images or colours, words can carry emotional associations.</a:t>
            </a: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This is called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emotive</a:t>
            </a:r>
            <a:r>
              <a:rPr lang="en-AU" sz="2800" dirty="0">
                <a:latin typeface="Calibri Light" panose="020F0302020204030204" pitchFamily="34" charset="0"/>
              </a:rPr>
              <a:t> or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subjective</a:t>
            </a:r>
            <a:r>
              <a:rPr lang="en-AU" sz="2800" dirty="0">
                <a:latin typeface="Calibri Light" panose="020F0302020204030204" pitchFamily="34" charset="0"/>
              </a:rPr>
              <a:t>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language</a:t>
            </a:r>
            <a:r>
              <a:rPr lang="en-AU" sz="2800" dirty="0">
                <a:latin typeface="Calibri Light" panose="020F0302020204030204" pitchFamily="34" charset="0"/>
              </a:rPr>
              <a:t>.</a:t>
            </a: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In narratives, writers use emotive language to:</a:t>
            </a:r>
          </a:p>
          <a:p>
            <a:pPr marL="1255713" indent="-506413"/>
            <a:r>
              <a:rPr lang="en-AU" sz="2800" dirty="0">
                <a:latin typeface="Calibri Light" panose="020F0302020204030204" pitchFamily="34" charset="0"/>
              </a:rPr>
              <a:t>Shape how we feel about a character</a:t>
            </a:r>
          </a:p>
          <a:p>
            <a:pPr marL="1255713" indent="-506413"/>
            <a:r>
              <a:rPr lang="en-AU" sz="2800" dirty="0">
                <a:latin typeface="Calibri Light" panose="020F0302020204030204" pitchFamily="34" charset="0"/>
              </a:rPr>
              <a:t>Create atmosphere</a:t>
            </a:r>
          </a:p>
          <a:p>
            <a:pPr marL="1255713" indent="-506413"/>
            <a:r>
              <a:rPr lang="en-AU" sz="2800" dirty="0">
                <a:latin typeface="Calibri Light" panose="020F0302020204030204" pitchFamily="34" charset="0"/>
              </a:rPr>
              <a:t>Influence how we feel about events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Different readers may respond slightly differently, but many associations are shared within cultures.</a:t>
            </a:r>
          </a:p>
        </p:txBody>
      </p:sp>
    </p:spTree>
    <p:extLst>
      <p:ext uri="{BB962C8B-B14F-4D97-AF65-F5344CB8AC3E}">
        <p14:creationId xmlns:p14="http://schemas.microsoft.com/office/powerpoint/2010/main" val="2723897741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433"/>
            <a:ext cx="9590856" cy="1143200"/>
          </a:xfrm>
        </p:spPr>
        <p:txBody>
          <a:bodyPr/>
          <a:lstStyle/>
          <a:p>
            <a:r>
              <a:rPr lang="en-AU" sz="48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language and impression</a:t>
            </a:r>
            <a:endParaRPr lang="en-AU" sz="3200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Emotive language creates an </a:t>
            </a:r>
            <a:r>
              <a:rPr lang="en-AU" b="1" dirty="0">
                <a:latin typeface="Calibri Light" panose="020F0302020204030204" pitchFamily="34" charset="0"/>
              </a:rPr>
              <a:t>emotional impression </a:t>
            </a:r>
            <a:r>
              <a:rPr lang="en-AU" dirty="0">
                <a:latin typeface="Calibri Light" panose="020F0302020204030204" pitchFamily="34" charset="0"/>
              </a:rPr>
              <a:t>(a </a:t>
            </a:r>
            <a:r>
              <a:rPr lang="en-AU" b="1" dirty="0">
                <a:latin typeface="Calibri Light" panose="020F0302020204030204" pitchFamily="34" charset="0"/>
              </a:rPr>
              <a:t>tone or mood).</a:t>
            </a: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Which word creates the most </a:t>
            </a:r>
            <a:r>
              <a:rPr lang="en-AU" b="1" dirty="0">
                <a:latin typeface="Calibri Light" panose="020F0302020204030204" pitchFamily="34" charset="0"/>
              </a:rPr>
              <a:t>positive</a:t>
            </a:r>
            <a:r>
              <a:rPr lang="en-AU" dirty="0">
                <a:latin typeface="Calibri Light" panose="020F0302020204030204" pitchFamily="34" charset="0"/>
              </a:rPr>
              <a:t> impression out of </a:t>
            </a:r>
            <a:r>
              <a:rPr lang="en-AU" dirty="0">
                <a:solidFill>
                  <a:schemeClr val="tx2"/>
                </a:solidFill>
                <a:latin typeface="Calibri Light" panose="020F0302020204030204" pitchFamily="34" charset="0"/>
              </a:rPr>
              <a:t>nerdy</a:t>
            </a:r>
            <a:r>
              <a:rPr lang="en-AU" dirty="0">
                <a:latin typeface="Calibri Light" panose="020F0302020204030204" pitchFamily="34" charset="0"/>
              </a:rPr>
              <a:t>, </a:t>
            </a:r>
            <a:r>
              <a:rPr lang="en-AU" dirty="0">
                <a:solidFill>
                  <a:schemeClr val="tx2"/>
                </a:solidFill>
                <a:latin typeface="Calibri Light" panose="020F0302020204030204" pitchFamily="34" charset="0"/>
              </a:rPr>
              <a:t>intelligent</a:t>
            </a:r>
            <a:r>
              <a:rPr lang="en-AU" dirty="0">
                <a:latin typeface="Calibri Light" panose="020F0302020204030204" pitchFamily="34" charset="0"/>
              </a:rPr>
              <a:t> and </a:t>
            </a:r>
            <a:r>
              <a:rPr lang="en-AU" dirty="0">
                <a:solidFill>
                  <a:schemeClr val="tx2"/>
                </a:solidFill>
                <a:latin typeface="Calibri Light" panose="020F0302020204030204" pitchFamily="34" charset="0"/>
              </a:rPr>
              <a:t>gifted</a:t>
            </a:r>
            <a:r>
              <a:rPr lang="en-AU" dirty="0">
                <a:latin typeface="Calibri Light" panose="020F0302020204030204" pitchFamily="34" charset="0"/>
              </a:rPr>
              <a:t>? </a:t>
            </a: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Which words are </a:t>
            </a:r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positive</a:t>
            </a:r>
            <a:r>
              <a:rPr lang="en-AU" dirty="0">
                <a:latin typeface="Calibri Light" panose="020F0302020204030204" pitchFamily="34" charset="0"/>
              </a:rPr>
              <a:t>, </a:t>
            </a:r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negative</a:t>
            </a:r>
            <a:r>
              <a:rPr lang="en-AU" dirty="0">
                <a:latin typeface="Calibri Light" panose="020F0302020204030204" pitchFamily="34" charset="0"/>
              </a:rPr>
              <a:t> or </a:t>
            </a:r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objective?</a:t>
            </a: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Consider the following words: </a:t>
            </a:r>
          </a:p>
          <a:p>
            <a:pPr marL="101598" indent="0">
              <a:buNone/>
            </a:pPr>
            <a:endParaRPr lang="en-AU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None of these are wrong – but each makes the reader feel differently about a character or an event.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12BBD-61E2-449D-A1E7-CAC310A9A80F}"/>
              </a:ext>
            </a:extLst>
          </p:cNvPr>
          <p:cNvSpPr txBox="1"/>
          <p:nvPr/>
        </p:nvSpPr>
        <p:spPr>
          <a:xfrm>
            <a:off x="721512" y="4215170"/>
            <a:ext cx="9865096" cy="1405513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Scrawny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Gangly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Rushed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Thin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Tall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Quick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Slender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Imposing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Speedy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alibri Light" panose="020F0302020204030204" pitchFamily="34" charset="0"/>
              <a:sym typeface="Titillium Web Light"/>
            </a:endParaRPr>
          </a:p>
        </p:txBody>
      </p:sp>
    </p:spTree>
    <p:extLst>
      <p:ext uri="{BB962C8B-B14F-4D97-AF65-F5344CB8AC3E}">
        <p14:creationId xmlns:p14="http://schemas.microsoft.com/office/powerpoint/2010/main" val="856848764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Task 1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722633"/>
            <a:ext cx="9950896" cy="1143200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Create the following table in a new document, and complete the missing words: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CDD98E-8D0A-46DB-B3BE-D83179E23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70226"/>
              </p:ext>
            </p:extLst>
          </p:nvPr>
        </p:nvGraphicFramePr>
        <p:xfrm>
          <a:off x="695400" y="2294233"/>
          <a:ext cx="10945217" cy="3716280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3648001">
                  <a:extLst>
                    <a:ext uri="{9D8B030D-6E8A-4147-A177-3AD203B41FA5}">
                      <a16:colId xmlns:a16="http://schemas.microsoft.com/office/drawing/2014/main" val="1353617832"/>
                    </a:ext>
                  </a:extLst>
                </a:gridCol>
                <a:gridCol w="3648001">
                  <a:extLst>
                    <a:ext uri="{9D8B030D-6E8A-4147-A177-3AD203B41FA5}">
                      <a16:colId xmlns:a16="http://schemas.microsoft.com/office/drawing/2014/main" val="52210511"/>
                    </a:ext>
                  </a:extLst>
                </a:gridCol>
                <a:gridCol w="3649215">
                  <a:extLst>
                    <a:ext uri="{9D8B030D-6E8A-4147-A177-3AD203B41FA5}">
                      <a16:colId xmlns:a16="http://schemas.microsoft.com/office/drawing/2014/main" val="3194613200"/>
                    </a:ext>
                  </a:extLst>
                </a:gridCol>
              </a:tblGrid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Negative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Objective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Positive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505371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Monstrous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Large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Great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5041507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Lazy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Calm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Relaxed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0186184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Slow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Ambling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4784405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>
                          <a:effectLst/>
                        </a:rPr>
                        <a:t>Miniscule</a:t>
                      </a:r>
                      <a:endParaRPr lang="en-AU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 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Diminutive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5263974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Happy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8049301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>
                          <a:effectLst/>
                        </a:rPr>
                        <a:t> </a:t>
                      </a:r>
                      <a:endParaRPr lang="en-AU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Mournful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7510965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House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7226820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Deafening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9238466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Toasty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9538813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Freezing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8945655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Quiet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 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1285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127461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In narrative writing, 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The purpose is not to persuade directly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The purpose is to </a:t>
            </a:r>
            <a:r>
              <a:rPr lang="en-AU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immerse</a:t>
            </a:r>
            <a:r>
              <a:rPr lang="en-AU" sz="2800" dirty="0">
                <a:latin typeface="Calibri Light" panose="020F0302020204030204" pitchFamily="34" charset="0"/>
              </a:rPr>
              <a:t>, 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engage</a:t>
            </a:r>
            <a:r>
              <a:rPr lang="en-AU" sz="2800" dirty="0">
                <a:latin typeface="Calibri Light" panose="020F0302020204030204" pitchFamily="34" charset="0"/>
              </a:rPr>
              <a:t> and </a:t>
            </a:r>
            <a:r>
              <a:rPr lang="en-AU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evoke feelings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Writers choose words carefully to: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Make characters seem likeable or threatening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Make settings feel safe, eerie, or oppressive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Make moments feel joyful, tense, or tragic</a:t>
            </a:r>
          </a:p>
        </p:txBody>
      </p:sp>
    </p:spTree>
    <p:extLst>
      <p:ext uri="{BB962C8B-B14F-4D97-AF65-F5344CB8AC3E}">
        <p14:creationId xmlns:p14="http://schemas.microsoft.com/office/powerpoint/2010/main" val="311802450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Read the following extract:</a:t>
            </a:r>
          </a:p>
          <a:p>
            <a:pPr marL="711200" indent="0">
              <a:buNone/>
            </a:pPr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The man stood at the end of the corridor. The light flickered above him, and the air felt cold.</a:t>
            </a:r>
          </a:p>
          <a:p>
            <a:pPr marL="8731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544513" indent="-457200"/>
            <a:r>
              <a:rPr lang="en-AU" sz="2800" dirty="0">
                <a:latin typeface="Calibri Light" panose="020F0302020204030204" pitchFamily="34" charset="0"/>
              </a:rPr>
              <a:t>Which words are concrete?</a:t>
            </a:r>
          </a:p>
          <a:p>
            <a:pPr marL="544513" indent="-457200"/>
            <a:r>
              <a:rPr lang="en-AU" sz="2800" dirty="0">
                <a:latin typeface="Calibri Light" panose="020F0302020204030204" pitchFamily="34" charset="0"/>
              </a:rPr>
              <a:t>Which words are emotive?</a:t>
            </a:r>
          </a:p>
          <a:p>
            <a:pPr marL="544513" indent="-457200"/>
            <a:r>
              <a:rPr lang="en-AU" sz="2800" dirty="0">
                <a:latin typeface="Calibri Light" panose="020F0302020204030204" pitchFamily="34" charset="0"/>
              </a:rPr>
              <a:t>What mood is being created?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64062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D3386-EA99-ED26-1FBE-1AC87256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0BE1-74A8-E78B-9EC1-10B6C867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9433"/>
            <a:ext cx="9230816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DA615-8559-3048-1FBC-4C27848BB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Let’s break it down.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 </a:t>
            </a:r>
          </a:p>
          <a:p>
            <a:pPr marL="711200" indent="0">
              <a:buNone/>
            </a:pPr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The man stood at the end of the corridor. </a:t>
            </a:r>
          </a:p>
          <a:p>
            <a:pPr marL="8731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This is mostly concrete. 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The man</a:t>
            </a:r>
            <a:r>
              <a:rPr lang="en-AU" sz="2800" dirty="0">
                <a:latin typeface="Calibri Light" panose="020F0302020204030204" pitchFamily="34" charset="0"/>
              </a:rPr>
              <a:t>”, 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stood</a:t>
            </a:r>
            <a:r>
              <a:rPr lang="en-AU" sz="2800" dirty="0">
                <a:latin typeface="Calibri Light" panose="020F0302020204030204" pitchFamily="34" charset="0"/>
              </a:rPr>
              <a:t>” and 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corridor</a:t>
            </a:r>
            <a:r>
              <a:rPr lang="en-AU" sz="2800" dirty="0">
                <a:latin typeface="Calibri Light" panose="020F0302020204030204" pitchFamily="34" charset="0"/>
              </a:rPr>
              <a:t>” are all neutral words that don’t suggest any emotion or feeling towards things.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477830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FCAB6-3923-3BAB-371E-8F6F8ABA8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C856-F73B-401A-9A5E-349121CA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9433"/>
            <a:ext cx="9230816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52D5-92BA-08B5-C6C5-EF2537B9A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 lnSpcReduction="10000"/>
          </a:bodyPr>
          <a:lstStyle/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Let’s break it down.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 </a:t>
            </a:r>
          </a:p>
          <a:p>
            <a:pPr marL="711200" indent="0">
              <a:buNone/>
            </a:pPr>
            <a:r>
              <a:rPr lang="en-AU" sz="28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The light flickered above him, and the air felt cold.</a:t>
            </a:r>
          </a:p>
          <a:p>
            <a:pPr marL="711200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flickered</a:t>
            </a:r>
            <a:r>
              <a:rPr lang="en-AU" sz="2800" dirty="0">
                <a:latin typeface="Calibri Light" panose="020F0302020204030204" pitchFamily="34" charset="0"/>
              </a:rPr>
              <a:t>” suggests that something is not stable – not quite right.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cold</a:t>
            </a:r>
            <a:r>
              <a:rPr lang="en-AU" sz="2800" dirty="0">
                <a:latin typeface="Calibri Light" panose="020F0302020204030204" pitchFamily="34" charset="0"/>
              </a:rPr>
              <a:t>” suggests discomfort and threatening.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These words suggest – very subtly – that the reader should feel unsettled.</a:t>
            </a:r>
          </a:p>
        </p:txBody>
      </p:sp>
    </p:spTree>
    <p:extLst>
      <p:ext uri="{BB962C8B-B14F-4D97-AF65-F5344CB8AC3E}">
        <p14:creationId xmlns:p14="http://schemas.microsoft.com/office/powerpoint/2010/main" val="3564843798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433"/>
            <a:ext cx="9014792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Revising for emotional impact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Compare</a:t>
            </a:r>
          </a:p>
          <a:p>
            <a:pPr marL="0" indent="0">
              <a:buNone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0" indent="0">
              <a:buNone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0" indent="0">
              <a:buNone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Both describe movement, but:</a:t>
            </a:r>
          </a:p>
          <a:p>
            <a:pPr marL="898525" indent="-457200"/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Crept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 suggests fear or secrecy</a:t>
            </a:r>
          </a:p>
          <a:p>
            <a:pPr marL="898525" indent="-457200"/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Dim</a:t>
            </a:r>
            <a:r>
              <a:rPr lang="en-AU" sz="2800" i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and</a:t>
            </a:r>
            <a:r>
              <a:rPr lang="en-AU" sz="2800" i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suffocating</a:t>
            </a:r>
            <a:r>
              <a:rPr lang="en-AU" sz="2800" i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are negative-sounding words.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Together, these words help the reader to feel the danger that the characters feel.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F6FA5A-6D4C-1840-B39F-AC7EC44EC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516668"/>
              </p:ext>
            </p:extLst>
          </p:nvPr>
        </p:nvGraphicFramePr>
        <p:xfrm>
          <a:off x="1343472" y="2708920"/>
          <a:ext cx="8128000" cy="936104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986110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01082747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marL="0" indent="182563" fontAlgn="t">
                        <a:lnSpc>
                          <a:spcPts val="15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AU" sz="2400" b="0" i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 walked into the room.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 crept into the dim, suffocating room.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074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947967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Task 2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604838" indent="-514350">
              <a:buFont typeface="+mj-lt"/>
              <a:buAutoNum type="arabicPeriod"/>
            </a:pPr>
            <a:r>
              <a:rPr lang="en-AU" sz="2800" dirty="0">
                <a:latin typeface="Calibri Light" panose="020F0302020204030204" pitchFamily="34" charset="0"/>
              </a:rPr>
              <a:t>Choose a short narrative extract (from a class text or your own writing)</a:t>
            </a:r>
          </a:p>
          <a:p>
            <a:pPr marL="604838" indent="-514350">
              <a:buFont typeface="+mj-lt"/>
              <a:buAutoNum type="arabicPeriod"/>
            </a:pPr>
            <a:r>
              <a:rPr lang="en-AU" sz="2800" dirty="0">
                <a:latin typeface="Calibri Light" panose="020F0302020204030204" pitchFamily="34" charset="0"/>
              </a:rPr>
              <a:t>Identify clear examples of emotive language</a:t>
            </a:r>
          </a:p>
          <a:p>
            <a:pPr marL="604838" indent="-514350">
              <a:buFont typeface="+mj-lt"/>
              <a:buAutoNum type="arabicPeriod"/>
            </a:pPr>
            <a:r>
              <a:rPr lang="en-AU" sz="2800" dirty="0">
                <a:latin typeface="Calibri Light" panose="020F0302020204030204" pitchFamily="34" charset="0"/>
              </a:rPr>
              <a:t>For each example:</a:t>
            </a:r>
          </a:p>
          <a:p>
            <a:pPr marL="1214423" lvl="1" indent="-514350"/>
            <a:r>
              <a:rPr lang="en-AU" sz="2800" dirty="0">
                <a:latin typeface="Calibri Light" panose="020F0302020204030204" pitchFamily="34" charset="0"/>
              </a:rPr>
              <a:t>Describe the emotion or impression the word creates</a:t>
            </a:r>
          </a:p>
          <a:p>
            <a:pPr marL="1214423" lvl="1" indent="-514350"/>
            <a:r>
              <a:rPr lang="en-AU" sz="2800" dirty="0">
                <a:latin typeface="Calibri Light" panose="020F0302020204030204" pitchFamily="34" charset="0"/>
              </a:rPr>
              <a:t>Explain how it affects the reader’s understanding of the character, setting, or moment</a:t>
            </a:r>
          </a:p>
          <a:p>
            <a:pPr marL="87313" lvl="1" indent="0">
              <a:buNone/>
            </a:pPr>
            <a:r>
              <a:rPr lang="en-AU" sz="2800" dirty="0">
                <a:solidFill>
                  <a:schemeClr val="tx2"/>
                </a:solidFill>
                <a:latin typeface="Calibri Light" panose="020F0302020204030204" pitchFamily="34" charset="0"/>
              </a:rPr>
              <a:t>You should now be able to identify, describe and explain the use of emotive language in narrative writing. </a:t>
            </a:r>
          </a:p>
          <a:p>
            <a:pPr marL="604838" indent="-514350">
              <a:buFont typeface="+mj-lt"/>
              <a:buAutoNum type="arabicPeriod"/>
            </a:pPr>
            <a:endParaRPr lang="en-AU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504799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Space">
  <a:themeElements>
    <a:clrScheme name="Custom 6">
      <a:dk1>
        <a:srgbClr val="000000"/>
      </a:dk1>
      <a:lt1>
        <a:srgbClr val="F2F2F2"/>
      </a:lt1>
      <a:dk2>
        <a:srgbClr val="04173A"/>
      </a:dk2>
      <a:lt2>
        <a:srgbClr val="94B7F6"/>
      </a:lt2>
      <a:accent1>
        <a:srgbClr val="EFA83F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ace" id="{87191813-8160-4D28-8BE2-3EA2CCA1F936}" vid="{C6997269-4D3E-484A-92B2-4B3D1763939A}"/>
    </a:ext>
  </a:extLst>
</a:theme>
</file>

<file path=ppt/theme/theme2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DD71352A75C946BB20F54B03F82ED8" ma:contentTypeVersion="3" ma:contentTypeDescription="Create a new document." ma:contentTypeScope="" ma:versionID="315bef5393da02ff7bc35706e700838a">
  <xsd:schema xmlns:xsd="http://www.w3.org/2001/XMLSchema" xmlns:xs="http://www.w3.org/2001/XMLSchema" xmlns:p="http://schemas.microsoft.com/office/2006/metadata/properties" xmlns:ns2="4cbcb5a7-ad30-44dd-8fe0-28a40b313a95" targetNamespace="http://schemas.microsoft.com/office/2006/metadata/properties" ma:root="true" ma:fieldsID="422e011a5d13e18529d318e279d76ba2" ns2:_="">
    <xsd:import namespace="4cbcb5a7-ad30-44dd-8fe0-28a40b313a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cb5a7-ad30-44dd-8fe0-28a40b313a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BA8EC3-030B-432C-9D8B-81388FC0936B}"/>
</file>

<file path=customXml/itemProps2.xml><?xml version="1.0" encoding="utf-8"?>
<ds:datastoreItem xmlns:ds="http://schemas.openxmlformats.org/officeDocument/2006/customXml" ds:itemID="{48E42578-9CD4-4AFF-AA5E-F33052F6B6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DDEFBA-1D7E-4587-9763-EBF5A6740E9A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a4f35948-e619-41b3-aa29-22878b09cfd2"/>
    <ds:schemaRef ds:uri="40262f94-9f35-4ac3-9a90-690165a166b7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Space</Template>
  <TotalTime>285</TotalTime>
  <Words>715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Franklin Gothic Medium</vt:lpstr>
      <vt:lpstr>Kahootz XKommunicate</vt:lpstr>
      <vt:lpstr>Titillium Web</vt:lpstr>
      <vt:lpstr>Titillium Web Light</vt:lpstr>
      <vt:lpstr>Space</vt:lpstr>
      <vt:lpstr>Emotive Language Narrative Writing</vt:lpstr>
      <vt:lpstr>Learning Outcome</vt:lpstr>
      <vt:lpstr>Colours and feelings</vt:lpstr>
      <vt:lpstr>Colours and feelings</vt:lpstr>
      <vt:lpstr>Emotive words</vt:lpstr>
      <vt:lpstr>Concrete language</vt:lpstr>
      <vt:lpstr>Emotive language in narratives</vt:lpstr>
      <vt:lpstr>Emotive language and impression</vt:lpstr>
      <vt:lpstr>Task 1</vt:lpstr>
      <vt:lpstr>Narrative texts</vt:lpstr>
      <vt:lpstr>Narrative texts</vt:lpstr>
      <vt:lpstr>Narrative texts</vt:lpstr>
      <vt:lpstr>Narrative texts</vt:lpstr>
      <vt:lpstr>Revising for emotional impact</vt:lpstr>
      <vt:lpstr>Task 2</vt:lpstr>
    </vt:vector>
  </TitlesOfParts>
  <Company>Department of Education and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Cultural Perspectives</dc:title>
  <dc:creator>Lincoln Le Fevre</dc:creator>
  <cp:lastModifiedBy>Lincoln LE FEVRE</cp:lastModifiedBy>
  <cp:revision>23</cp:revision>
  <dcterms:created xsi:type="dcterms:W3CDTF">2019-05-22T23:46:10Z</dcterms:created>
  <dcterms:modified xsi:type="dcterms:W3CDTF">2026-04-22T03:40:37Z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0x010100F6DD71352A75C946BB20F54B03F82ED8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