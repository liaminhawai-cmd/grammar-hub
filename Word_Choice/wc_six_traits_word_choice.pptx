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4"/>
  </p:sldMasterIdLst>
  <p:notesMasterIdLst>
    <p:notesMasterId r:id="rId31"/>
  </p:notesMasterIdLst>
  <p:sldIdLst>
    <p:sldId id="275" r:id="rId5"/>
    <p:sldId id="276" r:id="rId6"/>
    <p:sldId id="270" r:id="rId7"/>
    <p:sldId id="277" r:id="rId8"/>
    <p:sldId id="278" r:id="rId9"/>
    <p:sldId id="279" r:id="rId10"/>
    <p:sldId id="280" r:id="rId11"/>
    <p:sldId id="281" r:id="rId12"/>
    <p:sldId id="282" r:id="rId13"/>
    <p:sldId id="283" r:id="rId14"/>
    <p:sldId id="284" r:id="rId15"/>
    <p:sldId id="285" r:id="rId16"/>
    <p:sldId id="286" r:id="rId17"/>
    <p:sldId id="287" r:id="rId18"/>
    <p:sldId id="300" r:id="rId19"/>
    <p:sldId id="288" r:id="rId20"/>
    <p:sldId id="289" r:id="rId21"/>
    <p:sldId id="290" r:id="rId22"/>
    <p:sldId id="291" r:id="rId23"/>
    <p:sldId id="292" r:id="rId24"/>
    <p:sldId id="293" r:id="rId25"/>
    <p:sldId id="295" r:id="rId26"/>
    <p:sldId id="296" r:id="rId27"/>
    <p:sldId id="298" r:id="rId28"/>
    <p:sldId id="294" r:id="rId29"/>
    <p:sldId id="29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EF08B38-63CB-FF1F-4CC6-6148CFE246C8}" name="Lincoln LE FEVRE" initials="LL" userId="S::09378050@kew.vic.edu.au::b5700677-f4e1-4c3e-a52b-0ea63d0bbf83" providerId="AD"/>
  <p188:author id="{6B3BCF43-648D-C75A-F31F-000E6A867A84}" name="Seraya BRAIN" initials="" userId="S::08579520@kew.vic.edu.au::d8ad1883-e433-455c-93cc-d9a94a1f35c8" providerId="AD"/>
  <p188:author id="{162D1951-FA42-C029-51A1-13C0407EB541}" name="Bernie MCGRATH" initials="BM" userId="S::09322121@kew.vic.edu.au::0a32e559-128e-4086-bf27-16825a9a1b0a" providerId="AD"/>
  <p188:author id="{D02C8A78-7EF0-501C-9191-C4AF8D23B83E}" name="Caitlin DAVEY" initials="CD" userId="S::10438046@kew.vic.edu.au::5cba910b-bee6-4516-9763-93ef2a881a5b" providerId="AD"/>
  <p188:author id="{92E1E8B4-67FF-4F78-CA14-42A1024E8E97}" name="Harriet LOBB" initials="HL" userId="S::09325849@kew.vic.edu.au::da627104-bda6-4b2a-9f25-855f0c69cf33" providerId="AD"/>
  <p188:author id="{3D5B44BB-C6CD-00ED-7B10-911DC4165602}" name="Jane THORNTON" initials="JT" userId="S::02556613@kew.vic.edu.au::662024c3-3d0d-4a54-8b9f-36b92243a235" providerId="AD"/>
  <p188:author id="{0FFDD4BB-F501-CD43-B7C8-CDA93DEACB8A}" name="Andrew CERINI" initials="" userId="S::08598176@kew.vic.edu.au::a0b4aa38-45d4-43ad-b958-a51fca5ed42d"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843" autoAdjust="0"/>
  </p:normalViewPr>
  <p:slideViewPr>
    <p:cSldViewPr snapToGrid="0">
      <p:cViewPr>
        <p:scale>
          <a:sx n="66" d="100"/>
          <a:sy n="66" d="100"/>
        </p:scale>
        <p:origin x="576" y="-3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1:34.985"/>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0 51 1328,'7'-4'1052,"-6"4"-981,0 0 1,0 0-1,0-1 0,0 1 1,0-1-1,0 1 1,-1-1-1,1 1 0,0-1 1,0 0-1,-1 1 0,1-1 1,0 0-1,-1 1 1,1-1-1,-1 0 0,1 0 1,-1 0-1,1 0 0,-1 1 1,1-1-1,-1 0 1,0-1-1,1 1-50,0 0 0,0 1 1,0-1-1,0 0 0,-1 1 0,1-1 0,0 1 1,0 0-1,0-1 0,0 1 0,0 0 1,0-1-1,0 1 0,0 0 0,0 0 0,0 0 1,2 0-1,0 0 8,17-4-21,-1 2 1,1 0 0,0 2-1,0 0 1,25 3 0,-40-2-7,49 9 53,-50-10-46,-1 1 0,1 0 0,-1 1 0,0-1 0,0 1-1,1-1 1,-1 1 0,0 0 0,-1 0 0,1 0 0,0 0 0,3 4 0,-5-4 31,14 11-15,2-1-13,25 20 0,-15-10-5,-25-21-5,0 1 0,0-1 0,1 1-1,-1-1 1,0 0 0,1 0 0,-1 0 0,0 0-1,1 0 1,-1-1 0,1 1 0,0-1 0,-1 0 0,1 0-1,-1 1 1,4-2 0,5 1 12,9-1 62,0 0 1,-1-1-1,37-9 0,-32 6 29,-1 1-1,31-2 1,-29 6-51,0 0-1,0 2 0,-1 1 1,1 1-1,-1 2 0,0 0 1,0 1-1,43 20 0,-61-24-45,1 0 0,-1-1 0,1 0 0,-1 0 0,1-1 0,-1 1 0,1-1 0,9 0 0,4-1 112,30-5 0,-6 1 99,-38 3-191,264-10 966,-209 9-799,0-3 1,-1-2-1,66-18 1,174-58 495,-238 64-609,-37 12-60,-8 1-15,0 1 0,25-4 1,-42 9-8,1 0-1,0 0 1,0 0 0,-1 0 0,1-1 0,0 1 0,0 0 0,0 0 0,-1 1 0,1-1 0,0 0 0,0 0-1,-1 0 1,1 0 0,0 1 0,0-1 0,-1 0 0,1 1 0,0-1 0,-1 0 0,1 1 0,0-1 0,-1 1 0,1-1-1,0 1 1,-1-1 0,1 1 0,-1 0 0,1-1 0,-1 1 0,0 0 0,1-1 0,-1 1 0,0 0 0,1 0-1,-1-1 1,0 1 0,0 1 0,1 0-47,-1 1 1,0 0-1,-1-1 0,1 1 1,0-1-1,-1 1 0,0-1 0,1 1 1,-1-1-1,-2 4 0,-3 8-818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1:36.272"/>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0 81 1088,'4'-9'4334,"13"9"-4054,20 0 126,1-2 0,50-7 0,121-21 345,-128 17-630,108-1 1,90 10-70,-258 5-38,72 1 104,-84-2-102,0 1 0,0 0 1,0 0-1,0 1 0,-1 0 0,1 1 1,-1 0-1,1 0 0,-1 1 0,9 5 1,7 2 32,-10-7 23,0 0 0,0-1 1,0-1-1,0 0 0,1-1 1,-1 0-1,21-3 0,-7 2 17,129-10-1127,-131 8 173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1:37.175"/>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1 1 1088,'28'12'4691,"108"8"-3211,-115-19-1245,1-1-1,-1-1 1,33-5 0,-16 2-21,198-8 454,-188 13-646,-1 3 0,91 18 0,119 27 31,-192-41 60,128-2 0,-94-13-6,20-1 60,-99 8-179,0 1 0,0 0 0,36 9 0,-35-3-273,-6-1-151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1:55.056"/>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0 231 656,'1'0'124,"0"0"-1,0 0 1,1 0-1,-1 0 1,0-1-1,0 1 1,0 0-1,0 0 1,0-1 0,0 1-1,0-1 1,0 1-1,0-1 1,5-4 741,-4 2-477,10 1 325,94-27 375,-103 28-1075,0 1 0,1-1 0,-1 1 1,0 0-1,0 0 0,0 0 0,1 0 0,-1 1 0,4 0 1,-6 0-9,0-1 0,0 0 1,0 1-1,0-1 1,0 0-1,1 0 0,-1 0 1,0 0-1,0 0 1,0 0-1,0 0 0,0 0 1,1-1-1,-1 1 1,0 0-1,0-1 0,0 1 1,0-1-1,0 1 1,0-1-1,0 1 0,2-2 1,-1 0 0,0 1 0,0 0 1,1 0-1,-1 0 0,0 0 0,1 0 0,-1 0 1,1 1-1,-1-1 0,1 1 0,-1 0 0,1 0 1,4 0-1,38 7 136,-38-5-41,1-1 0,-1 1 0,1-1 1,0-1-1,14 0 0,6-8 310,7-1 0,92-1 350,-124 10-752,1 0 0,-1 0 0,1-1 0,-1 0 0,1 1-1,-1-1 1,0 0 0,1-1 0,-1 1 0,5-3 0,14-5 32,-7 5-19,0 1 0,24-2 0,-24 3 9,0 1 0,0-2 1,-1 0-1,20-7 0,-17 1 86,0 0-1,22-16 1,-29 18-84,1 0 0,-1 0-1,1 1 1,0 0 0,0 1 0,0 1 0,1-1 0,18-3 0,80-2 127,-103 10-154,0 0 1,0 0-1,0 1 1,0 0-1,0 0 1,-1 1-1,1 0 1,-1 0-1,9 4 0,5 4 14,29 20-1,-5-3 23,-36-23-2,0-1-1,0-1 0,0 1 1,13 1-1,-2 0 108,-6-1-31,-1-1-1,22 2 0,15 2-30,-44-4-79,-1 0 0,0 0-1,0 1 1,0-1 0,-1 1 0,1 0 0,0 0-1,-1 1 1,0-1 0,0 0 0,0 1-1,0 0 1,4 7 0,-5-7 22,0 0 0,1-1 0,0 0 0,-1 1 0,1-1-1,0 0 1,6 4 0,24 14 35,-36-18 94,2-3-129,0 0 1,1 0 0,-1 0 0,1 0 0,-1 1 0,0-1 0,1 0-1,-1 0 1,1 1 0,-1-1 0,1 0 0,-1 1 0,1-1-1,-1 1 1,1-1 0,0 1 0,-1-1 0,1 1 0,-1-1 0,1 1-1,0-1 1,-1 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1:56.499"/>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0 184 848,'8'-22'922,"13"-29"-1,0 0-321,-18 43-534,-2 4-21,0-1-1,1 1 1,0 0 0,0-1-1,0 1 1,0 0-1,1 0 1,-1 0-1,1 1 1,5-6-1,-7 8-28,-1 1 0,0 0 0,1 0 0,-1 0 0,1 0-1,-1 0 1,0 0 0,1 0 0,-1 0 0,1 0-1,-1 0 1,1 0 0,-1 0 0,0 0 0,1 0 0,-1 0-1,1 0 1,-1 0 0,1 0 0,-1 1 0,0-1 0,1 0-1,0 0 1,-1 3 376,-8-1 569,8 16 100,0-18-1027,0 1 0,0 0 0,0 0 0,1-1 0,-1 1-1,0 0 1,0-1 0,1 1 0,-1 0 0,0-1-1,1 1 1,-1 0 0,1-1 0,-1 1 0,1-1-1,-1 1 1,1-1 0,-1 1 0,1-1 0,0 1 0,-1-1-1,1 0 1,0 1 0,-1-1 0,1 0 0,0 1-1,-1-1 1,1 0 0,0 0 0,0 0 0,0 0 0,21 9 69,35 27 49,-52-33-125,1 0 1,-1-1-1,1 1 1,0-1-1,-1 0 1,1-1-1,8 2 0,14 5 83,-5 3-14,-1 0 91,1 0 1,40 11 0,-35-13-58,-20-6-73,0 0 0,0-1 0,0 0 0,1 0 1,-1-1-1,0 0 0,1 0 0,-1-1 1,1 0-1,14-2 0,55-20 622,-3 1-227,-14 6-263,-46 10-153,0 1 0,0 1 0,1 0-1,-1 1 1,1 0 0,-1 1-1,1 1 1,27 3 0,21 14 32,-50-12-23,1-1-1,0 0 1,0-1-1,-1-1 0,2 0 1,-1-1-1,23-2 1,-20 0 115,-9 0-46,0 0 1,-1 0 0,14-4 0,-18 4-81,4-3 32,1 1 0,0 0 0,0 0 0,1 1 0,-1 0 0,1 0 0,17 0 0,-20 2-58,-1 0 0,1 0 0,0 1 0,0 0 0,-1 0 0,1 0-1,-1 1 1,11 4 0,2 3 7,26 15-1,-31-15-4,1-1 0,-1-1-1,25 8 1,-28-12 31,0-2 0,0 0 0,0 0 0,0-1 0,0 0-1,1-1 1,-1 0 0,0-1 0,19-5 0,-17 4-8,0 0 0,1 1-1,-1 0 1,1 1 0,0 0 0,18 3 0,-4 3-2,44 16-1,12 2-2,-17-4-19,-53-14 12,0 0-1,0-1 1,1-1 0,-1 0-1,1-1 1,-1 0 0,1-1-1,26-2 1,-18-3 80,46-8 255,-47 6-142,40-5-1,5-1-10,95-17 47,-138 26-220,64-4 59,-70 8-70,-1-2 0,1 0 0,-1-1 0,0-1 0,1-1 0,-2 0 0,28-11 0,12-15-308,4-9-566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1:58.348"/>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92 73 544,'-2'2'59,"0"-1"1,0 0-1,0 0 0,-1 0 0,1 0 1,0 0-1,-1 0 0,1-1 0,-1 1 1,1-1-1,-1 0 0,1 0 0,-1 0 1,1 0-1,-1 0 0,1 0 0,-1 0 1,1-1-1,-1 0 0,1 1 0,-1-1 1,1 0-1,0 0 0,-1 0 0,1-1 1,0 1-1,0 0 0,0-1 0,0 1 1,0-1-1,0 0 0,1 0 0,-1 0 1,-2-2-1,-6-15 966,34 28 1097,-9-1-1953,-1 2-1,16 12 0,-5-3 43,-22-17-135,0 0 0,0 1 0,1-2 0,-1 1 0,1 0-1,0-1 1,0 1 0,-1-1 0,1 0 0,5 0 0,-6-1 22,0 0 1,0 0-1,1-1 1,-1 1 0,0-1-1,0 0 1,0 0-1,4-2 1,12-3 242,21-7 177,68-17 117,-91 27-585,11-3 7,-1 1-1,1 2 0,37-1 1,65 14-2,36 1 174,-144-12-90,0-1 0,29-8 0,5 0 92,345-34 1144,-399 44-1363,0-1-1,0 1 1,1 0 0,-1-1-1,0 1 1,1 0 0,-1 0 0,0 1-1,0-1 1,1 0 0,-1 1-1,0 0 1,0-1 0,0 1-1,0 0 1,1 0 0,-1 0 0,0 0-1,-1 0 1,1 1 0,0-1-1,0 1 1,0-1 0,-1 1 0,1 0-1,-1-1 1,0 1 0,1 0-1,-1 0 1,2 3 0,-1 0-43,0-1 0,0 0 0,1 1 1,-1-1-1,1 0 0,0 0 0,1 0 0,-1-1 1,1 1-1,-1-1 0,1 0 0,0 0 0,0 0 1,0 0-1,1-1 0,-1 0 0,1 0 0,-1 0 1,1 0-1,7 1 0,12 5-1611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00.155"/>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2 21 1888,'-2'-18'4107,"3"15"-3891,7 3-67,0 1 0,0-1 0,0 1 0,-1 1-1,1-1 1,14 6 0,-15-4-107,1-1-1,-1 0 1,1 0-1,0-1 0,-1 0 1,16 0-1,-2 1 77,0 0 0,34 9 0,-33-7-99,-16-2 10,0-1 0,0 1 0,-1 0 0,11 6 0,-12-6 23,0 0 0,0 0 0,1-1 0,-1 1 0,0-1 0,1 0 0,-1 0 0,0 0 0,6-1-1,-7 1-27,21 0 222,-1 0 0,35 9 0,-25 0-198,-16-3 22,1-2-1,-1 0 1,1-1 0,0-1 0,0-1-1,18 1 1,-10-3 41,10 1 10,-1-2 0,1-1-1,-1-1 1,52-13 0,-50 8-79,1 1 1,-1 2-1,1 2 1,61 3-1,-72 0-22,-20 0-15,0 1-1,0 0 1,0 0-1,0 1 1,0 0-1,0 0 1,11 5-1,44 28 14,-35-18-8,94 57 235,-118-72-197,-1-1 0,1 1-1,0-1 1,0 0-1,1 0 1,-1 0-1,0-1 1,0 1 0,0-1-1,1 1 1,-1-1-1,0 0 1,0 0-1,1 0 1,-1-1 0,5 0-1,4-3 75,0 0-1,1-1 1,10-5-1,-14 5-276,1 1 0,-1 0 0,1 1 0,-1 0 0,17-3-1,5 7-1228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03.280"/>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16 381 1192,'-15'-12'2733,"28"-5"-1159,-12 16-1526,0 1 0,-1-1 1,1 0-1,0 0 0,0 1 1,0-1-1,0 1 0,0-1 1,0 1-1,0-1 1,0 1-1,0 0 0,0-1 1,0 1-1,0 0 0,0 0 1,0 0-1,0 0 1,0-1-1,1 2 0,-1-1 1,1 0-1,11 0 117,1-1-67,13 0 269,41-8 0,-57 8-259,0-1 12,0 0-1,0 0 0,-1-1 0,13-5 0,22-9 101,1 2-1,91-18 0,-86 26-184,1 3 1,-1 2 0,77 6-1,28 0 219,-133-4-202,0 0 58,0-1 0,34-6-1,95-30 460,66-13 27,-166 43-512,116-22 93,32-13-77,-158 34-84,1 1-1,-1 3 1,1 2-1,65 4 0,172 31 50,-98-8 86,-172-24-132,41 5 180,0-2 0,54-3 1,56-23 486,-126 16-562,115-32 273,-52 11-281,-56 16-89,34-6-245,-72 17 156,-1-1-1,0 1 1,0 0 0,1 0-1,-1 0 1,0 0 0,6 2-1,-8-2 18,0 1-1,0-1 1,0 0-1,-1 1 1,1-1-1,0 1 0,-1-1 1,1 1-1,0-1 1,-1 1-1,1 0 1,0-1-1,-1 1 1,1 0-1,-1-1 0,0 1 1,1 0-1,-1 0 1,1-1-1,-1 1 1,0 0-1,0 0 0,1 0 1,-1 0-1,0 0 1,0-1-1,0 1 1,0 0-1,0 0 1,0 0-1,-1 1 0,-7 28-1774</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03.929"/>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185 610 808,'-4'2'94,"1"0"0,0-1 0,0 0 1,-1 0-1,1 0 0,-1 0 0,1-1 0,-1 1 0,1-1 0,-7 0 0,-9 1 273,-6 2 191,10 0 159,0-1 1,0-1-1,0 0 0,-22-3 1,48-3 623,2-4-1031,19-4 171,1 1 1,0 1 0,1 1-1,0 3 1,54-7-1,180 1 390,-257 13-841,739 20 575,-686-18-458,0-2 0,0-3-1,0-3 1,-1-3 0,0-2 0,66-22-1,147-75 504,-28 9-264,262-41-19,-233 69-223,19-5-464,-285 75-857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04.445"/>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0 556 5001,'6'0'502,"0"-1"1,0 1-1,0-1 1,0 0-1,9-2 1,9-3 45,1341-289 4718,-1170 248-5047,535-120 343,-636 152-524,1 4 0,0 4 0,104 6 0,-153 3-20,1 2 1,-1 1-1,77 21 1,-103-20-25,0 1 0,32 16 1,-29-12-372,-14-2-455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10.683"/>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1 102 656,'0'0'33,"1"0"-1,0 0 1,-1 0-1,1 0 1,0 0 0,-1-1-1,1 1 1,0 0-1,-1 0 1,1 0-1,0-1 1,-1 1 0,1 0-1,-1-1 1,1 1-1,0-1 1,-1 1-1,1-1 1,0 0 6,0 1 0,-1-1 0,1 0 0,0 1 0,0-1-1,0 1 1,0 0 0,0-1 0,-1 1 0,1 0 0,0-1 0,0 1 0,0 0 0,0 0 0,0 0 0,2 0-1,33-2 552,-9 1-53,0-2 0,37-7 0,-22 2 61,45-2 0,-74 10-577,1-1 1,-1 2-1,0 0 0,1 0 1,-1 1-1,0 1 0,20 7 1,-14-4 142,0 0 0,0-1 0,1-1 0,-1-1 0,1-1 0,0 0 0,0-2 0,30-2 0,12-6 416,83-21 1,7-2-278,-118 27-269,-1 1 0,46 3-1,-63 1-27,-1 0 0,1 1 0,0 1 1,-1 0-1,0 2 0,0-1 0,22 11 0,-23-7 77,1 0-1,0-1 1,0-1 0,0-1-1,1 0 1,0-1 0,0-1-1,29 3 1,-7-7 411,-1-1-1,65-12 1,72-26 331,35-6-961,-158 38-834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11.443"/>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0 139 888,'9'-4'292,"0"0"0,0-1-1,0 1 1,-1-2 0,13-10 0,-12 9-103,0 1 0,1-1 0,-1 2 1,14-7-1,18-7 3146,129 24-1253,-49-1-1513,588 20 421,-589-20-486,1-6 0,-1-4 0,164-31 0,-209 24-308,120-5 0,-14 14-41,-181 4-157,0 0 1,0 0-1,0 0 0,0 0 0,0 0 1,0 0-1,0 0 0,0 0 0,0 0 1,0 0-1,0 0 0,0 0 0,0 0 0,0 0 1,0 1-1,0-1 0,0 0 0,0 0 1,0 0-1,1 0 0,-1 0 0,0 0 1,0 0-1,0 0 0,0 0 0,0 0 1,0 0-1,0 0 0,0 0 0,0 0 1,0 0-1,0 0 0,0 0 0,0 0 0,0 0 1,0 0-1,0 0 0,0 0 0,0 0 1,0 0-1,0 0 0,1 0 0,-1 0 1,0 0-1,0 0 0,0 0 0,0 0 1,0 0-1,0 0 0,0 0 0,0 0 1,0 0-1,0 0 0,-7 4-189,2-1-6,-15 9-705</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12.112"/>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1 116 4929,'14'-20'1851,"-13"17"-1809,1 0 0,0 1 0,0-1 0,0 0 0,1 1 0,-1-1 0,0 1 0,1 0 0,0 0 0,0 0 0,-1 0 0,1 0 0,5-2 0,16-4-5,0 0 1,1 2-1,-1 1 0,36-4 0,-6 2-21,-31 2-12,5 0 78,0 2 0,31-1 0,-45 4-21,289 11 1021,-180 2-147,177-3 0,32-22 407,403-5-278,-633 17-887,243 9 489,-248-2-456,148 29 0,-204-28-216,-10-6-143</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16.759"/>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6 74 360,'-6'18'7084,"153"-18"-5682,-131-1-1255,1-2-1,0-1 1,0 0 0,-1-1 0,0 0-1,30-16 1,-31 14-42,1 0 0,0 1 0,0 0 0,31-5 0,-4 5 232,81 1 0,-90 5-149,0 2 0,0 1 0,-1 2 0,1 2 0,35 11 0,56 20 31,-94-35-152,-13-2-32,0 1-6,0-1 0,0-1 0,0 0-1,29-5 1,73-20 40,-43 8-34,-76 17-35,141-24-432,-73 21-735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17.677"/>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0 231 752,'9'-13'3861,"-9"12"-3765,0 0 60,0-1-1,0 1 1,0 0 0,0-1 0,1 1-1,-1 0 1,0 0 0,1-1-1,-1 1 1,0 0 0,1 0 0,0-1-1,-1 1 1,1 0 0,0 0-1,0-1 1,23-14-306,-19 14 267,50-26 4,-51 27-78,1 0-1,-1-1 1,0 2 0,0-1-1,0 0 1,1 1-1,-1 0 1,0 0-1,1 0 1,-1 0-1,0 1 1,6 1 0,1 1 207,-1 1 0,0 0-1,12 6 1,10 5 347,-13-11-313,-1 1-1,1-2 1,0-1-1,0 0 1,0-1-1,34-3 1,117-24 472,-117 16-591,307-59 464,-325 63-585,1 2 0,0 1-1,51 3 1,106 20 38,-38 13-41,20 2 12,-159-33-37,0-1-1,-1-1 1,1-1 0,0 0-1,0-2 1,-1 1 0,1-2-1,-1 0 1,15-6-1,14-8 88,67-40 0,-60 30-55,30-13-7</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20.990"/>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1 284 96,'161'-70'1596,"-159"70"-1499,0-1-1,0 1 0,0-1 0,0 1 1,0 0-1,0 0 0,0 0 0,0 0 1,0 0-1,0 0 0,0 1 0,0-1 1,0 1-1,0-1 0,0 1 0,0 0 1,0 0-1,0 0 0,-1 0 0,1 0 1,2 2-1,-1-1-1,0 0-1,0-1 1,1 1 0,-1-1 0,0 1-1,5 0 1,12 1 216,13 3 145,0-1 0,0-2 0,0-1 0,42-4 0,217-41 1379,50-6-924,-252 41-690,668-44 950,-359 5-197,-168 14-598,-83 15-540,-94 17-1030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21.518"/>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3 242 2040,'-3'3'1981,"42"0"-1314,-5-3-271,-1-2 0,1-1 1,0-2-1,37-10 0,625-158 2710,-630 157-3039,-1 3-1,2 3 1,-1 3-1,1 3 1,100 7-1,-95 7-289,-24 7-886</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36.248"/>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1 7 344,'11'-3'27,"1"2"1,-1 0-1,1 0 1,0 1-1,-1 0 0,1 1 1,0 1-1,-1-1 0,1 2 1,-1 0-1,0 0 1,0 1-1,0 0 0,0 1 1,-1 1-1,17 10 1,-21-12-19,1 0 1,-1-1-1,0 1 1,1-2 0,0 1-1,0-1 1,0 0 0,0 0-1,0-1 1,0 0-1,0 0 1,0 0 0,10-2-1,3-1 0,1-1 0,0-1-1,22-7 1,-17 4 24,35-6 1,7 5-16,2 2 0,-1 4 1,87 7-1,-117 0 41,1-2-1,-1-2 1,62-5 0,114-5 579,-106 20-606,94-24-9,184 5-31,-372 8 61,0 0 0,0 1 0,0 0 1,1 2-1,16 4 0,-18-3 146,1-1 0,1-1 1,-1 0-1,0-1 0,0 0 1,1-1-1,-1-1 0,27-4 1,-8-2-32,1 1 0,70 0 0,67 13 64,-145-9-149,-21 1-16,-15 0-40,-21-4 81,21 5 240,6 0-492</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38.505"/>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141 190 392,'-36'-6'673,"32"5"-663,1 0 1,-1 0-1,1 1 1,-1-1-1,1 1 1,-1-1-1,0 1 0,1 0 1,-1 1-1,1-1 1,-1 1-1,0-1 1,1 1-1,-5 2 1,6-2 6,0 0 1,0 0-1,0-1 1,0 1 0,0 0-1,-1-1 1,1 1-1,0-1 1,0 0 0,0 0-1,-1 0 1,1 0-1,-3 0 1,4-1 69,0 1 0,0 0 0,0-1 0,1 1 0,-1-1 0,0 1 0,0-1 0,1 0 0,-1 1 0,0-1 0,1 0 0,-1 1 0,1-1 0,-1 0-1,1 0 1,-1 0 0,1 1 0,0-1 0,-1 0 0,1 0 0,0 0 0,0 0 0,-1 0 0,1 0 0,0 0 0,0 0 0,0 1 0,0-1 0,0-2 259,101-2 1431,1-12-1021,-83 16-712,-1 0 0,1-2 0,-1 0-1,20-6 1,54-20 12,-88 29-54,-1 0 0,0-1 0,0 1-1,0 0 1,0 1 0,1-1 0,-1 0-1,0 1 1,0 0 0,0-1 0,0 1-1,0 1 1,3 0 0,-3 0 23,-1-1-1,1 0 1,-1 0 0,1 0 0,0 0-1,0-1 1,-1 1 0,1-1-1,0 0 1,0 0 0,0 0-1,-1 0 1,1 0 0,0 0 0,4-2-1,-2 1 44,-1 0-1,1 0 1,0 1-1,0-1 1,0 1-1,0 0 1,-1 1-1,1-1 1,0 1-1,0 0 0,8 3 1,25 3 180,-31-6-223,1 1 0,-1 0 0,0 0 1,1 1-1,-1-1 0,-1 2 0,9 3 0,-9-3-8,1 0-1,-1-1 1,1 0-1,0 0 0,0-1 1,0 0-1,0 0 0,1-1 1,11 1-1,0-3 67,0-1-1,34-9 0,13-2 118,-51 10-155,0 0 1,0 0-1,0-1 0,-1-1 1,15-7-1,-26 10-40,0 1-1,0 0 1,0 1-1,1-1 1,-1 0-1,0 1 0,0 0 1,1 0-1,-1 0 1,0 0-1,7 1 1,39 12 27,-16-4 3,-21-7-19,0 0 0,-1-1 0,1-1-1,0 0 1,0 0 0,0-1-1,0-1 1,-1 0 0,1 0-1,-1-1 1,1-1 0,15-6-1,-13 2-4,-9 5-9,-1 0 0,1 1 0,0-1 0,0 1 0,0 1 0,0-1 0,8-1 0,43-1 22,1 2-1,0 3 1,109 15 0,-152-14-18,0-1 0,1 0 0,-1-1 1,0 0-1,0-1 0,1-1 0,24-6 0,19-1 10,-40 6-4,0 0-1,0 2 1,0 0-1,0 1 1,0 1 0,0 1-1,0 0 1,34 9-1,-5-8 21,-41-2-30,0 0 0,0-1 0,0 0 0,0 0-1,0 0 1,0-1 0,0 0 0,-1 0 0,1-1 0,9-3 0,28-5 11,-43 10-13,19-3 2,1 1 1,-1 1 0,1 1 0,0 0 0,-1 2 0,1 0-1,26 7 1,-23-4 3,1-1-1,-1-1 1,1-1 0,0-1-1,30-3 1,-32 2 0,15-3 14,1-2 0,-1 0 0,0-3 0,0-1 0,43-18 0,-59 20-1,0 1 0,34-6 0,-47 11-13,0 0-1,0 1 1,0 0 0,0 0-1,0 1 1,0 0-1,0 0 1,0 1 0,0 0-1,10 4 1,-12-3-5,0 0-1,1-1 1,-1 0 0,0 0 0,1-1-1,0 0 1,-1 0 0,1 0-1,0-1 1,-1 0 0,1 0 0,10-2-1,-3 0 7,1 1 0,0 1-1,-1 0 1,1 1 0,20 5-1,-16-1 17,-16-3-12,1-1 1,-1 0 0,0 0-1,1 0 1,-1 0 0,1-1-1,-1 1 1,1-1-1,-1 0 1,1 0 0,-1 0-1,1 0 1,-1-1 0,1 1-1,-1-1 1,1 0 0,3-1-1,62-32 361,-29 21-624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39.410"/>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1 116 376,'1'-1'43,"0"1"32,0-1 0,0 1 0,1 0 0,-1-1 0,0 1 0,0-1 0,0 0 0,0 1 0,0-1 0,0 0 0,0 0 0,0 1 0,-1-1 0,1 0 0,0 0 0,0 0 0,-1 0 0,1 0 0,0 0 0,-1 0 0,1-1 0,-1 1 0,1 0 0,-1 0 0,0 0 1,1-3-1,3 1 45,28-3-24,36 4-26,56-4 272,-61-3 54,48-8 359,-50 9-371,0 2 1,108 5 0,-64 1-166,81 1 319,167-7 597,119-18-309,-402 21-1376</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40.499"/>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6 249 1568,'-5'-6'2809,"5"5"-2739,0 1-51,0 0 1,0-1-1,1 1 1,-1-1-1,0 1 0,0-1 1,1 1-1,-1 0 1,0-1-1,1 1 0,-1 0 1,0-1-1,1 1 1,-1 0-1,1-1 0,-1 1 1,0 0-1,1 0 1,-1 0-1,1-1 1,-1 1-1,1 0 0,-1 0 1,1 0-1,-1 0 1,1 0-1,0 0 0,4-1 1,15-1 92,-1-1 0,1-1 0,-1-1 0,0 0-1,26-12 1,16-5 581,70-17-1,-93 31-661,-1 1-1,1 3 1,52-1-1,-67 4 51,0 2-1,0 0 1,1 2-1,25 6 1,-48-9-77,0 0 0,-1 0 0,1 1 0,0-1 1,0 0-1,0 1 0,0-1 0,0 1 0,-1-1 0,1 1 0,0 0 0,0-1 1,-1 1-1,1 0 0,1 1 0,9 7 1441,4-3-1275,0-1 0,1 0 0,0 0 0,18 1-1,-33-6-152,1 0 0,-1-1 0,0 1-1,0 0 1,1-1 0,-1 1 0,0-1-1,0 1 1,0-1 0,0 0 0,1 1-1,-1-1 1,0 0 0,0 0 0,0 0-1,-1 0 1,1 0 0,0 0 0,0 0-1,0 0 1,-1 0 0,1 0 0,-1 0-1,1-2 1,-14-6 129,-9-5 59,21 13-203,1 1 1,-1 0-1,1 0 1,-1-1 0,1 1-1,0-1 1,-1 1-1,1 0 1,0-1 0,0 1-1,-1-1 1,1 1-1,0 0 1,0-1 0,-1 1-1,1-1 1,0 1-1,0-1 1,0 1 0,0-1-1,0 1 1,0-1 0,0 1-1,0-1 1,0 1-1,0-1 1,0 1 0,0-1-1,0 1 1,0-1-1,0 1 1,1-1 0,-1 1-1,0-1 1,0 1-1,1-1 1,-1 1 0,1-1-1,4-5 6,1 1 0,0 0 1,0 0-1,0 1 0,0-1 0,1 1 0,0 1 0,0-1 0,9-2 0,13-3-509,31-7-1,-26 8-568,-29 6 898,5 0-521,0-1 1,0 0-1,-1 0 1,1-1-1,15-9 0,-63 27-151,12 0 1143,12-7 108,0 1-1,0 0 1,1 1 0,0 0 0,0 1 0,-13 13 0,18-16-80,3-6-474</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53.669"/>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0 14 256,'80'23'235,"-55"-14"-204,0-1 0,1-2 0,-1-1-1,2-1 1,29 1 0,-32-6 33,-1-1-1,0-2 1,31-8-1,-3 1 123,14-4 129,39-6 198,-74 17-436,1 2 0,-1 1-1,1 1 1,-1 1-1,1 2 1,41 9 0,-32-1-63,-19-5-7,-1-1 1,1 0 0,0-1-1,0-2 1,0 0 0,42-2 0,324-17 1469,-339 19-1419,0 3 1,-1 1-1,1 3 0,-1 2 0,49 17 1,-75-22-7,0-2 0,25 3 1,17 4 154,-57-10-167,0 1 1,0-1 0,1-1-1,-1 1 1,0-1-1,0 0 1,0 0 0,1-1-1,-1 0 1,7-2-1,13-5-137</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54.660"/>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1 209 968,'24'-7'505,"1"1"0,-1 2 0,1 0-1,1 2 1,-1 0 0,0 2 0,38 4-1,-27 0-309,-1-1 1,0-2-1,1-2 0,-1-1 0,1-2 0,39-9 0,-45 8-109,45-1 0,16-3 361,-7-1 200,121 2 1,-62 5-390,-34 3-92,-64 1-4,-1-2 1,59-8 0,4-7 41,72-15-37,71-15-47,-193 41-59,0 1 1,81 7-1,-87-1-13,87-6 1,56-1-1,-84 4-13,10-9 78,-78 6-69,-18 1-25,0 2 0,31 1 1,-47 1-12,0 0 0,-1 0 0,1 0 0,-1 1 0,1 0 0,-1 1 0,0 0 0,0 0 0,0 0 0,0 1 0,9 7 0,36 37 484,-44-44-634</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55.704"/>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1 66 1160,'4'-25'4785,"37"25"-3786,-27 1-996,0 1 0,22 5 0,18 5 12,-48-12 3,1 0-1,0 0 1,0 0-1,-1-1 0,1 0 1,7-2-1,-5 1 20,-1 0 0,1 1 0,0 0-1,0 0 1,16 2 0,17 8 24,-27-5-47,0-1 0,0-1 0,23 1 0,13-5 82,93-18 0,-6 0 171,-94 16-178,149-18 167,-170 20-225,-1 0-1,1 1 1,-1 1-1,1 2 1,0 0-1,-1 1 1,39 11-1,19 6 191,-68-16-182,1 0 1,-1-1 0,0 0 0,1-1 0,0-1 0,0 0 0,-1 0 0,1-1 0,0-1 0,0 0-1,-1-1 1,20-5 0,-24 5 9,1 1-1,0-1 1,-1 1-1,1 1 1,0-1-1,-1 1 1,1 1-1,0 0 1,-1 0 0,1 1-1,10 3 1,45 6 43,-34-9-71,48 4 152,126-7 1,-78-3 0,-78-2-117,0-3 0,50-15 1,-87 20-45,0 1 1,1 1 0,17-2-1,-25 4-7,0 0-1,0 0 0,0 0 0,0 1 1,0-1-1,0 1 0,0 0 0,-1 0 1,1 0-1,0 1 0,0-1 0,-1 1 0,1 0 1,3 3-1,69 64 90,-68-64-39,1 0 1,0 0 0,1-1 0,-1 0 0,1-1-1,10 3 1,12-3-364,9-5-829</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56.805"/>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1 227 488,'22'-16'488,"-18"13"-396,0 0 1,0 0-1,0-1 1,0 1-1,-1-1 1,1 0-1,-1 0 0,0 0 1,3-6-1,22-30 1396,-20 30-651,12 15 104,-6-2-859,1 0-1,-1-1 1,28 1-1,-24-3-18,3 0 142,1-1 0,-1-1 1,42-9-1,14-2 280,79-14 53,-102 15-292,60-5 0,22 14 124,30-3 47,-78-1-241,113 4 0,-80 2 383,-118 1-547,0 0 0,0 0 0,0 0 0,0 1 1,0 0-1,0-1 0,-1 1 0,1 0 0,0 0 1,0 0-1,-1 1 0,1-1 0,-1 1 0,1 0 0,-1-1 1,0 1-1,3 3 0,19 11 69,-24-15-48,1-1 0,0 0 1,0 0-1,0 0 0,-1 0 1,1 0-1,0 0 0,0 0 1,0 0-1,-1 0 0,1 0 1,0 0-1,0 0 0,0 0 1,-1-1-1,1 1 0,0 0 1,-1-1-1,2 0 0,12-2 438,36 4-333,-35 0-112,-1 0-1,0-2 0,22-3 0,43-9 76,-40 6-46,41-3 0,-55 9-28,-10 1-4,0-1 0,0-1 0,0 0 0,18-5 0,-18 2 20,0 1-1,0 1 1,1 0-1,-1 1 0,1 1 1,-1 0-1,1 1 1,26 4-1,-41-4-41,11 2-4,1-1 1,21-1-1,2-3-836</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59.016"/>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4 161 456,'0'-1'45,"-1"0"-1,1 0 1,0-1-1,0 1 1,0 0-1,-1 0 1,1 0-1,-1 0 1,1 1-1,-1-1 1,2-9 1296,28 13-115,-15-3-988,0-1 0,0 0 0,0 0 0,0-1-1,21-7 1,-12 4 155,-2 1-152,0 2 0,0 0 0,31 1 0,14 0 209,34-8 49,43-3-161,-75 12-181,-1-4 0,84-15 0,65-3 86,-139 17-209,-27 4 128,69 6-1,-22 1 349,149-15 443,3-3-797,-156 18-105,-62-2 20,40-1-1,58-8 114,128-22-1,-221 22-175,0 1 0,0 1 0,0 3 0,1 1 0,-1 1 0,44 9 0,-55-6 2,2 0-3,34 11 0,-50-13-7,0-1 1,0 0-1,0-1 0,12 0 1,22 2-2,3 5 2,-22-4 3,51 4-1,-70-8 1,0 0 0,0 1 1,0 0-1,0 0 0,0 0 0,0 1 0,0 0 0,-1 1 0,1-1 0,-1 1 0,1 0 0,-1 1 0,0 0 0,-1 0 0,1 0 1,-1 0-1,7 7 0,-12-10 44,20 4 129,-18-4-139,0 0-1,1 0 1,-1 0 0,0 0 0,1-1 0,-1 1 0,6-1 0,22-2-40,39-12-494</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6T23:02:59.715"/>
    </inkml:context>
    <inkml:brush xml:id="br0">
      <inkml:brushProperty name="width" value="0.3" units="cm"/>
      <inkml:brushProperty name="height" value="0.6" units="cm"/>
      <inkml:brushProperty name="color" value="#FFFECD"/>
      <inkml:brushProperty name="tip" value="rectangle"/>
      <inkml:brushProperty name="rasterOp" value="maskPen"/>
    </inkml:brush>
  </inkml:definitions>
  <inkml:trace contextRef="#ctx0" brushRef="#br0">0 64 448,'8'0'282,"-5"0"-162,-1 1-1,0-1 0,1 0 1,-1 0-1,0 0 1,1 0-1,-1 0 1,1-1-1,-1 1 1,0-1-1,1 0 0,-1 1 1,0-1-1,0 0 1,0 0-1,0-1 1,0 1-1,0 0 1,0-1-1,0 1 0,0-1 1,0 1-1,1-3 1,-1 2 2,0 0 0,-1 1-1,1-1 1,0 1 0,0-1 0,0 1 0,0 0 0,1 0 0,-1 0 0,0 0 0,0 0-1,1 0 1,-1 1 0,0-1 0,1 1 0,-1 0 0,0 0 0,1-1 0,-1 2 0,1-1-1,-1 0 1,1 0 0,3 2 0,10 1 170,1 1 0,22 9 0,-7-3-71,-7-4-2,1-1-1,0-1 1,-1-2-1,1 0 1,0-2-1,0-1 1,35-5-1,28-6 169,0 3-1,1 5 1,136 9-1,-135 10-130,-70-10-118,0-1 1,0-1-1,1-1 1,-1-1-1,1-1 1,29-3 0,-10-6 7,23-3 44,39 5 61,-63 7-153,-1-3 0,0-1 0,66-17-1,-80 14 32,29-5-1,-47 11-161,0 0 0,1 1 0,-1-1 0,1 1 0,-1 1 0,1 0-1,-1 0 1,10 2 0,-9 2-976</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7:43.63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0 250,'3'3,"1"-1,-1 0,1 0,0 0,0 0,-1-1,1 0,0 1,0-1,0-1,0 1,6 0,-1 0,85 9,156-5,-181-5,571-54,-488 41,196 7,-291 7,-35-1,0-1,28-4,-40 3,-1 0,1-1,-1 0,0 0,0-1,0 0,15-11,10-9,73-46,-87 59,0 1,1 0,36-10,-25 11,1 3,0 1,0 1,64 1,133 23,12 0,173-22,-365 2</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7:49.80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0 212,'0'-2,"1"0,-1-1,1 1,0 0,-1-1,1 1,0 0,0 0,1 0,-1 0,0 0,1 0,-1 0,1 0,-1 0,1 0,0 1,0-1,0 1,0 0,0-1,0 1,0 0,1 0,-1 0,0 1,4-2,3 0,0-1,0 1,0 1,1 0,16 0,292 23,-215-19,133-15,-184 6,0-2,0-3,-1-2,70-28,-89 29,1 2,0 1,0 1,1 2,0 1,0 2,37 1,182-13,-18 0,404 14,-307 2,-285-1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8:03.07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70,'1'-1,"-1"0,0 0,0 0,1-1,-1 1,1 0,-1 0,1 0,0 0,-1 0,1 0,0 0,0 0,0 0,-1 0,1 0,2-1,18-12,-20 14,11-6,0 1,0 0,0 1,1 0,0 1,-1 0,1 1,14 0,5 0,1 3,35 4,131 22,108 10,-95-23,77 2,698-9,-768-7,-184 2,0 1,0 2,66 19,17 3,-75-21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8:24.742"/>
    </inkml:context>
    <inkml:brush xml:id="br0">
      <inkml:brushProperty name="width" value="0.3" units="cm"/>
      <inkml:brushProperty name="height" value="0.6" units="cm"/>
      <inkml:brushProperty name="color" value="#FFD185"/>
      <inkml:brushProperty name="tip" value="rectangle"/>
      <inkml:brushProperty name="rasterOp" value="maskPen"/>
      <inkml:brushProperty name="ignorePressure" value="1"/>
    </inkml:brush>
  </inkml:definitions>
  <inkml:trace contextRef="#ctx0" brushRef="#br0">14 252,'0'1,"-1"-1,1 0,-1 0,1 0,-1 0,1 0,-1 0,1 0,0 0,-1 0,1 0,-1-1,1 1,-1 0,1 0,-1 0,1 0,0-1,-1 1,1 0,0 0,-1-1,1 1,0 0,-1-1,1 1,0 0,-1-1,1 1,0-1,0 1,-1 0,1-1,0 1,0-1,0 1,0-1,0 0,0 0,0 1,1-1,-1 0,0 0,1 1,-1-1,1 1,-1-1,0 0,1 1,0-1,-1 1,1-1,-1 1,1-1,0 1,-1-1,1 1,0 0,-1-1,1 1,1 0,10-4,0 1,0 0,1 1,-1 1,1 0,14 0,78 10,-70-5,88 8,1-5,0-6,155-18,-103 3,209 11,-202 4,-132-4,0-2,0-3,84-23,-107 23,26-7,0-2,-2-3,68-36,-99 47,-1 0,2 2,-1 0,1 1,0 1,42-3,138 6,-131 4,-24-1,23-1,113 16,-138-8</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8:26.597"/>
    </inkml:context>
    <inkml:brush xml:id="br0">
      <inkml:brushProperty name="width" value="0.3" units="cm"/>
      <inkml:brushProperty name="height" value="0.6" units="cm"/>
      <inkml:brushProperty name="color" value="#FFD185"/>
      <inkml:brushProperty name="tip" value="rectangle"/>
      <inkml:brushProperty name="rasterOp" value="maskPen"/>
      <inkml:brushProperty name="ignorePressure" value="1"/>
    </inkml:brush>
  </inkml:definitions>
  <inkml:trace contextRef="#ctx0" brushRef="#br0">1 178,'35'-17,"2"2,0 1,1 1,0 3,1 1,61-7,549 0,-481 18,525 0,-659-2,1-2,-1-2,0-1,66-19,-55 13,0 1,1 3,0 2,0 1,61 4,-30 2,-1 3,0 4,0 2,104 31,-103-17,-36-11,1-1,55 8,-66-17</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8:28.122"/>
    </inkml:context>
    <inkml:brush xml:id="br0">
      <inkml:brushProperty name="width" value="0.3" units="cm"/>
      <inkml:brushProperty name="height" value="0.6" units="cm"/>
      <inkml:brushProperty name="color" value="#FFD185"/>
      <inkml:brushProperty name="tip" value="rectangle"/>
      <inkml:brushProperty name="rasterOp" value="maskPen"/>
      <inkml:brushProperty name="ignorePressure" value="1"/>
    </inkml:brush>
  </inkml:definitions>
  <inkml:trace contextRef="#ctx0" brushRef="#br0">0 73,'1'-1,"-1"-1,0 1,1 0,-1-1,1 1,-1 0,1-1,0 1,0 0,-1-1,1 1,0 0,0 0,0 0,0 0,0 0,1 0,-1 0,0 0,2 0,28-14,-11 8,-1 2,1 0,0 1,27-1,87 1,-77 4,1200-2,-579 4,-639-2</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8:42.220"/>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1,'0'2,"1"0,-1-1,1 1,-1-1,1 1,-1-1,1 1,0-1,0 0,0 1,-1-1,1 0,1 0,1 3,20 15,-16-13,1 0,1-1,-1 0,1 0,0-1,1 0,16 5,65 12,-47-12,101 16,2-6,186 0,-260-19,-1-3,112-20,135-56,-241 60,0 2,145-11,-65 19,-82 7</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8:49.637"/>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0,'4'4,"1"0,-1 0,1-1,-1 1,1-1,0-1,0 1,1-1,10 4,2-1,32 3,-35-6,140 13,183-6,-255-8,202-3,143 3,-263 16,-5-1,-114-12,0 1,75 20,-69-13,79 9,48-1,-123-13,-6-2</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8:54.249"/>
    </inkml:context>
    <inkml:brush xml:id="br0">
      <inkml:brushProperty name="width" value="0.3" units="cm"/>
      <inkml:brushProperty name="height" value="0.6" units="cm"/>
      <inkml:brushProperty name="color" value="#00FDFF"/>
      <inkml:brushProperty name="tip" value="rectangle"/>
      <inkml:brushProperty name="rasterOp" value="maskPen"/>
      <inkml:brushProperty name="ignorePressure" value="1"/>
    </inkml:brush>
  </inkml:definitions>
  <inkml:trace contextRef="#ctx0" brushRef="#br0">0 277,'254'1,"301"-3,-424-1,-1-7,0-5,-1-6,213-63,-43 2,-254 70,103-29,-107 33</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9:05.559"/>
    </inkml:context>
    <inkml:brush xml:id="br0">
      <inkml:brushProperty name="width" value="0.3" units="cm"/>
      <inkml:brushProperty name="height" value="0.6" units="cm"/>
      <inkml:brushProperty name="color" value="#FFD185"/>
      <inkml:brushProperty name="tip" value="rectangle"/>
      <inkml:brushProperty name="rasterOp" value="maskPen"/>
      <inkml:brushProperty name="ignorePressure" value="1"/>
    </inkml:brush>
  </inkml:definitions>
  <inkml:trace contextRef="#ctx0" brushRef="#br0">0 2,'0'2,"1"-1,-1 1,0-1,1 1,-1-1,1 0,0 1,-1-1,1 0,0 0,0 1,0-1,0 0,0 0,0 0,0 0,0 0,0 0,0-1,2 2,28 13,-10-8,0-2,0 0,0-1,25 2,90-2,-107-3,386-2,-143-1,-201-1,-1-4,85-19,-82 12,136-8,110 23,-115 0,-165-1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9:08.291"/>
    </inkml:context>
    <inkml:brush xml:id="br0">
      <inkml:brushProperty name="width" value="0.3" units="cm"/>
      <inkml:brushProperty name="height" value="0.6" units="cm"/>
      <inkml:brushProperty name="color" value="#FFD185"/>
      <inkml:brushProperty name="tip" value="rectangle"/>
      <inkml:brushProperty name="rasterOp" value="maskPen"/>
      <inkml:brushProperty name="ignorePressure" value="1"/>
    </inkml:brush>
  </inkml:definitions>
  <inkml:trace contextRef="#ctx0" brushRef="#br0">1 74,'331'-14,"-209"-2,47-6,173 0,656 24,-802 14,-63-4,666-1,-484-14,-73 3,-197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9:13.552"/>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38,'0'1,"1"0,-1 0,0-1,0 1,1 0,-1-1,0 1,1-1,-1 1,0 0,1-1,-1 1,1-1,-1 1,1-1,0 1,-1-1,1 1,-1-1,1 0,0 1,-1-1,2 1,19 5,-19-5,28 4,-1 0,1-2,52-2,-46-1,720-14,-552-2,574-26,-733 41,1 3,0 1,62 13,-102-14,64 14,0-2,120 8,-27-22,68 2,-186 2,0 1,0 2,48 15,34 16,111 31,-185-56</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9:14.642"/>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0,'8'7,"0"-1,0 0,1 0,0-1,0 0,0 0,0-1,1-1,-1 1,1-2,14 3,12 1,64 1,178-8,36 2,-283 3,0 1,-1 2,0 1,0 1,41 18,32 10,39 3,-83-23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9:15.451"/>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1,'26'0,"0"1,0 0,0 2,-1 1,31 9,75 33,59 17,-97-44,0-4,142 4,195-20,-275-1,65-1,-167 3</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9:17.301"/>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11 0,'-1'0,"1"0,-1 0,1 0,0 0,-1 0,1 0,-1 0,1 0,0 0,-1 0,1 0,0 1,-1-1,1 0,-1 0,1 0,0 0,-1 1,1-1,0 0,0 0,-1 1,1-1,0 0,-1 0,1 1,0-1,0 0,0 1,-1-1,1 1,1 0,-1-1,0 1,1-1,-1 1,0-1,1 1,-1-1,1 1,-1-1,1 0,-1 1,0-1,1 0,0 1,-1-1,1 0,-1 1,1-1,-1 0,1 0,0 0,-1 0,2 1,24 4,1 0,0-1,0-2,38-1,-14 0,899 4,-540-7,-200 20,-71-3,8 3,-103-10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9:18.799"/>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0,'31'0,"288"13,-80 25,155 15,320-48,-370-8,-270 4,79 10,-118-6,-1 2,0 1,0 2,47 19,-49-15,0-1,1-2,1-2,0-1,0-1,69 3,70-10,-124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9:20.611"/>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0,'53'5,"-1"1,82 22,-84-16,116 22,208 53,-329-74,1-3,0-2,80 5,142-13,-128-3,-54 2,146 2,-187 4,0 1,44 14,-75-17,45 11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24T04:59:22.279"/>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0,'0'1,"0"0,1 0,-1 0,0 0,1-1,-1 1,0 0,1 0,-1-1,1 1,-1 0,1-1,0 1,-1-1,1 1,0 0,-1-1,1 1,0-1,1 1,20 10,-13-8,101 53,56 25,-127-67,0-3,2-1,70 8,39 8,169 47,-231-57,151 6,41-24,55 1,-155 18,36 2,-174-18,-7-1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24.716"/>
    </inkml:context>
    <inkml:brush xml:id="br0">
      <inkml:brushProperty name="width" value="0.05" units="cm"/>
      <inkml:brushProperty name="height" value="0.05" units="cm"/>
    </inkml:brush>
  </inkml:definitions>
  <inkml:trace contextRef="#ctx0" brushRef="#br0">16 1 11867,'-4'4'4272,"-2"13"-3295,4 14-361,-1 27-184,2 17 0,2 20-256,2 5-64,6-3-24,2-4 16,7-20-120,0-13-528</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25.479"/>
    </inkml:context>
    <inkml:brush xml:id="br0">
      <inkml:brushProperty name="width" value="0.05" units="cm"/>
      <inkml:brushProperty name="height" value="0.05" units="cm"/>
    </inkml:brush>
  </inkml:definitions>
  <inkml:trace contextRef="#ctx0" brushRef="#br0">17 194 8106,'1'-6'633,"1"0"0,0 0 0,0 0-1,0 0 1,1 1 0,0-1 0,0 1 0,6-7 0,-3 3-210,1 1 1,1 0-1,0 1 0,11-9 0,-1 3-133,2 0 0,-1 2-1,39-17 1,-48 24-254,0 0 1,0 1-1,1 0 0,-1 0 1,1 1-1,0 1 0,14-1 0,-22 2-27,1 0 0,-1 0 0,0 1 1,0-1-1,1 1 0,-1-1 0,0 1 0,0 0 0,0 1 0,0-1 0,0 0 0,0 1 0,0 0 0,0-1 0,-1 1 0,1 0 0,0 0 0,-1 1 0,0-1 0,0 1 0,1-1 0,-1 1 0,-1 0 0,1-1 0,0 1 0,-1 0 0,3 5 0,-3-2 54,1 0 0,-1 0 0,0 0 0,0 0 0,-1 1 0,0-1 0,0 0 0,0 0 0,-1 0 0,0 0 0,0 0 1,-1 0-1,-2 7 0,-4 9 265,-1-1 0,-14 24 1,22-44-315,-43 76 1051,-108 139 1,151-211-1063,8-7-23,19-11-54,-7 3 30,22-9-105,62-19 1,-87 33 91,0 1 0,0 1 0,1 0 0,-1 1 0,1 1 1,-1 1-1,22 1 0,-35-1 39,1 1 1,0-1 0,-1 1 0,1 0-1,0 0 1,-1 0 0,1 1-1,-1-1 1,0 1 0,1 0-1,-1 0 1,0 0 0,0 0-1,5 4 1,-7-3 11,1-1 1,0 0-1,-1 1 0,0-1 1,1 1-1,-1-1 0,0 1 1,0 0-1,-1-1 0,1 1 0,0 0 1,-1 0-1,0-1 0,1 1 1,-1 5-1,-2 2 40,0 1 0,0 0 0,-1-1-1,0 0 1,-1 1 0,0-1 0,0 0 0,-1-1 0,-7 10 0,-12 17 380,-1-1 1,-2-2-1,-2 0 0,-44 39 1,-145 103 1863,211-170-2227,0 1 8,-1 0 1,-1 0 0,1-1-1,-1 0 1,0 0-1,0-1 1,0 0-1,-20 5 1,29-9-66,-1 1 0,1-1 0,-1 0 0,1 0 0,-1 0 1,1 1-1,-1-1 0,1 0 0,-1 0 0,1 0 0,-1 0 0,0 0 0,1 0 1,-1 0-1,1 0 0,-1-1 0,1 1 0,-1 0 0,1 0 0,-1 0 0,1-1 1,-1 1-1,1 0 0,-1 0 0,1-1 0,-1 1 0,1 0 0,-1-1 0,1 1 1,0-1-1,-1 1 0,1 0 0,0-1 0,-1 1 0,1-1 0,-1 0 0,2-2-118,0 0 0,0 0 0,0 0 0,0 1 0,0-1 0,1 0 0,2-4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26.146"/>
    </inkml:context>
    <inkml:brush xml:id="br0">
      <inkml:brushProperty name="width" value="0.05" units="cm"/>
      <inkml:brushProperty name="height" value="0.05" units="cm"/>
    </inkml:brush>
  </inkml:definitions>
  <inkml:trace contextRef="#ctx0" brushRef="#br0">8 1 9322,'-3'15'3649,"-2"35"-2337,5 20-272,5 25-64,1 13-79,6 15-273,1-11-112,8-8-240,-1-13-64,1-28-96,2-10-384,-2-22-1816</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26.522"/>
    </inkml:context>
    <inkml:brush xml:id="br0">
      <inkml:brushProperty name="width" value="0.05" units="cm"/>
      <inkml:brushProperty name="height" value="0.05" units="cm"/>
    </inkml:brush>
  </inkml:definitions>
  <inkml:trace contextRef="#ctx0" brushRef="#br0">1 182 8234,'8'33'2879,"26"80"2091,-29-100-4546,0-1 1,1 1-1,0-1 0,0-1 1,2 0-1,11 15 0,-18-24-358,1 0-1,0 0 0,0 0 0,0 0 0,0 0 0,0-1 1,1 1-1,-1-1 0,0 1 0,1-1 0,-1 0 0,1 0 1,-1 0-1,1 0 0,0-1 0,-1 1 0,1-1 0,0 1 1,3-1-1,-2-1-2,-1 1 1,1-1-1,-1 0 1,1 0 0,-1 0-1,0-1 1,0 1-1,1-1 1,-1 0-1,0 0 1,0 0-1,5-5 1,2-3 79,0-1-1,-1 0 1,0-1 0,-1 0 0,13-25-1,-13 21-34,0 0-1,-2 0 1,0-1-1,-1 0 1,-1 0-1,0-1 0,1-20 1,-4 28-57,-1 1 0,0 0-1,0 0 1,-1 0 0,0 0 0,0 0 0,-1 0-1,-1 0 1,0 0 0,0 0 0,0 1 0,-1-1-1,0 1 1,-1 0 0,-7-10 0,10 16-52,0-1 1,-1 1-1,1-1 1,-1 1-1,0 0 0,1 0 1,-1 0-1,0 0 1,0 1-1,0-1 1,-1 1-1,-4-2 1,7 3-39,0-1 1,-1 1-1,1 0 1,-1 0-1,1 0 1,0 0 0,-1 0-1,1 0 1,0 0-1,-1 0 1,1 1-1,-1-1 1,1 0-1,0 1 1,0-1-1,-1 1 1,1 0 0,0-1-1,0 1 1,0 0-1,-1 0 1,1 0-1,0-1 1,0 1-1,0 0 1,0 1 0,1-1-1,-1 0 1,0 0-1,0 2 1,-9 25-1527</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26.955"/>
    </inkml:context>
    <inkml:brush xml:id="br0">
      <inkml:brushProperty name="width" value="0.05" units="cm"/>
      <inkml:brushProperty name="height" value="0.05" units="cm"/>
    </inkml:brush>
  </inkml:definitions>
  <inkml:trace contextRef="#ctx0" brushRef="#br0">91 299 6017,'16'-18'4018,"-7"9"-3263,0 0 0,-1-1 1,0 0-1,-1-1 0,0 1 1,10-23-1,-15 27-539,1 0-1,-2-1 1,1 1 0,-1-1-1,0 1 1,0-1-1,0 1 1,-1-1 0,0 1-1,-1-1 1,1 0 0,-1 1-1,-1-1 1,-3-10 0,4 12-97,-2 0 1,1 0 0,0 0 0,-1 1 0,0-1 0,0 1 0,0 0-1,-1 0 1,1 0 0,-1 0 0,0 1 0,0-1 0,0 1 0,0 0-1,-1 0 1,0 1 0,1-1 0,-10-2 0,12 4-96,-1 0 0,1 0 0,-1 0 0,0 1 0,1-1 0,-1 1 1,0-1-1,1 1 0,-1 0 0,0 0 0,0 1 0,1-1 0,-1 1 0,0-1 1,1 1-1,-1 0 0,1 0 0,-1 0 0,1 0 0,-1 0 0,1 0 0,-1 1 0,1-1 1,0 1-1,0 0 0,0 0 0,0-1 0,0 2 0,0-1 0,1 0 0,-1 0 0,1 0 1,-1 1-1,1-1 0,-2 5 0,0 1-10,0 1 0,0-1-1,1 1 1,0-1 0,1 1 0,0 0 0,0 0 0,1 0-1,0-1 1,2 11 0,-1-7-11,2 0 0,-1 0 1,2 1-1,0-2 0,0 1 0,1 0 1,0-1-1,1 0 0,14 20 0,-16-25 8,2 0-1,-1 0 0,0-1 1,1 1-1,0-1 0,0-1 1,1 1-1,0-1 0,-1 0 1,1 0-1,0-1 1,1 0-1,-1 0 0,1-1 1,-1 0-1,1 0 0,9 0 1,-6 0 82,0-2-1,0 0 1,-1 0 0,1-1 0,0 0 0,0-1 0,0 0-1,-1-1 1,21-8 0,-26 9-126,-1 0 1,1-1-1,-1 0 0,1 0 1,-1 0-1,0 0 1,0-1-1,0 0 0,-1 1 1,1-1-1,-1 0 0,0-1 1,0 1-1,0-1 0,-1 1 1,0-1-1,0 0 0,0 0 1,0 0-1,-1 0 0,1 0 1,0-9-1,1-19-3029</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27.377"/>
    </inkml:context>
    <inkml:brush xml:id="br0">
      <inkml:brushProperty name="width" value="0.05" units="cm"/>
      <inkml:brushProperty name="height" value="0.05" units="cm"/>
    </inkml:brush>
  </inkml:definitions>
  <inkml:trace contextRef="#ctx0" brushRef="#br0">243 13 10906,'-5'-3'1172,"-1"1"0,1 1-1,-1-1 1,0 1 0,0 0-1,0 0 1,-6 0 0,6 1-961,0 0 1,1 1-1,-1 0 1,0 0-1,0 1 1,1-1-1,-1 1 1,1 0 0,-1 1-1,1 0 1,-6 3-1,9-5-178,1 0 0,-1 0-1,1 0 1,0 0 0,-1 0 0,1 0 0,0 0-1,0 1 1,0-1 0,0 0 0,0 1-1,0-1 1,0 1 0,0-1 0,-1 3-1,2-3-27,0 1 0,0-1 0,0 0 0,0 0 0,0 0 0,1 0 0,-1 1 0,0-1 0,1 0 0,-1 0-1,0 0 1,1 0 0,-1 0 0,1 0 0,0 0 0,-1 0 0,1 0 0,0 0 0,-1 0 0,1 0 0,0 0 0,0-1 0,0 1-1,0 0 1,2 0 0,15 12-39,1-2-1,38 17 1,-40-20 39,1 0 0,-2 1-1,1 1 1,-1 0 0,20 18 0,-30-22-2,0 0 0,0 1 0,-1-1 0,0 1-1,0 0 1,0 0 0,-1 1 0,0-1 0,-1 1 0,0 0 0,0 0 0,-1 0 0,3 12 0,-4-9 7,0 1 1,-1 0-1,0-1 0,-1 1 0,0 0 0,-1-1 0,0 1 1,-7 19-1,-1-4 51,-2 0 1,-1-1-1,-1-1 0,-1 0 1,-1-1-1,-1 0 0,-21 21 1,20-25 44,-1-1 1,-1-1 0,-24 18-1,36-30-79,-1 0 0,1-1 0,-1 0 0,0 0 0,0-1 0,0-1 0,-1 1 0,1-1 1,-1-1-1,0 0 0,-14 1 0,24-2-40,-1-1 1,1 0-1,0 0 1,-1 0-1,1 0 0,-1 0 1,1 0-1,-1 0 1,1 0-1,-1 0 1,1 0-1,-1 0 1,1 0-1,-1 0 1,1 0-1,-1 0 1,1 0-1,-1 0 1,1 0-1,-1-1 1,1 1-1,0 0 1,-1 0-1,1-1 0,-1 1 1,1 0-1,0-1 1,-1 1-1,1 0 1,0-1-1,-1 1 1,1 0-1,0-1 1,0 1-1,-1-1 1,1 1-1,0 0 1,0-1-1,0 1 1,0-1-1,-1 1 1,1-1-1,0 1 0,0-1 1,0 1-1,0-1 1,0 1-1,0-1 1,0 1-1,0-1 1,0 1-1,1-1 1,-1 1-1,0-1 1,0 0-1,3-19-963</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27.729"/>
    </inkml:context>
    <inkml:brush xml:id="br0">
      <inkml:brushProperty name="width" value="0.05" units="cm"/>
      <inkml:brushProperty name="height" value="0.05" units="cm"/>
    </inkml:brush>
  </inkml:definitions>
  <inkml:trace contextRef="#ctx0" brushRef="#br0">1 317 11763,'0'-28'4600,"0"-35"-3167,12 1-521,4 2-424,8 6-192,11 23-168,0 12-240,-2 19-976,2 14-912</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28.072"/>
    </inkml:context>
    <inkml:brush xml:id="br0">
      <inkml:brushProperty name="width" value="0.05" units="cm"/>
      <inkml:brushProperty name="height" value="0.05" units="cm"/>
    </inkml:brush>
  </inkml:definitions>
  <inkml:trace contextRef="#ctx0" brushRef="#br0">45 88 9002,'0'0'239,"-1"0"0,1-1 0,-1 1 0,0-1 1,1 1-1,-1 0 0,1 0 0,-1-1 0,0 1 0,1 0 0,-1 0 0,0 0 0,1-1 1,-1 1-1,0 0 0,1 0 0,-1 0 0,0 0 0,1 1 0,-1-1 0,0 0 0,1 0 1,-1 0-1,0 0 0,1 1 0,-1-1 0,0 0 0,0 1 0,0 0-46,-1 1 0,1-1 0,0 0 0,0 1 0,0-1 0,0 1 0,0-1 0,1 1 0,-1-1 0,0 1 0,0 2 0,-2 9-290,0 0-1,-1 21 1,2-21 728,1-2-536,1 0 0,0 0 0,0 0 0,1 0 0,0 0 0,7 22-1,-7-28-59,1 0 0,0-1-1,0 1 1,0 0-1,0-1 1,1 0 0,6 8-1,-7-10-13,-1 0 0,1 0 0,0-1 0,0 1 0,0-1 0,0 1 0,1-1 0,-1 0 0,0 0 0,1 0 0,-1 0 0,0 0-1,1 0 1,-1-1 0,1 1 0,3-1 0,-3 0 10,0 0-1,0-1 1,0 0-1,0 1 0,0-1 1,0-1-1,0 1 1,0 0-1,0-1 0,0 1 1,-1-1-1,1 0 1,0 0-1,-1 0 0,0 0 1,1 0-1,-1 0 1,0-1-1,0 1 1,0-1-1,-1 0 0,1 1 1,2-6-1,1-3 81,1-1-1,-2 1 1,1-1 0,4-22-1,-7 19 39,-1 1 0,0-1 0,-1 0 0,0 1 0,-2-1 0,1 0 0,-2 1 0,0-1 0,-1 1 0,0 0 0,-1 0 0,-11-22 0,11 29 142,6 14-125,6 16-39,2-5-97,0-1 0,0 0 1,2 0-1,0-1 0,16 18 0,0-4-497,48 39 1,-70-64 334,-3-3-17,1 0 0,-1 1 0,1-1 0,0 0 0,-1-1 0,1 1 1,0 0-1,0-1 0,0 0 0,0 1 0,0-1 0,0 0 0,5 0 0,14-1-1466</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28.413"/>
    </inkml:context>
    <inkml:brush xml:id="br0">
      <inkml:brushProperty name="width" value="0.05" units="cm"/>
      <inkml:brushProperty name="height" value="0.05" units="cm"/>
    </inkml:brush>
  </inkml:definitions>
  <inkml:trace contextRef="#ctx0" brushRef="#br0">292 0 10946,'-14'3'7062,"-9"9"-4418,13-7-1454,-16 9 578,-37 25 0,56-34-1669,0 0 1,1 1 0,-1-1 0,1 1 0,1 1 0,-1-1 0,1 1 0,0 0-1,-8 15 1,12-20-102,0 0-1,0 0 0,1 0 1,-1 1-1,1-1 1,-1 0-1,1 1 0,0-1 1,0 0-1,0 1 1,0-1-1,0 0 0,1 1 1,-1-1-1,1 0 1,-1 0-1,1 1 0,0-1 1,0 0-1,0 0 0,0 0 1,0 0-1,1 0 1,-1 0-1,0 0 0,1-1 1,0 1-1,2 2 1,5 3-21,1 0 0,0 0 1,0-1-1,17 8 1,4 3 36,-26-14-9,0 0 1,0 1-1,0-1 1,0 1-1,-1 0 1,0 1 0,0-1-1,4 6 1,-7-9 0,0 1 0,0 0 0,0 0 0,0 0 0,-1-1 0,1 1 0,-1 0 0,1 0 1,-1 0-1,0 0 0,1 0 0,-1 0 0,0 0 0,0 0 0,-1 0 0,1 0 0,0 0 0,-1 0 0,1 0 1,-1-1-1,1 1 0,-1 0 0,0 0 0,0 0 0,0-1 0,0 1 0,0 0 0,-2 1 0,-5 6 60,0-1 0,0 0-1,-1 0 1,0-1 0,-1 0-1,0 0 1,-16 7-1,7-5 41,0 0 0,0-1 0,-28 6 0,42-12-165,-1-1 0,0 0 0,0 0 0,0-1 0,-10 0 0,11-3 122</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28.757"/>
    </inkml:context>
    <inkml:brush xml:id="br0">
      <inkml:brushProperty name="width" value="0.05" units="cm"/>
      <inkml:brushProperty name="height" value="0.05" units="cm"/>
    </inkml:brush>
  </inkml:definitions>
  <inkml:trace contextRef="#ctx0" brushRef="#br0">142 4 11899,'6'-3'7187,"-4"7"-4239,-5 10-978,-1-8-1576,0 0 0,0 0 0,0-1 0,-1 0 0,1 1 0,-12 7 0,12-9-333,-1 0 0,1 0 0,-1 1 0,1-1 0,1 1 0,-1 0 0,1 0 0,-1 0 0,-3 10 1,6-13-62,1 0 0,-1-1 0,1 1 0,0 0 0,0 0 0,0-1 0,0 1 0,0 0 0,0-1 0,1 1 1,-1 0-1,1 0 0,-1-1 0,1 1 0,-1 0 0,1-1 0,0 1 0,0-1 0,0 1 0,0-1 0,0 1 1,0-1-1,2 2 0,3 3-12,0-1 1,1 0 0,13 8-1,-5-2 3,-8-6 10,0 0 0,-1 0 0,0 0 0,0 1-1,-1 0 1,0 1 0,0-1 0,0 1 0,-1 0-1,0 0 1,5 10 0,-7-11 29,-1 0 1,1 0-1,-1 0 0,0 0 0,0 1 1,-1-1-1,0 0 0,0 0 0,0 1 0,-1-1 1,0 0-1,0 0 0,-1 0 0,1 0 1,-5 9-1,3-8 61,-1 1 0,0-1 0,0 0 0,-1 0 0,0-1-1,0 0 1,0 1 0,-1-2 0,0 1 0,0-1 0,-11 7 0,4-3 42,-1-1 0,0-1-1,-1 0 1,-27 9 0,17-9 536</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34.242"/>
    </inkml:context>
    <inkml:brush xml:id="br0">
      <inkml:brushProperty name="width" value="0.05" units="cm"/>
      <inkml:brushProperty name="height" value="0.05" units="cm"/>
    </inkml:brush>
  </inkml:definitions>
  <inkml:trace contextRef="#ctx0" brushRef="#br0">265 4 7698,'-21'-3'3632,"-24"9"-1263,-2 16-945,3 20-768,-1 11-31,14 17-217,5 14-136,21 10-176,10 3-48,18-15-48,11-19 8,15-27 72,14-18 104,15-27-560,-1-25 792</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34.634"/>
    </inkml:context>
    <inkml:brush xml:id="br0">
      <inkml:brushProperty name="width" value="0.05" units="cm"/>
      <inkml:brushProperty name="height" value="0.05" units="cm"/>
    </inkml:brush>
  </inkml:definitions>
  <inkml:trace contextRef="#ctx0" brushRef="#br0">0 0 8434,'38'289'5438,"-22"-208"-4758,37 114 1,-42-165-348,0-2 0,22 41 1,-27-60-209,-1 1 1,1-1 0,1-1 0,0 1 0,0-1 0,0 0 0,1-1 0,0 0-1,1 0 1,10 6 0,-17-12-74,-1 0-1,1 0 1,0 0-1,-1 0 1,1-1-1,0 1 1,-1-1-1,1 1 1,0-1-1,0 0 1,0 1-1,0-1 1,-1 0 0,1 0-1,3-1 1,-4 1-6,0-1 0,0 1 1,0-1-1,0 0 1,0 1-1,0-1 1,0 0-1,0 0 0,0 0 1,0 0-1,0 0 1,-1 0-1,1 0 1,0 0-1,-1 0 0,1 0 1,-1 0-1,1 0 1,-1-1-1,1 1 1,-1 0-1,1-3 0,1-9 326,0-1 0,-1 0-1,0 0 1,-3-21-1,2 19 68,-1 0 1,5-29-1,-4 44-425,0 0-1,0 0 1,0 1 0,0-1-1,0 0 1,0 1 0,0-1-1,0 0 1,1 1 0,-1-1-1,0 0 1,1 1 0,-1-1-1,0 1 1,1-1 0,-1 1-1,1-1 1,-1 0 0,1 1-1,-1 0 1,1-1 0,-1 1-1,2-1 1,-2 1-11,1 0 1,0 0-1,-1 0 1,1 0-1,0 0 1,-1 1-1,1-1 0,-1 0 1,1 0-1,-1 1 1,1-1-1,-1 0 0,1 1 1,-1-1-1,1 1 1,-1-1-1,1 1 0,-1-1 1,1 1-1,-1 0 1,20 31-61,-19-30 39,7 16-132,1 0 0,1-1-1,1 0 1,14 18-1,-6-16-942</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34.991"/>
    </inkml:context>
    <inkml:brush xml:id="br0">
      <inkml:brushProperty name="width" value="0.05" units="cm"/>
      <inkml:brushProperty name="height" value="0.05" units="cm"/>
    </inkml:brush>
  </inkml:definitions>
  <inkml:trace contextRef="#ctx0" brushRef="#br0">133 324 11154,'11'-1'4297,"8"0"-3048,2 4-665,-4 13-216,2 13-184,-7 27-72,1 5-384</inkml:trace>
  <inkml:trace contextRef="#ctx0" brushRef="#br0" timeOffset="1">1 1 6481,'9'8'2305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35.393"/>
    </inkml:context>
    <inkml:brush xml:id="br0">
      <inkml:brushProperty name="width" value="0.05" units="cm"/>
      <inkml:brushProperty name="height" value="0.05" units="cm"/>
    </inkml:brush>
  </inkml:definitions>
  <inkml:trace contextRef="#ctx0" brushRef="#br0">33 1 10698,'-7'0'4177,"-2"4"-2881,-3 3-543,7 11-233,5 8-56,6 14-16,7 6-80,3 2-128,4 3-56,-2-15-48,1-13 8,6-15 64,-2-15 24,3-20-112,1-4-440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35.781"/>
    </inkml:context>
    <inkml:brush xml:id="br0">
      <inkml:brushProperty name="width" value="0.05" units="cm"/>
      <inkml:brushProperty name="height" value="0.05" units="cm"/>
    </inkml:brush>
  </inkml:definitions>
  <inkml:trace contextRef="#ctx0" brushRef="#br0">10 1 6881,'-3'1'3913,"-4"-1"-312,10 20-2097,3 13-391,9 32-265,9 16-136,2 13-264,5 3-80,-3-15-24,-4-8-312,0-15-1072,-8-15-1000</inkml:trace>
  <inkml:trace contextRef="#ctx0" brushRef="#br0" timeOffset="1">203 430 7338,'18'10'3792,"8"4"-831,8 8-1857,5 0-184,-8 5-479,-2 3-49,-7 0-328,-5-5-312</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36.142"/>
    </inkml:context>
    <inkml:brush xml:id="br0">
      <inkml:brushProperty name="width" value="0.05" units="cm"/>
      <inkml:brushProperty name="height" value="0.05" units="cm"/>
    </inkml:brush>
  </inkml:definitions>
  <inkml:trace contextRef="#ctx0" brushRef="#br0">0 174 10226,'13'-11'4193,"20"-10"-2385,4-6-495,5 0-241,3-2-256,-6 4-384,-2 7-376,-15 2-1280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36.548"/>
    </inkml:context>
    <inkml:brush xml:id="br0">
      <inkml:brushProperty name="width" value="0.05" units="cm"/>
      <inkml:brushProperty name="height" value="0.05" units="cm"/>
    </inkml:brush>
  </inkml:definitions>
  <inkml:trace contextRef="#ctx0" brushRef="#br0">60 175 7426,'2'-3'602,"1"1"1,-1 0 0,1-1-1,-1 1 1,0-1 0,0 1-1,0-1 1,0 0 0,0 0 0,-1 0-1,1 0 1,0-4 0,0 2-293,-1 0 0,0-1 0,0 1 1,0 0-1,-1-1 0,0 1 1,0-9-1,0 10-244,-1 0 0,1 0 0,-1-1 1,0 1-1,0 0 0,0 0 0,-1 0 0,1 0 0,-1 0 1,0 1-1,0-1 0,-1 0 0,1 1 0,-1-1 0,1 1 1,-1 0-1,0 0 0,0 0 0,-1 0 0,1 1 1,-5-3-1,7 4-52,0 1 0,0-1 0,0 1 0,0 0 0,0-1 0,0 1 0,0 0 0,-1 0 0,1 0 0,0-1 0,0 1 0,0 1 0,0-1 0,-1 0 0,1 0 0,0 0 0,0 0 0,0 1 0,0-1 0,0 1 0,0-1 0,0 1 0,0-1 0,0 1 0,0 0 0,0-1 0,0 1 1,0 0-1,0 0 0,1-1 0,-1 1 0,0 0 0,0 0 0,1 0 0,-1 0 0,1 0 0,-1 0 0,1 0 0,-1 0 0,1 1 0,0-1 0,-1 0 0,1 0 0,0 1 0,-2 5 2,1-1-1,0 1 1,0 0-1,1-1 1,-1 1-1,3 12 1,2 4 6,2 1 1,1-1-1,0-1 1,2 1-1,1-1 1,0-1-1,19 29 1,-26-46-3,-1 0 1,1 0-1,0-1 1,1 1 0,-1 0-1,0-1 1,1 0-1,0 0 1,0 0-1,0 0 1,0-1-1,0 0 1,1 1-1,5 1 1,-7-4 33,0 1-1,1-1 1,-1 0 0,0 0 0,0 0 0,1 0 0,-1 0 0,0-1 0,0 0 0,0 1 0,0-1 0,0 0 0,0-1 0,0 1 0,0 0 0,0-1 0,0 0 0,0 0 0,-1 0-1,1 0 1,-1 0 0,4-4 0,10-13 404,0-2 0,0 0-1,-2 0 1,21-45 0,-9 19 71,13-17 375,-38 63-893,-1 0 0,1 0-1,0 1 1,-1-1-1,1 0 1,0 0 0,0 1-1,-1-1 1,1 0-1,0 1 1,0-1 0,0 1-1,0-1 1,0 1-1,0-1 1,0 1 0,-1 0-1,1-1 1,0 1-1,2 0 1,-2 0-9,-1 0 0,1 0 0,0 1 0,0-1 0,0 0 1,-1 1-1,1-1 0,0 0 0,0 1 0,-1-1 0,1 1 0,0-1 0,-1 1 0,1 0 0,-1-1 0,1 1 0,-1 0 0,1-1 1,0 2-1,2 3-12,0 1 0,-1 0 1,1 0-1,2 12 0,7 35 15,-7-30-198,1-1 1,0 0-1,18 40 1,-15-44 1478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36.939"/>
    </inkml:context>
    <inkml:brush xml:id="br0">
      <inkml:brushProperty name="width" value="0.05" units="cm"/>
      <inkml:brushProperty name="height" value="0.05" units="cm"/>
    </inkml:brush>
  </inkml:definitions>
  <inkml:trace contextRef="#ctx0" brushRef="#br0">9 176 12331,'35'35'5354,"-17"-15"-4928,-1 0 0,17 25 0,-22-27-270,0 1 0,-1 1 0,0-1 0,-2 2 0,0-1 0,-2 1 0,0 0 0,7 41 0,-14-58-136,1 0 0,-1 1 0,0-1 0,0 0 0,-1 0 0,1 1 0,-1-1 0,0 0 0,0 0 0,0 0 0,0 0 0,-1 0 0,0 0 0,-3 5 0,4-8-31,0 1 1,-1-1-1,1 1 0,-1-1 0,0 0 1,1 0-1,-1 1 0,0-1 1,0-1-1,0 1 0,1 0 1,-1 0-1,0-1 0,0 1 0,0-1 1,0 1-1,0-1 0,-1 0 1,1 0-1,0 0 0,0 0 0,0 0 1,0 0-1,0-1 0,0 1 1,0-1-1,0 0 0,0 1 0,0-1 1,0 0-1,-2-2 0,-4-1-30,0-1-1,0 1 0,1-2 0,0 1 1,0-1-1,0 0 0,1 0 0,0-1 1,0 0-1,1 0 0,-1-1 1,2 1-1,-1-1 0,1 0 0,0 0 1,1-1-1,-5-16 0,2 3 4,1-1 0,1 0 0,2 0 0,0 0 0,2-44 0,2 48 40,-1 0 0,2 0-1,1 0 1,0 0-1,2 1 1,0-1-1,15-31 1,-18 44 49,1 0 0,0 0 0,0 0 0,0 0 0,0 0 0,1 1 0,0 0 0,0 0 0,1 0 0,-1 1 0,1-1 0,0 1 0,0 1 0,1-1 1,-1 1-1,1 0 0,-1 1 0,1-1 0,0 1 0,0 1 0,0-1 0,0 1 0,14 0 0,-15 1-5,0 0-1,0 1 0,0 0 1,0 0-1,0 0 1,0 1-1,0 0 1,0 0-1,0 0 1,-1 1-1,1 0 0,-1 0 1,1 0-1,-1 1 1,-1 0-1,1 0 1,0 0-1,-1 0 1,0 1-1,0 0 1,0 0-1,0 0 0,-1 0 1,0 0-1,0 1 1,-1-1-1,1 1 1,2 9-1,-1 1 11,0-1-1,-1 1 0,-1 0 1,0-1-1,-1 1 0,-1 0 1,-1 0-1,0 0 0,-1 0 1,-4 18-1,-6 10-495,-4-12-393</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37.330"/>
    </inkml:context>
    <inkml:brush xml:id="br0">
      <inkml:brushProperty name="width" value="0.05" units="cm"/>
      <inkml:brushProperty name="height" value="0.05" units="cm"/>
    </inkml:brush>
  </inkml:definitions>
  <inkml:trace contextRef="#ctx0" brushRef="#br0">0 305 7650,'9'23'2960,"10"23"-2088,4 0-231,5 3 71,-4-8-368</inkml:trace>
  <inkml:trace contextRef="#ctx0" brushRef="#br0" timeOffset="1">3 1 9602,'17'10'3305,"12"14"-4401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37.764"/>
    </inkml:context>
    <inkml:brush xml:id="br0">
      <inkml:brushProperty name="width" value="0.05" units="cm"/>
      <inkml:brushProperty name="height" value="0.05" units="cm"/>
    </inkml:brush>
  </inkml:definitions>
  <inkml:trace contextRef="#ctx0" brushRef="#br0">35 406 11514,'-9'0'4689,"-9"3"-2832,10 7-673,9 5-456,5 2-176,11 6-256,7 3-47,3-4-113,7 0-32,-6-13 8,-1-4 8,-3-8 32,-6-8-104,-7-10-737,-6-3-503</inkml:trace>
  <inkml:trace contextRef="#ctx0" brushRef="#br0" timeOffset="1">211 0 12211,'-1'22'4297,"1"30"-3545,5 7-136,8 12 72,2 6-32,2-2-176,0-4-176,2-14-1248</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38.102"/>
    </inkml:context>
    <inkml:brush xml:id="br0">
      <inkml:brushProperty name="width" value="0.05" units="cm"/>
      <inkml:brushProperty name="height" value="0.05" units="cm"/>
    </inkml:brush>
  </inkml:definitions>
  <inkml:trace contextRef="#ctx0" brushRef="#br0">0 145 7162,'9'11'4120,"11"10"-63,3 1-1904,7-3-697,-4 0-296,-3-4-480,0-4-215,-5-11-353,1-3-144,-7-10-465,-2 2-351,-17-7-1200</inkml:trace>
  <inkml:trace contextRef="#ctx0" brushRef="#br0" timeOffset="1">2 134 11122,'10'-11'4929,"10"-13"-2408,6-1-473,5 2-655,-4 2-457,1 5-728,-6 3-624</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38.465"/>
    </inkml:context>
    <inkml:brush xml:id="br0">
      <inkml:brushProperty name="width" value="0.05" units="cm"/>
      <inkml:brushProperty name="height" value="0.05" units="cm"/>
    </inkml:brush>
  </inkml:definitions>
  <inkml:trace contextRef="#ctx0" brushRef="#br0">104 522 10058,'4'1'4297,"6"5"-2417,3-1-367,5 14-769,-2 1-240,-3 11-544,-3 4-416</inkml:trace>
  <inkml:trace contextRef="#ctx0" brushRef="#br0" timeOffset="1">0 0 9138,'6'10'3305,"1"3"-2273,13 13-1184,7 10 104,4 12-968</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38.805"/>
    </inkml:context>
    <inkml:brush xml:id="br0">
      <inkml:brushProperty name="width" value="0.05" units="cm"/>
      <inkml:brushProperty name="height" value="0.05" units="cm"/>
    </inkml:brush>
  </inkml:definitions>
  <inkml:trace contextRef="#ctx0" brushRef="#br0">6 228 8626,'-1'-16'4241,"-3"-23"-1041,4 0-943,0-4-465,1 3-215,9 13-553,5 7-304,1 17-464,2 8-144,2 15-136,-4 9 0,1 10 32,-1 3 8,-1 0 72,0-9-176,1-12-816,2-6-1393</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39.132"/>
    </inkml:context>
    <inkml:brush xml:id="br0">
      <inkml:brushProperty name="width" value="0.05" units="cm"/>
      <inkml:brushProperty name="height" value="0.05" units="cm"/>
    </inkml:brush>
  </inkml:definitions>
  <inkml:trace contextRef="#ctx0" brushRef="#br0">6 0 13747,'1'3'5385,"-1"5"-3545,-1 4-615,-2 5-513,2 6-144,0 7-256,3 1 736</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44.209"/>
    </inkml:context>
    <inkml:brush xml:id="br0">
      <inkml:brushProperty name="width" value="0.05" units="cm"/>
      <inkml:brushProperty name="height" value="0.05" units="cm"/>
    </inkml:brush>
  </inkml:definitions>
  <inkml:trace contextRef="#ctx0" brushRef="#br0">17 479 2553,'-1'-9'8107,"1"-4"-3431,2-39-2750,1 1-1111,-14-152 648,1 76-865,13 108-487,-3 18-108,0 1-1,0 0 1,0 0-1,0 0 1,0-1-1,0 1 0,1 0 1,-1 0-1,0 0 1,0-1-1,0 1 1,0 0-1,1 0 0,-1 0 1,0 0-1,0-1 1,1 1-1,-1 0 1,0 0-1,0 0 1,1 0-1,-1 0 0,0 0 1,0 0-1,1 0 1,-1 0-1,0 0 1,0 0-1,1 0 0,-1 0 1,0 0-1,0 0 1,1 0-1,-1 0 1,0 0-1,3 2 4,0 0-1,-1 0 1,1 0-1,-1 0 1,0 0-1,0 0 1,0 1-1,0-1 1,3 6-1,100 172 136,-20-28-618,-44-92-583</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44.547"/>
    </inkml:context>
    <inkml:brush xml:id="br0">
      <inkml:brushProperty name="width" value="0.05" units="cm"/>
      <inkml:brushProperty name="height" value="0.05" units="cm"/>
    </inkml:brush>
  </inkml:definitions>
  <inkml:trace contextRef="#ctx0" brushRef="#br0">1 0 8850,'9'2'3257,"13"4"-2233,4-7-720,13-3 232,1 1-8</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44.920"/>
    </inkml:context>
    <inkml:brush xml:id="br0">
      <inkml:brushProperty name="width" value="0.05" units="cm"/>
      <inkml:brushProperty name="height" value="0.05" units="cm"/>
    </inkml:brush>
  </inkml:definitions>
  <inkml:trace contextRef="#ctx0" brushRef="#br0">78 9 9066,'-12'-3'4369,"-13"-2"-1280,3 5-1313,11 10-872,3 9-256,13 15-488,7 6-80,12 5 0,5-5 0,9-7-616,5-7-544</inkml:trace>
  <inkml:trace contextRef="#ctx0" brushRef="#br0" timeOffset="1">265 111 11562,'-9'31'5259,"7"-1"-3582,3-27-1639,-1 0 0,1-1 1,-1 1-1,1 0 1,0-1-1,0 1 0,0-1 1,0 1-1,0-1 0,1 0 1,-1 0-1,1 1 0,0-1 1,-1 0-1,1 0 0,0 0 1,0-1-1,0 1 0,0 0 1,1-1-1,1 2 0,0-1 2,0 0 0,0-1 0,0 1 0,0-1 0,0 0 0,0 0 0,0 0 0,1-1 0,-1 0 0,0 1 0,0-1 0,1-1-1,-1 1 1,0-1 0,0 1 0,0-1 0,0 0 0,0-1 0,7-2 0,-9 3 9,1 0 1,-1-1 0,0 1-1,0 0 1,0-1-1,0 1 1,0-1-1,0 0 1,-1 0-1,1 1 1,0-1 0,-1 0-1,1-1 1,-1 1-1,0 0 1,0 0-1,0-1 1,0 1-1,0 0 1,0-1 0,-1 1-1,1-1 1,-1 1-1,0-1 1,0 1-1,1-1 1,-2 1-1,1-1 1,0 1-1,0-1 1,-1 1 0,1-1-1,-3-4 1,1 2 78,-1 0 0,0 0 0,0 0 0,0 1 1,0-1-1,-1 1 0,0 0 0,0 0 0,0 0 1,0 0-1,0 1 0,-1-1 0,-5-2 0,-10-5 78,-36-16 0,53 26-207,-10-3-151,13 3 125,0 1-1,-1 0 1,1 0 0,0 0 0,0 0-1,0 0 1,-1 0 0,1 0-1,0 0 1,0 0 0,-1 0-1,1 0 1,0-1 0,0 1 0,0 0-1,-1 1 1,1-1 0,0 0-1,0 0 1,-1 0 0,1 0-1,0 0 1,0 0 0,0 0-1,-1 0 1,1 0 0,0 0 0,0 0-1,0 0 1,0 1 0,-1-1-1,1 0 1,0 0 0,0 0-1,0 0 1,0 1 0,-1-1 0,1 0-1,0 0 1,0 0 0,0 1-1,0-1 1,0 0 0,0 0-1,0 0 1,0 1 0,0-1-1,5 10-1527</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45.266"/>
    </inkml:context>
    <inkml:brush xml:id="br0">
      <inkml:brushProperty name="width" value="0.05" units="cm"/>
      <inkml:brushProperty name="height" value="0.05" units="cm"/>
    </inkml:brush>
  </inkml:definitions>
  <inkml:trace contextRef="#ctx0" brushRef="#br0">0 93 9890,'10'4'7386,"7"10"-6441,-9-7-169,-5-4-597,13 10 537,2 0 0,26 15 0,-40-25-669,-1-1-1,1 0 1,0 0 0,0 0 0,1-1 0,-1 0 0,0 1 0,0-2 0,1 1 0,-1 0 0,1-1 0,-1 0 0,0 0 0,1 0 0,-1 0 0,1-1 0,-1 0-1,8-2 1,-10 2-18,0 0-1,0 0 0,0 0 0,0 0 0,0 0 1,-1-1-1,1 1 0,0-1 0,-1 1 1,1-1-1,-1 0 0,1 0 0,-1 1 0,0-1 1,0 0-1,0 0 0,0 0 0,1-4 0,-1 2 16,0 1 0,-1-1 0,0 0 0,0 1 0,0-1 0,0 0-1,0 1 1,-1-1 0,1 0 0,-3-4 0,-1-4 26,0 1 0,-1 0 1,0 1-1,-1-1 0,-12-16 1,-3 4-1082,18 19-501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45.670"/>
    </inkml:context>
    <inkml:brush xml:id="br0">
      <inkml:brushProperty name="width" value="0.05" units="cm"/>
      <inkml:brushProperty name="height" value="0.05" units="cm"/>
    </inkml:brush>
  </inkml:definitions>
  <inkml:trace contextRef="#ctx0" brushRef="#br0">54 299 11995,'-3'-12'7015,"-3"-1"-3448,6 12-3516,0 1 1,0-1-1,-1 1 1,1-1-1,0 1 0,0-1 1,-1 1-1,1 0 0,0-1 1,0 1-1,-1 0 0,1-1 1,0 1-1,-1 0 0,1-1 1,-1 1-1,1 0 0,0 0 1,-1-1-1,1 1 1,-1 0-1,1 0 0,-1 0 1,1 0-1,-1-1 0,1 1 1,-1 0-1,1 0 0,-1 0 1,1 0-1,0 0 0,-1 0 1,1 0-1,-1 0 0,1 1 1,-1-1-1,1 0 1,-1 0-1,1 0 0,-1 0 1,1 1-1,0-1 0,-1 0 1,1 0-1,-1 1 0,1-1 1,0 0-1,-1 1 0,1-1 1,-1 1-1,1 0-43,-1-1 1,1 1-1,0 0 0,-1 0 0,1 0 1,0 0-1,0-1 0,0 1 1,0 0-1,-1 0 0,1 0 0,0 0 1,1 0-1,-1-1 0,0 1 1,0 0-1,0 0 0,0 0 0,1 0 1,-1 0-1,1 1 0,9 18-86,-8-16 74,1 0-6,14 25-18,13 33 1,-26-53 42,0 1 0,-1 0 1,0 0-1,-1 0 0,0 1 0,-1-1 0,1 19 0,-2-27-5,0 1 0,0-1-1,-1 1 1,1-1 0,-1 1 0,1-1-1,-1 0 1,0 1 0,0-1 0,0 0 0,0 1-1,0-1 1,-1 0 0,1 0 0,-1 0-1,1 0 1,-1 0 0,0 0 0,-3 2 0,2-2-17,0 0 1,-1 0-1,1-1 1,-1 1-1,1-1 1,-1 0 0,0 0-1,1 0 1,-1-1-1,0 1 1,0-1 0,-5 0-1,-9-4-580,3-8-373</inkml:trace>
  <inkml:trace contextRef="#ctx0" brushRef="#br0" timeOffset="1">112 54 13891,'1'-8'5113,"9"-8"-3953,4 0-79,11 5-233,0 9-144,5 25-352,2 17-192,-7 25-120,-1 11 8,-15 6-48,-2 3-144,-7-11-664,-1-7-488,3-26-1105</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46.027"/>
    </inkml:context>
    <inkml:brush xml:id="br0">
      <inkml:brushProperty name="width" value="0.05" units="cm"/>
      <inkml:brushProperty name="height" value="0.05" units="cm"/>
    </inkml:brush>
  </inkml:definitions>
  <inkml:trace contextRef="#ctx0" brushRef="#br0">0 1 9306,'16'0'3401,"15"0"-2609,11 2 80,4 1 104,-6-3-152,-2 0-335,-3-2-201,-7 0-168,2 2-8,-10 0-8,-4 2 8,-6 11-40,-6 3 40,-4 9-376,0 5 856</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46.400"/>
    </inkml:context>
    <inkml:brush xml:id="br0">
      <inkml:brushProperty name="width" value="0.05" units="cm"/>
      <inkml:brushProperty name="height" value="0.05" units="cm"/>
    </inkml:brush>
  </inkml:definitions>
  <inkml:trace contextRef="#ctx0" brushRef="#br0">0 2 7970,'5'-2'2776,"12"6"-2408,5 9-384,16 18-8,5 13 40</inkml:trace>
  <inkml:trace contextRef="#ctx0" brushRef="#br0" timeOffset="1.02">427 231 10994,'-3'2'4553,"-9"2"-2792,7 11-753,10 17-440,2-2 0,15 7 152,5-5-40,7-8-143,3-5-81,0-13-96,0-4 8,-4-10-144,-2-5 1848</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46.975"/>
    </inkml:context>
    <inkml:brush xml:id="br0">
      <inkml:brushProperty name="width" value="0.05" units="cm"/>
      <inkml:brushProperty name="height" value="0.05" units="cm"/>
    </inkml:brush>
  </inkml:definitions>
  <inkml:trace contextRef="#ctx0" brushRef="#br0">27 0 12315,'-1'10'4889,"-3"3"-2873,4 23-1544,-12 9-56,5 11-176,4 5-352</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47.422"/>
    </inkml:context>
    <inkml:brush xml:id="br0">
      <inkml:brushProperty name="width" value="0.05" units="cm"/>
      <inkml:brushProperty name="height" value="0.05" units="cm"/>
    </inkml:brush>
  </inkml:definitions>
  <inkml:trace contextRef="#ctx0" brushRef="#br0">1 1 9762,'5'5'1002,"-1"1"-1,1-1 1,-1 1 0,0 0-1,-1 0 1,4 8-1,13 40 1821,-15-38-2628,1-1 0,9 19-1,-12-29-121,0 0 0,0 0 0,1 0 0,-1-1 0,1 0 0,0 1 0,1-1 0,-1-1 0,1 1 0,6 4 0,7 2 59,-11-6-33,0 0 0,0 0 1,0 1-1,-1-1 0,6 7 1,-10-9-58,0 0 1,-1 0-1,0 0 0,1 0 1,-1 0-1,0 0 1,0 0-1,0 0 1,0 1-1,0-1 1,-1 0-1,1 1 1,-1-1-1,1 0 1,-1 1-1,0-1 1,0 1-1,0-1 0,0 0 1,-1 1-1,0 2 1,-2 6 129,0 0 0,-1 0 0,0 0 0,-1-1 0,0 0 0,-1 0 0,-8 12 0,4-8 86,-1-1 0,0-1-1,-1 1 1,-18 14 0,27-25-203,1 0 1,-1 0-1,0 0 0,0 0 0,1-1 0,-1 0 0,0 1 0,0-1 0,-1 0 0,1 0 0,0 0 0,-4 0 0,2-4 137,8-5-143,13-11-221,-13 16 83,21-26-645,5-2-233</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47.906"/>
    </inkml:context>
    <inkml:brush xml:id="br0">
      <inkml:brushProperty name="width" value="0.05" units="cm"/>
      <inkml:brushProperty name="height" value="0.05" units="cm"/>
    </inkml:brush>
  </inkml:definitions>
  <inkml:trace contextRef="#ctx0" brushRef="#br0">70 14 14347,'-2'0'5115,"0"3"-3919,-1 0-596,-3 4-369,0 0 0,0 0-1,1 1 1,0 0 0,0-1 0,1 2 0,0-1 0,1 0 0,-1 1-1,-2 15 1,3-13-203,1 0 0,1 0 0,-1 0 0,2 0 0,0 1 0,0-1 0,1 0 0,3 16 0,-3-24-29,-1 0 0,1 0 0,1 0 0,-1 0 0,0 0 0,1-1 0,-1 1 0,1 0 0,0-1 0,0 1 0,0-1 0,0 0 0,5 4 0,-6-5 3,0 0 0,0-1 0,0 1-1,1 0 1,-1-1 0,0 1 0,1-1-1,-1 1 1,1-1 0,-1 0 0,0 1-1,1-1 1,-1 0 0,1 0 0,-1 0 0,1 0-1,-1 0 1,1-1 0,-1 1 0,0 0-1,1-1 1,-1 1 0,0-1 0,1 1-1,-1-1 1,0 0 0,1 1 0,-1-1 0,0 0-1,0 0 1,2-1 0,0-2 18,0 1 0,-1 0-1,1-1 1,-1 1 0,1-1 0,-1 0 0,0 0 0,-1 0 0,1 0 0,-1 0-1,1 0 1,-1 0 0,0 0 0,-1 0 0,1-9 0,0-7 65,-2 1 0,-3-26 0,1-1-89,4 55-95,0 0-1,1-1 0,0 1 1,5 13-1,2 8 33,-7-20 59,1 0 1,0 1-1,1-1 1,0 0-1,10 17 1,-13-26 16,0 1 1,0-1-1,0 0 1,0 1-1,1-1 0,-1 0 1,1 1-1,-1-1 1,1 0-1,-1 0 0,1 0 1,-1-1-1,1 1 1,0 0-1,0 0 0,-1-1 1,3 1-1,-1-1 20,-1 0 1,0 0-1,1-1 0,-1 1 1,0-1-1,1 1 0,-1-1 1,0 0-1,1 0 0,-1 0 1,0 0-1,0 0 0,0 0 1,0-1-1,0 1 0,0-1 1,1-1-1,6-7 129,0 0 1,0 0-1,-2-1 1,1 0-1,-1 0 1,-1-1-1,0 0 1,-1 0-1,7-21 1,-6 15 53,1 1 0,0 1 0,19-29-1,-26 44-201,1 0-1,-1 0 0,1 0 0,-1 0 0,1 0 1,0 1-1,-1-1 0,1 0 0,0 0 0,-1 1 0,1-1 1,0 1-1,0-1 0,0 1 0,0-1 0,0 1 1,-1-1-1,1 1 0,0 0 0,0-1 0,0 1 1,0 0-1,2 0 0,-2 0-5,0 1-1,-1-1 1,1 1 0,0-1-1,0 1 1,0-1 0,-1 1 0,1 0-1,0-1 1,-1 1 0,1 0-1,0 0 1,-1-1 0,1 1-1,-1 0 1,1 0 0,-1 0 0,0 0-1,1 1 1,2 9-7,0 0 0,0 1 0,1 13 0,-3-14 19,4 17 8,11 39-1,-14-60-161,1 0 1,-1 0-1,1 0 0,1 0 0,-1-1 1,1 1-1,0-1 0,1 0 0,-1 0 1,12 10-1,0-7 1013</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48.247"/>
    </inkml:context>
    <inkml:brush xml:id="br0">
      <inkml:brushProperty name="width" value="0.05" units="cm"/>
      <inkml:brushProperty name="height" value="0.05" units="cm"/>
    </inkml:brush>
  </inkml:definitions>
  <inkml:trace contextRef="#ctx0" brushRef="#br0">1 1 13451,'10'1'5577,"5"4"-3344,13 13-1209,4 6 0,1 19-528,1 6-120,-7 6-216,-5 2-312,-13-7-584</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48.651"/>
    </inkml:context>
    <inkml:brush xml:id="br0">
      <inkml:brushProperty name="width" value="0.05" units="cm"/>
      <inkml:brushProperty name="height" value="0.05" units="cm"/>
    </inkml:brush>
  </inkml:definitions>
  <inkml:trace contextRef="#ctx0" brushRef="#br0">0 1 12811,'4'13'4457,"0"10"-3561,20 21-1008,7 3 152,8 2-200</inkml:trace>
  <inkml:trace contextRef="#ctx0" brushRef="#br0" timeOffset="1">351 280 12459,'-6'9'5177,"-5"5"-2841,15 4-1464,4 7-127,17 5-185,7-2-104,11-4-96,3-14 16,-1-22 264,-6-12 152,-20-11 281,-14-6 31,-33 2-256,-13 9-160,-22 9-456,0 10-528,8 11 1256</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49.323"/>
    </inkml:context>
    <inkml:brush xml:id="br0">
      <inkml:brushProperty name="width" value="0.05" units="cm"/>
      <inkml:brushProperty name="height" value="0.05" units="cm"/>
    </inkml:brush>
  </inkml:definitions>
  <inkml:trace contextRef="#ctx0" brushRef="#br0">99 1 11690,'-3'12'4409,"-8"12"-3064,-3 7-545,-9 10-104,-2 2-8,2 4 2753</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3.653"/>
    </inkml:context>
    <inkml:brush xml:id="br0">
      <inkml:brushProperty name="width" value="0.05" units="cm"/>
      <inkml:brushProperty name="height" value="0.05" units="cm"/>
    </inkml:brush>
  </inkml:definitions>
  <inkml:trace contextRef="#ctx0" brushRef="#br0">2 138 9586,'-1'1'455,"1"1"0,0-1-1,-1 0 1,1 0 0,0 1-1,0-1 1,0 0 0,0 1 0,0-1-1,0 0 1,1 3 0,11 24 552,-9-22-517,3 7-247,0-1 1,1 0-1,1 0 1,0-1 0,0 0-1,1 0 1,18 15 0,-24-23-212,2 1 0,-1-1 0,0-1-1,1 1 1,-1 0 0,1-1 0,0 0 0,0 0 0,-1-1 0,1 1 0,1-1 0,-1 0 0,0-1 0,0 1 0,0-1 0,0 0 0,0 0 0,1 0 0,-1-1 0,0 0 0,0 0 0,0 0 0,9-4 0,-8 2 30,0 1 1,0-1-1,0-1 0,-1 1 1,1-1-1,-1 0 0,0-1 1,0 1-1,0-1 0,-1 0 1,0 0-1,0 0 0,0 0 1,0-1-1,-1 0 0,0 0 1,0 0-1,-1 0 0,1 0 1,-1 0-1,-1-1 0,1 1 1,-1-1-1,0 1 0,-1-1 1,1 0-1,-1 1 0,-1-1 1,1 1-1,-1-1 0,0 0 1,-1 1-1,1 0 0,-1-1 1,-1 1-1,1 0 0,-1 0 1,0 0-1,0 0 0,-1 1 1,-5-8-1,-1 3 91,-1 0 0,0 0-1,0 1 1,-1 0 0,0 1 0,-23-11 0,22 15-218,9 7-161,4-1 153,1 0-1,-1-1 1,1 1-1,0-1 0,-1 1 1,1-1-1,0 0 0,0 1 1,0-1-1,2 3 0,20 21-973</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3.997"/>
    </inkml:context>
    <inkml:brush xml:id="br0">
      <inkml:brushProperty name="width" value="0.05" units="cm"/>
      <inkml:brushProperty name="height" value="0.05" units="cm"/>
    </inkml:brush>
  </inkml:definitions>
  <inkml:trace contextRef="#ctx0" brushRef="#br0">0 1 9698,'14'1'4233,"0"1"-1985,13 15-1255,5 10-17,-7 19-360,1 7-192,-8 6-192,-4 1-64,-7-7-176,-5-1-344,-2-5-1112</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4.339"/>
    </inkml:context>
    <inkml:brush xml:id="br0">
      <inkml:brushProperty name="width" value="0.05" units="cm"/>
      <inkml:brushProperty name="height" value="0.05" units="cm"/>
    </inkml:brush>
  </inkml:definitions>
  <inkml:trace contextRef="#ctx0" brushRef="#br0">0 53 9130,'15'-14'4137,"19"-8"-1745,7 10-479,-4 15-577,-2 16-200,-9 9-448,-13 12-111,-10 12-185,-6-4-24,-11 0-720,4-5 728</inkml:trace>
  <inkml:trace contextRef="#ctx0" brushRef="#br0" timeOffset="1">296 280 12915,'2'-16'5257,"5"-20"-3345,3-9-479,13 2-665,2 1-264,10 5-328,4 8-88,-1 9-176,-3 9-392,-10 21 2904</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4.697"/>
    </inkml:context>
    <inkml:brush xml:id="br0">
      <inkml:brushProperty name="width" value="0.05" units="cm"/>
      <inkml:brushProperty name="height" value="0.05" units="cm"/>
    </inkml:brush>
  </inkml:definitions>
  <inkml:trace contextRef="#ctx0" brushRef="#br0">138 324 11506,'-4'-2'4681,"1"2"-2936,2 6-825,7 15-744,3 3-32,-3 9 72,4 4-312</inkml:trace>
  <inkml:trace contextRef="#ctx0" brushRef="#br0" timeOffset="1">0 15 10674,'11'-6'3737,"14"-3"-3153,5 9-736</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5.054"/>
    </inkml:context>
    <inkml:brush xml:id="br0">
      <inkml:brushProperty name="width" value="0.05" units="cm"/>
      <inkml:brushProperty name="height" value="0.05" units="cm"/>
    </inkml:brush>
  </inkml:definitions>
  <inkml:trace contextRef="#ctx0" brushRef="#br0">216 15 8050,'-27'-9'8801,"-2"4"-5543,26 5-3160,-1 0 0,1 0-1,0 0 1,-1 0 0,1 0 0,0 1-1,-1 0 1,1-1 0,0 1 0,0 1-1,0-1 1,0 0 0,0 1 0,-5 3-1,7-5-96,1 1 0,-1-1 0,1 0-1,-1 1 1,1-1 0,-1 1 0,1 0 0,0-1-1,-1 1 1,1-1 0,0 1 0,0-1 0,-1 1 0,1 0-1,0-1 1,0 1 0,0 0 0,0-1 0,-1 1-1,1 0 1,0-1 0,0 1 0,1 0 0,-1 1-1,10 17-70,27 17-98,-29-29 166,5 4-8,-1 2 0,0-1 0,0 1 0,16 26 0,-25-34 12,0 1 0,0-1 0,-1 1 0,0 0-1,0 0 1,0 0 0,0 1 0,-1-1 0,0 0 0,-1 1 0,1-1-1,-1 0 1,0 1 0,-1-1 0,1 0 0,-3 9 0,-3 3 156,-1-1 0,0 0 1,-1 0-1,-1-1 1,-1 0-1,0 0 0,-1-1 1,-1-1-1,0 0 1,-1 0-1,0-1 1,-1-1-1,-25 17 0,36-26-79,-1-1 0,0 0-1,0 0 1,0 0-1,-1 0 1,1-1 0,-6 2-1,9-3-71,-1 0 1,1 0-1,0 1 0,-1-1 0,1 0 0,0 0 0,-1-1 1,1 1-1,0 0 0,0 0 0,-1-1 0,1 1 1,0-1-1,0 1 0,-1-1 0,1 1 0,0-1 0,0 0 1,0 0-1,0 1 0,0-1 0,0 0 0,0 0 0,0 0 1,0 0-1,1 0 0,-1 0 0,0 0 0,0-2 1,-1-1-12,1 1 0,0-1 0,0 1 0,0-1 0,1 0 0,-1 1 0,1-5 0,0-33 1378</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5.414"/>
    </inkml:context>
    <inkml:brush xml:id="br0">
      <inkml:brushProperty name="width" value="0.05" units="cm"/>
      <inkml:brushProperty name="height" value="0.05" units="cm"/>
    </inkml:brush>
  </inkml:definitions>
  <inkml:trace contextRef="#ctx0" brushRef="#br0">1 4 7850,'1'-1'546,"0"1"1,0-1 0,0 1-1,1 0 1,-1-1-1,0 1 1,0 0 0,0 0-1,0 0 1,1 0-1,-1 0 1,0 0 0,0 0-1,2 1 1,17 9 1410,16 24-1602,-19-14 10,-1 1 0,-1 1 0,0 0 0,15 35 0,-12-17 25,25 83 0,-40-110-332,-2-8-5,1-1 1,-1 1-1,0-1 0,1 1 0,0-1 1,0 0-1,5 8 0,-7-12-32,1 1 0,-1-1 1,0 0-1,1 1 0,-1-1 0,0 0 1,1 1-1,-1-1 0,1 0 0,-1 1 0,1-1 1,-1 0-1,0 0 0,1 0 0,-1 0 1,1 1-1,-1-1 0,1 0 0,-1 0 1,1 0-1,-1 0 0,1 0 0,-1 0 0,1 0 1,-1 0-1,1 0 0,-1 0 0,1-1 1,-1 1-1,1 0 0,-1 0 0,0 0 1,1-1-1,-1 1 0,1 0 0,-1 0 0,1-1 1,-1 1-1,0 0 0,1-1 0,-1 1 1,0 0-1,1-1 0,-1 1 0,0-1 0,0 1 1,1-1-1,13-23 732,7-37 300,-17 47-905,1 0 1,0 0-1,1 0 1,0 0-1,11-15 0,-17 28-148,1 0 0,-1 0 0,1 0-1,0 0 1,-1 0 0,1 0-1,0 0 1,0 0 0,-1 0 0,1 0-1,0 0 1,0 1 0,0-1-1,0 0 1,0 1 0,0-1 0,0 1-1,0-1 1,1 1 0,-1 0-1,0-1 1,0 1 0,0 0 0,0 0-1,1 0 1,-1 0 0,0 0-1,0 0 1,0 0 0,0 0 0,1 0-1,-1 0 1,0 1 0,0-1-1,0 1 1,0-1 0,0 1 0,0-1-1,0 1 1,0-1 0,0 1-1,0 0 1,0 0 0,0-1 0,0 1-1,0 0 1,0 0 0,-1 0-1,1 0 1,0 2 0,4 4-22,0 0 0,-1 1 0,0 0 0,-1 0 0,5 13 0,11 51-1536,-8-37-2619</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5.801"/>
    </inkml:context>
    <inkml:brush xml:id="br0">
      <inkml:brushProperty name="width" value="0.05" units="cm"/>
      <inkml:brushProperty name="height" value="0.05" units="cm"/>
    </inkml:brush>
  </inkml:definitions>
  <inkml:trace contextRef="#ctx0" brushRef="#br0">1 0 11939,'6'5'4857,"13"16"-2897,5 4-728,2 17-328,-1 11-223,-6 11-297,-3 3-120,-4-4-280,-4-4-112</inkml:trace>
  <inkml:trace contextRef="#ctx0" brushRef="#br0" timeOffset="1">27 306 9842,'21'1'4441,"7"-1"-1896,13 4-1569,3-3-152,-4 0-104,2-1 2849</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6.332"/>
    </inkml:context>
    <inkml:brush xml:id="br0">
      <inkml:brushProperty name="width" value="0.05" units="cm"/>
      <inkml:brushProperty name="height" value="0.05" units="cm"/>
    </inkml:brush>
  </inkml:definitions>
  <inkml:trace contextRef="#ctx0" brushRef="#br0">5 0 10234,'10'29'8235,"-2"15"-6530,-4-17-786,3 14-77,-3-11-481,2-1-1,1 0 1,1 0-1,15 36 0,-19-58-346,-1 1 0,1-1 0,1 0 0,-1-1 0,1 1 0,0-1 0,1 0 0,0 0 0,0 0 0,0-1 0,0 0 0,1 0 0,0-1 0,0 0 0,0 0 0,0-1 0,1 1 0,-1-2 0,1 1 0,14 2-1,-19-5-6,1 1 0,-1 0 0,1 0 0,0 0-1,-1 0 1,0 0 0,1 1 0,-1-1-1,5 4 1,-7-4 1,0 0-1,0 0 1,-1 1 0,1-1-1,0 0 1,0 1 0,-1-1-1,1 0 1,-1 1 0,1-1-1,-1 1 1,0-1 0,1 1-1,-1-1 1,0 1 0,0-1-1,0 1 1,0-1 0,0 1-1,-1-1 1,1 1 0,0-1-1,-1 1 1,1-1 0,-2 3-1,-2 6 90,0 1 1,-1 0-1,0-1 0,0 0 0,-2 0 0,1-1 0,-1 0 0,0 0 1,-1 0-1,-16 13 0,11-11 127,0 0 1,-1-1 0,-1-1-1,0 0 1,0-1-1,-25 9 1,38-16-178,0 0 0,0-1 0,0 1 0,0 0 0,0-1 1,-1 1-1,1-1 0,0 0 0,0 0 0,0 0 0,0 0 0,0 0 0,-1 0 1,1-1-1,0 1 0,0-1 0,0 1 0,0-1 0,0 0 0,-3-1 1,3 0-31,1 1 1,0-1 0,0 1 0,0 0 0,0-1 0,1 0-1,-1 1 1,0-1 0,1 1 0,-1-1 0,1 0 0,-1 1-1,1-1 1,0 0 0,0 0 0,0 1 0,0-1 0,0 0 0,0 0-1,0 1 1,0-1 0,1 0 0,-1 0 0,1 1 0,0-3-1,3-5-199,-1 0-1,1 1 0,1 0 0,0-1 0,0 1 1,0 1-1,1-1 0,0 1 0,1 0 0,-1 0 1,1 1-1,14-10 0,29-20-5636</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6.677"/>
    </inkml:context>
    <inkml:brush xml:id="br0">
      <inkml:brushProperty name="width" value="0.05" units="cm"/>
      <inkml:brushProperty name="height" value="0.05" units="cm"/>
    </inkml:brush>
  </inkml:definitions>
  <inkml:trace contextRef="#ctx0" brushRef="#br0">74 59 10898,'0'-1'456,"0"0"-1,0 0 0,0 0 0,-1 0 1,1 0-1,0 0 0,-1 1 1,1-1-1,0 0 0,-1 0 0,1 0 1,-1 0-1,0 0 0,1 1 0,-1-1 1,1 0-1,-1 0 0,0 1 1,0-1-1,0 1 0,-1-2 0,1 2-278,1 0-1,-1 0 0,0 0 0,0 0 1,0 0-1,0 0 0,0 0 0,0 0 0,0 0 1,0 0-1,0 0 0,1 1 0,-1-1 0,0 0 1,0 1-1,0-1 0,0 1 0,-1 0 1,-1 2-108,-1-1 0,1 1 1,0 0-1,0 1 0,0-1 1,0 0-1,1 1 0,-4 5 1,3-3-56,1 0-1,0 1 1,0-1 0,1 0 0,-1 1 0,1 0 0,1-1 0,-1 1 0,1-1 0,0 1 0,1 0 0,1 7-1,-2-12-15,1 1 0,-1-1-1,1 0 1,-1 0 0,1 1-1,0-1 1,0 0-1,0 0 1,0 0 0,0 0-1,0 0 1,1 0 0,-1 0-1,0-1 1,1 1-1,0 0 1,-1-1 0,1 1-1,0-1 1,0 0-1,0 0 1,0 1 0,0-1-1,0 0 1,0-1 0,0 1-1,1 0 1,-1-1-1,0 1 1,0-1 0,1 0-1,-1 1 1,0-1 0,0 0-1,1 0 1,-1-1-1,0 1 1,4-1 0,-1-1 2,1 0 0,0 0 0,-1 0 0,1-1 0,-1 0 0,0 0 0,0 0 0,0-1 0,0 0 0,0 0 0,-1 0 0,0 0 0,0-1 0,0 1 0,0-1 0,-1 0 0,0 0 0,0-1 0,4-9 0,-4 9 30,-1 0 0,0 1-1,0-2 1,0 1 0,-1 0 0,0 0-1,0 0 1,-1-1 0,1 1-1,-1 0 1,-1 0 0,1-1 0,-1 1-1,0 0 1,-1 0 0,1 0 0,-1 0-1,-6-11 1,3 12 243,2 13-109,4 16-14,3-6-112,0 0 0,2-1 0,12 30 0,-14-39-189,0-1 0,0 0 0,1 0 0,0 0 0,0 0 0,1-1 0,-1 1 0,1-1 0,1-1 1,11 9-1,8 0-1551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7.219"/>
    </inkml:context>
    <inkml:brush xml:id="br0">
      <inkml:brushProperty name="width" value="0.05" units="cm"/>
      <inkml:brushProperty name="height" value="0.05" units="cm"/>
    </inkml:brush>
  </inkml:definitions>
  <inkml:trace contextRef="#ctx0" brushRef="#br0">170 4 6321,'-4'-4'12754,"3"4"-12570,-4 5 2839,-1 3-3420,5-6 466,-5 5 200,1 0 0,0 1 1,1 0-1,0-1 0,-6 16 0,10-21-242,-1 1-1,0-1 1,1 1-1,-1 0 1,1 0-1,0-1 1,0 1-1,0 0 1,0-1-1,1 1 1,-1 0-1,1-1 1,0 1-1,-1 0 1,1-1-1,0 1 1,1-1-1,-1 1 1,0-1-1,1 0 1,-1 1-1,1-1 1,0 0-1,0 0 1,3 3 0,18 13 2,-18-14 40,1-1 1,-1 2-1,0-1 1,-1 0-1,1 1 0,6 9 1,-10-13-26,0 1 1,0 0 0,-1 0-1,1-1 1,-1 1 0,1 0 0,-1 0-1,0 0 1,1-1 0,-1 1-1,0 0 1,0 0 0,-1 0-1,1 0 1,0 0 0,0-1-1,-1 1 1,1 0 0,-1 0-1,0-1 1,0 1 0,1 0-1,-1-1 1,0 1 0,0 0 0,0-1-1,-1 0 1,-1 3 0,-7 6 172,0-1 0,-1 0 0,0 0 1,-1-1-1,1-1 0,-1 0 0,-25 10 0,18-8-64,0 1-1,-24 16 1,58-30-957,6-9-99</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7.579"/>
    </inkml:context>
    <inkml:brush xml:id="br0">
      <inkml:brushProperty name="width" value="0.05" units="cm"/>
      <inkml:brushProperty name="height" value="0.05" units="cm"/>
    </inkml:brush>
  </inkml:definitions>
  <inkml:trace contextRef="#ctx0" brushRef="#br0">153 0 12371,'-13'6'9085,"2"7"-6624,0 15-2341,10-20-121,0 1-1,0-1 1,1 0-1,0 0 1,0 1-1,1-1 1,0 0 0,0 0-1,1 1 1,4 10-1,-3-8 226,0 0 0,-1 1 0,0-1-1,0 13 1,-2-22-74,0 0-1,-1 0 0,1 1 1,-1-1-1,0 0 1,1 0-1,-1 0 1,0 0-1,0 0 1,-1 0-1,1 0 0,0 0 1,-1-1-1,-2 3 1,-28 25 760,11-10-597,1-1-158,15-14-147,0 1 0,0-1 0,0 1 0,0 0 0,1 1 0,0-1 0,0 1 1,0 0-1,-4 8 0,8-14-23,0 1 0,0-1 0,0 0 0,0 0 0,0 1 0,0-1 1,0 0-1,0 1 0,0-1 0,0 0 0,0 1 0,0-1 0,1 0 0,-1 1 0,0-1 1,0 0-1,0 0 0,0 1 0,0-1 0,1 0 0,-1 1 0,0-1 0,0 0 0,1 0 1,-1 0-1,0 1 0,0-1 0,1 0 0,-1 0 0,13 6-533</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7.921"/>
    </inkml:context>
    <inkml:brush xml:id="br0">
      <inkml:brushProperty name="width" value="0.05" units="cm"/>
      <inkml:brushProperty name="height" value="0.05" units="cm"/>
    </inkml:brush>
  </inkml:definitions>
  <inkml:trace contextRef="#ctx0" brushRef="#br0">1 4 17852,'2'1'6897,"3"-1"-4552,-3 0-1393,-2-1-552,0 0-64,0 0-80,0 0 416</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8.464"/>
    </inkml:context>
    <inkml:brush xml:id="br0">
      <inkml:brushProperty name="width" value="0.05" units="cm"/>
      <inkml:brushProperty name="height" value="0.05" units="cm"/>
    </inkml:brush>
  </inkml:definitions>
  <inkml:trace contextRef="#ctx0" brushRef="#br0">95 14 8874,'-16'-7'3817,"-12"1"-1969,7 18-1320,4 23-208,8 43-312,5 17-48,7 35 208,3 1-280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8.807"/>
    </inkml:context>
    <inkml:brush xml:id="br0">
      <inkml:brushProperty name="width" value="0.05" units="cm"/>
      <inkml:brushProperty name="height" value="0.05" units="cm"/>
    </inkml:brush>
  </inkml:definitions>
  <inkml:trace contextRef="#ctx0" brushRef="#br0">1 507 9362,'37'-29'3665,"33"-23"-2513,27-5-568,10-6 104,13-8 265,-5-6 39,-13 11 32,-11 11-432,-37 27-1288,-18 20-1681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9.163"/>
    </inkml:context>
    <inkml:brush xml:id="br0">
      <inkml:brushProperty name="width" value="0.05" units="cm"/>
      <inkml:brushProperty name="height" value="0.05" units="cm"/>
    </inkml:brush>
  </inkml:definitions>
  <inkml:trace contextRef="#ctx0" brushRef="#br0">1 129 6417,'15'-1'3633,"8"-3"-712,17-8-1505,2-8-264,14-6-592,7-1-255,7 0-1826</inkml:trace>
  <inkml:trace contextRef="#ctx0" brushRef="#br0" timeOffset="1">580 4 3849,'-1'-1'398,"0"1"1,0-1-1,0 1 1,0 0-1,0-1 0,0 1 1,0 0-1,0 0 1,0-1-1,-1 1 1,1 0-1,0 0 0,0 0 1,0 0-1,0 1 1,0-1-1,0 0 1,0 0-1,0 1 0,0-1 1,-1 1-1,0 0-157,1 0-1,-1 0 0,1 1 0,-1-1 1,1 0-1,0 1 0,0-1 1,-1 1-1,1-1 0,0 1 1,-1 1-1,-1 5-98,0 0 0,0 1 1,1-1-1,-2 9 0,4-17-133,-4 24 100,1-1 0,1 1 0,1 0 0,4 40 1,-3-59-98,1-1 1,0 1-1,0-1 1,0 1-1,0-1 0,1 1 1,0-1-1,0 0 1,0 0-1,0 0 1,5 6-1,-6-8 3,1-1 0,-1 0 0,1 1 0,-1-1 0,1 0-1,0 0 1,-1 0 0,1 0 0,0 0 0,0 0 0,0 0 0,0-1-1,0 1 1,0-1 0,0 1 0,0-1 0,0 0 0,0 0-1,0 0 1,0 0 0,0 0 0,0 0 0,0-1 0,0 1 0,0-1-1,0 1 1,2-2 0,0 1 38,1-1 0,-1-1 0,0 1 0,0-1 1,0 1-1,0-1 0,0 0 0,-1 0 0,1-1 0,-1 1 0,0-1 0,0 0 0,0 0 0,0 0 0,-1 0 1,0 0-1,0-1 0,0 1 0,0 0 0,0-1 0,-1 0 0,0 1 0,0-1 0,0-6 0,0 3 99,0 0 0,-1 0 0,0-1 0,-1 1 0,0 0 0,0 0 0,-1 0 0,1 0 0,-2 0-1,1 0 1,-1 0 0,-1 1 0,-5-11 0,3 9 118,0 1 0,-1 0 0,0 1 0,0-1 0,-10-6 0,4 6 70,13 8-335,-1 0 0,1 0 0,0 0 0,0 0 0,0 0 0,-1 0 0,1 0 1,0 0-1,0 0 0,0 0 0,0 0 0,-1 0 0,1 0 0,0 1 0,0-1 0,0 0 0,0 0 0,-1 0 0,1 0 0,0 0 0,0 0 0,0 0 0,0 0 1,0 1-1,-1-1 0,1 0 0,0 0 0,0 0 0,0 0 0,0 0 0,0 1 0,0-1 0,0 0 0,0 0 0,0 0 0,0 0 0,0 1 0,0 0-5,0 1 0,0 0 0,0 0 0,0-1 0,1 1 0,-1 0 0,1-1 0,-1 1 0,1 0-1,0-1 1,1 3 0,11 16-62,1 0 0,0-1 0,2 0 1,0-1-1,1-1 0,1-1 0,0 0 0,2-2 0,-1 0 0,2-1 0,0-1 0,0-1 0,31 12 0,-30-15-800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9.494"/>
    </inkml:context>
    <inkml:brush xml:id="br0">
      <inkml:brushProperty name="width" value="0.05" units="cm"/>
      <inkml:brushProperty name="height" value="0.05" units="cm"/>
    </inkml:brush>
  </inkml:definitions>
  <inkml:trace contextRef="#ctx0" brushRef="#br0">143 9 7386,'-2'-1'638,"0"0"1,0 0 0,1 0 0,-1 0 0,0 1 0,0-1 0,0 0 0,0 1 0,0-1 0,0 1 0,0 0 0,0 0-1,0 0 1,-1 0 0,-2 0 0,0 1-213,1 0 0,0 0 0,-1 1 0,1-1 0,0 1 0,0 0-1,-4 3 1,1-1-251,0 1-1,0 1 1,1-1-1,0 1 1,0 0-1,0 0 1,-6 10-1,10-14-158,1 0 0,-1 1 0,1-1 0,0 1-1,0-1 1,0 1 0,0-1 0,1 1 0,-1 0-1,0-1 1,1 1 0,0 0 0,0 0-1,0-1 1,0 1 0,0 0 0,1 0 0,0 4-1,1-2-16,0-1 0,0 1-1,0-1 1,1 0 0,-1 0-1,1 0 1,0 0 0,0-1-1,8 8 1,2 0-17,1-1 0,1 0 0,0-1 0,30 14-1,-31-17 1,-9-4 42,1 0 0,-1 1 1,1 0-1,-1 0 0,0 0 1,5 4-1,-10-7-17,1 1 1,-1-1 0,0 0-1,1 1 1,-1-1-1,0 1 1,0-1-1,1 0 1,-1 1 0,0-1-1,0 1 1,0-1-1,0 1 1,1-1 0,-1 1-1,0-1 1,0 0-1,0 1 1,0-1-1,0 1 1,0-1 0,0 1-1,0-1 1,0 1-1,-1-1 1,1 1-1,0-1 1,0 0 0,0 1-1,-1 0 1,0 1 21,-1-1 0,1 1 0,-1-1 0,0 0 0,1 1 0,-1-1 0,0 0 0,0 0 0,0 0 0,0 0 0,-2 0 0,-14 7 20,0-2 1,0 0-1,0-1 0,-1-1 0,0-1 0,-27 2 0,34-6 1638</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8:59.866"/>
    </inkml:context>
    <inkml:brush xml:id="br0">
      <inkml:brushProperty name="width" value="0.05" units="cm"/>
      <inkml:brushProperty name="height" value="0.05" units="cm"/>
    </inkml:brush>
  </inkml:definitions>
  <inkml:trace contextRef="#ctx0" brushRef="#br0">1 32 10130,'6'-11'4425,"8"-6"-2424,1 13-681,11 32-784,-2 9-176,0 25-112,-2 9 8,-12 18 120,-4 6-208,-6 0-616</inkml:trace>
  <inkml:trace contextRef="#ctx0" brushRef="#br0" timeOffset="1">122 297 8530,'9'-2'3697,"13"-2"-1785,10-1-928,8 2-480,4 2-144,2 1-112,-6-4 65,0-3-177,-9-3-344</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00.208"/>
    </inkml:context>
    <inkml:brush xml:id="br0">
      <inkml:brushProperty name="width" value="0.05" units="cm"/>
      <inkml:brushProperty name="height" value="0.05" units="cm"/>
    </inkml:brush>
  </inkml:definitions>
  <inkml:trace contextRef="#ctx0" brushRef="#br0">0 856 13475,'68'-36'4777,"39"-27"-3937,50-18-408,12-2 184,5 2 48,-5 4-95,-21 15-193,-15 8-272,-39 17-496,-19 11-321</inkml:trace>
  <inkml:trace contextRef="#ctx0" brushRef="#br0" timeOffset="1">1878 50 15627,'-10'-8'6114,"-3"-5"-4154,5 0-776,8 3-696,6 4 17,2 6 207</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12.957"/>
    </inkml:context>
    <inkml:brush xml:id="br0">
      <inkml:brushProperty name="width" value="0.05" units="cm"/>
      <inkml:brushProperty name="height" value="0.05" units="cm"/>
    </inkml:brush>
  </inkml:definitions>
  <inkml:trace contextRef="#ctx0" brushRef="#br0">2 17 6961,'-1'-6'4057,"2"-1"-512,0 3-960,7 9-1321,4 9-320,3 13-528,5 16-56,-6 21-144,-5 7-80,-5 3-64,-3-6-104,2-14-440,1-13-312,1-14-1064</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13.300"/>
    </inkml:context>
    <inkml:brush xml:id="br0">
      <inkml:brushProperty name="width" value="0.05" units="cm"/>
      <inkml:brushProperty name="height" value="0.05" units="cm"/>
    </inkml:brush>
  </inkml:definitions>
  <inkml:trace contextRef="#ctx0" brushRef="#br0">0 45 11194,'20'-10'4457,"25"-13"-2664,5 12-873,-3 16-160,-3 9-48,-19 25-144,-11 5-104,-21 14-175,-15 6-17,-17 6-48,0 3-16,-1-11-24,8-10-160,16-20-568,3-15-569</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13.674"/>
    </inkml:context>
    <inkml:brush xml:id="br0">
      <inkml:brushProperty name="width" value="0.05" units="cm"/>
      <inkml:brushProperty name="height" value="0.05" units="cm"/>
    </inkml:brush>
  </inkml:definitions>
  <inkml:trace contextRef="#ctx0" brushRef="#br0">1 226 7802,'11'-13'3219,"1"0"0,14-23 0,-9 9-1727,21-49 0,-25 37-500,-13 38-958,1 0-1,-1 0 1,0 0-1,0 0 0,0 0 1,0 0-1,0 0 1,0 0-1,-1 0 0,1-1 1,0 1-1,0 0 1,-1 0-1,0-1 1,1 2-23,0-1 1,-1 1 0,1 0 0,-1-1-1,1 1 1,-1 0 0,1-1 0,-1 1 0,1 0-1,-1 0 1,1-1 0,-1 1 0,0 0-1,1 0 1,-1 0 0,1 0 0,-1 0 0,0 0-1,1 0 1,-1 0 0,1 0 0,-1 0-1,1 0 1,-1 0 0,0 0 0,1 0 0,-1 1-1,0-1 1,-3 2-15,-1 0 0,1 0 1,0 1-1,0-1 0,0 1 0,0 0 0,1 0 1,-1 0-1,1 0 0,0 1 0,0-1 0,0 1 1,0 0-1,1 0 0,-3 5 0,0-1-11,1 0 0,0 1 0,1 0 1,0 0-1,1 0 0,-1 0 0,0 9 0,2-7 13,1-1-1,0 1 1,0 0-1,1-1 1,1 1-1,0-1 1,0 1-1,1-1 1,0 0-1,8 16 1,-9-21-46,0 0 0,1 0 0,0-1 0,0 1 0,1-1 1,-1 0-1,1 0 0,0 0 0,0 0 0,0-1 1,1 1-1,-1-1 0,1 0 0,-1 0 0,1-1 0,0 0 1,0 1-1,1-2 0,-1 1 0,0-1 0,1 1 0,8 0 0,27-5-1041,-3-4-264</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14.040"/>
    </inkml:context>
    <inkml:brush xml:id="br0">
      <inkml:brushProperty name="width" value="0.05" units="cm"/>
      <inkml:brushProperty name="height" value="0.05" units="cm"/>
    </inkml:brush>
  </inkml:definitions>
  <inkml:trace contextRef="#ctx0" brushRef="#br0">16 264 11891,'-2'-10'4977,"-5"-24"-2745,1 0-336,6 0-431,2-6-361,16 10-616,7 1-216,9 13-232,4 3-24,2 9-288,-2 4-368,-7 7 2736</inkml:trace>
  <inkml:trace contextRef="#ctx0" brushRef="#br0" timeOffset="1">403 1 12619,'-9'0'5065,"-17"4"-3225,-2 5-344,4 16-591,4 6-257,16 13-440,8 3-80,14-7-56,9-3-8,6-13 16,3-8-16,0-11 8,-4-5-104,-2-8-480,-11-7-296</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14.382"/>
    </inkml:context>
    <inkml:brush xml:id="br0">
      <inkml:brushProperty name="width" value="0.05" units="cm"/>
      <inkml:brushProperty name="height" value="0.05" units="cm"/>
    </inkml:brush>
  </inkml:definitions>
  <inkml:trace contextRef="#ctx0" brushRef="#br0">0 67 10330,'0'10'6100,"0"2"-2433,0-9-3515,1 0 0,-1 0 1,1 0-1,0 0 0,0 0 0,0 0 1,0-1-1,3 6 0,2 2 11,0 0-1,1-1 0,0 1 1,1-1-1,0-1 1,0 0-1,1 0 0,0 0 1,1-1-1,-1-1 1,1 0-1,15 7 0,-20-10-120,1 0 0,-1-1 0,1 0 0,0 0 0,0-1 0,-1 0 0,1 1 0,0-2 0,0 1 0,0-1 0,0 0 0,1 0 0,-1-1 0,-1 0 0,1 0 0,0 0 0,0-1 0,0 0 0,0 0 0,-1 0-1,1-1 1,-1 1 0,0-1 0,0-1 0,9-6 0,-11 7 0,-1 1 0,1-1 0,-1 0 0,1 1 0,-1-1 0,0 0 0,0 0 0,0-1 0,-1 1 0,1 0 0,-1-1 0,0 1 0,0-1 0,0 1 0,0-1 0,0 1 0,-1-1 0,0 1 0,0-1 0,0 0 0,0 1 0,0-1 0,-1 0 0,1 1 0,-1-1 0,0 1 0,0-1 0,-1 1 0,-2-7 0,-2 0-181,-1-1 1,0 1-1,0 1 1,-1-1 0,0 1-1,0 1 1,-16-13-1,-1 1-4206</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15.031"/>
    </inkml:context>
    <inkml:brush xml:id="br0">
      <inkml:brushProperty name="width" value="0.05" units="cm"/>
      <inkml:brushProperty name="height" value="0.05" units="cm"/>
    </inkml:brush>
  </inkml:definitions>
  <inkml:trace contextRef="#ctx0" brushRef="#br0">201 2 12915,'-10'-2'6352,"-2"7"-3896,-12 12-1768,21-15-75,-2 2-469,1-1 0,-1 1 0,1 0 0,0 0 0,1 0-1,-1 0 1,-5 8 0,9-10-136,-1 0 0,0-1-1,1 1 1,-1 0-1,1-1 1,-1 1 0,1 0-1,0 0 1,-1-1-1,1 1 1,0 0 0,0 0-1,0-1 1,1 1-1,-1 0 1,0 0 0,1-1-1,-1 1 1,1 0-1,-1-1 1,1 1 0,0 0-1,0-1 1,0 1-1,0-1 1,0 1 0,0-1-1,2 2 1,3 3 1,0-1 0,1 0 0,-1 0 0,1 0 0,13 5 0,-12-6 1,0 1 0,-1-1 0,0 1 0,8 7 0,-14-11 1,0 0 0,0 1 0,0-1-1,0 0 1,0 0 0,0 1 0,0-1 0,-1 1 0,1-1 0,0 1-1,-1-1 1,1 1 0,-1-1 0,0 1 0,0-1 0,1 1 0,-1 0 0,0-1-1,0 1 1,-1-1 0,1 1 0,0 0 0,0-1 0,-1 1 0,1-1 0,-1 1-1,1-1 1,-1 1 0,0-1 0,1 0 0,-1 1 0,0-1 0,-2 2-1,-3 5 94,0-1 0,-1 1-1,0-1 1,-10 7 0,12-9-40,-14 10 74,-1-1 0,0-1 0,0-1 0,-1-1 0,-41 16 0,52-24-335,12-7-198,17-10-909,-16 12 822,31-21-5104</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15.388"/>
    </inkml:context>
    <inkml:brush xml:id="br0">
      <inkml:brushProperty name="width" value="0.05" units="cm"/>
      <inkml:brushProperty name="height" value="0.05" units="cm"/>
    </inkml:brush>
  </inkml:definitions>
  <inkml:trace contextRef="#ctx0" brushRef="#br0">175 3 12155,'-2'-1'856,"-1"1"1,0-1-1,0 1 1,0 0 0,0 0-1,0 0 1,1 0 0,-1 1-1,0-1 1,0 1 0,0 0-1,-4 2 1,4-2-812,1 0 0,0 1 0,0-1 1,0 1-1,0-1 0,1 1 0,-1 0 0,0 0 0,1 0 1,-1 0-1,1 0 0,0 0 0,0 0 0,-1 0 1,1 1-1,1-1 0,-1 0 0,0 1 0,0-1 0,1 0 1,0 1-1,-1-1 0,1 1 0,0-1 0,0 1 1,0-1-1,1 1 0,-1-1 0,1 1 0,-1-1 0,1 0 1,0 1-1,0-1 0,0 0 0,1 3 0,6 10-41,1-1 0,10 14 0,-12-19-1,0 1 1,-1-1-1,0 1 1,0 1-1,5 15 0,-10-22 5,0 0 0,0 0 0,-1 0-1,1 0 1,-1 1 0,0-1 0,0 0-1,-1 0 1,1 0 0,-1 1-1,0-1 1,0 0 0,0 0 0,0 0-1,-1 0 1,0 0 0,0 0 0,0-1-1,-3 5 1,1-2 36,0 0-1,-1 0 1,1-1 0,-1 1-1,-1-1 1,1 0 0,0-1 0,-1 0-1,0 0 1,0 0 0,-1 0-1,1-1 1,-1 0 0,1 0-1,-1-1 1,0 0 0,0 0-1,0 0 1,0-1 0,-9 0 0,15-1-46,-1 1 1,1-1 0,-1 0-1,0 0 1,1 0 0,-1-1-1,1 1 1,-1 0 0,1-1-1,-1 1 1,1-1 0,-1 1-1,1-1 1,-1 1 0,1-1-1,0 0 1,-1 0 0,1 0-1,0 0 1,0 0 0,0 0-1,-1 0 1,1 0 0,0-1-1,1 1 1,-1 0 0,0-1-1,0 1 1,0 0 0,1-1-1,-1 1 1,1-1 0,-1 1-1,1-1 1,0 1 0,-1-1-1,1 1 1,0-1 0,0 0-1,0-2 1,8-23 24</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15.715"/>
    </inkml:context>
    <inkml:brush xml:id="br0">
      <inkml:brushProperty name="width" value="0.05" units="cm"/>
      <inkml:brushProperty name="height" value="0.05" units="cm"/>
    </inkml:brush>
  </inkml:definitions>
  <inkml:trace contextRef="#ctx0" brushRef="#br0">77 333 7722,'2'0'4537,"9"3"320,4 2-2857,3 7-1216,-4 3-136,-7 14-432,-3 6-88</inkml:trace>
  <inkml:trace contextRef="#ctx0" brushRef="#br0" timeOffset="1">0 1 9738,'6'2'3721,"9"8"-2633,5 11-696,-4 11-680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16.200"/>
    </inkml:context>
    <inkml:brush xml:id="br0">
      <inkml:brushProperty name="width" value="0.05" units="cm"/>
      <inkml:brushProperty name="height" value="0.05" units="cm"/>
    </inkml:brush>
  </inkml:definitions>
  <inkml:trace contextRef="#ctx0" brushRef="#br0">1 1 10722,'25'78'7393,"6"-4"-4501,-24-61-2633,0 0 0,1-1-1,0 0 1,1-1 0,0 0 0,1 0 0,0 0 0,1-2 0,11 10 0,-19-17-198,-1-1 0,0 1 0,1 0 0,-1-1 0,1 0 0,0 0 0,-1 0 0,1 0 0,0 0 1,0 0-1,0-1 0,-1 1 0,1-1 0,0 0 0,0 0 0,0 0 0,0 0 0,0 0 0,5-2 0,-5 1-38,0-1 0,0 1 0,0-1 0,0 0 0,0 0 0,0 0 0,-1 0 0,1 0 0,-1-1 0,0 1 0,1-1 0,-1 1 0,0-1 0,-1 0 0,1 0 0,2-4 0,12-33 20,-15 37-43,0 0 0,0 0 0,-1-1 0,1 1 0,-1 0 1,0-1-1,0 1 0,0 0 0,0-1 0,-1-3 0,-2 0-14,1 9 0,2-1 13,0 0 0,0 0 0,0 0 0,0 0 1,0 0-1,0 0 0,0 0 0,1-1 0,-1 1 0,0 0 0,1 0 0,-1 0 0,1 0 1,-1-1-1,0 1 0,1 0 0,0 0 0,5 4 7,-1 0-1,0-1 1,1 0-1,0 0 1,0-1-1,0 1 1,1-1-1,-1-1 1,1 1-1,-1-1 1,1 0-1,0-1 1,0 1 0,0-1-1,0-1 1,0 1-1,9-2 1,0 0 7,1 0 0,-1-1 1,-1-1-1,1 0 1,0-2-1,24-9 0,-35 12 0,0 0-1,-1-1 0,1 0 0,0 0 0,-1 0 0,0-1 0,0 1 0,0-1 0,5-7 0,-7 10-4,-1 0-1,0 0 0,0-1 1,-1 1-1,1-1 1,0 1-1,0-1 0,-1 1 1,1-1-1,-1 0 1,1 1-1,-1-1 0,0 0 1,1 1-1,-1-1 1,0 0-1,0 1 0,0-1 1,-1 0-1,1 1 0,0-1 1,-1 0-1,1 1 1,-1-1-1,1 1 0,-1-1 1,0 0-1,1 1 1,-1 0-1,0-1 0,0 1 1,0-1-1,-2-1 1,1 2 0,1 0 1,-1 0-1,1 0 1,-1-1-1,1 2 1,-1-1-1,0 0 1,1 0-1,-1 0 1,0 1-1,0-1 1,0 1-1,0 0 1,1-1-1,-1 1 1,0 0-1,0 0 1,0 0-1,0 0 1,0 0-1,0 1 1,1-1 0,-1 1-1,0-1 1,0 1-1,0-1 1,1 1-1,-1 0 1,-1 1-1,0-1 0,1 1 1,0-1-1,-1 1 0,1 0 0,0-1 1,0 1-1,0 0 0,0 0 0,1 0 0,-1 1 1,1-1-1,-1 0 0,1 1 0,0-1 0,-1 1 1,1-1-1,1 1 0,-1-1 0,-1 6 1,2-4-4,1 1 0,-1-1 0,1 0 0,0 1 0,0-1 0,0 0 0,1 0 0,-1 0 1,1 0-1,0 0 0,0 0 0,1 0 0,-1 0 0,1-1 0,0 1 0,0-1 0,0 0 1,0 0-1,0 0 0,1 0 0,4 2 0,3 2 13,-1 0 0,1-1 0,0 0 0,1-1 0,-1 0 0,18 5 0,-14-7 15,0 0 0,1-1 0,-1-1 0,25 0 0,-33-2 9,0 1 0,0-1 0,0 0-1,0 0 1,0-1 0,0 0 0,0 0 0,-1 0 0,1-1 0,-1 0 0,0-1 0,7-3 0,-5-4 1214</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18.440"/>
    </inkml:context>
    <inkml:brush xml:id="br0">
      <inkml:brushProperty name="width" value="0.05" units="cm"/>
      <inkml:brushProperty name="height" value="0.05" units="cm"/>
    </inkml:brush>
  </inkml:definitions>
  <inkml:trace contextRef="#ctx0" brushRef="#br0">102 27 7930,'-1'-1'443,"-1"1"1,1 0 0,0 0-1,-1 0 1,1 0 0,-1 0-1,1 0 1,0 0 0,-1 1-1,1-1 1,0 0-1,-2 1 1,-15 11 1588,-11 19-1047,25-25-932,0 0 0,0 0 0,0 0 0,1 0 0,0 1 0,0 0 0,0-1 0,1 1 0,0 0 0,-1 13 0,3-17-53,0 0 1,0 0-1,0 0 1,0 0 0,1-1-1,0 1 1,-1 0-1,1 0 1,0 0 0,1-1-1,-1 1 1,0 0 0,1-1-1,-1 1 1,1-1-1,0 0 1,0 1 0,0-1-1,0 0 1,0 0-1,0 0 1,1-1 0,-1 1-1,1-1 1,-1 1 0,1-1-1,0 0 1,4 2-1,-3-1 31,0-1-1,0 0 1,0 0-1,1 0 1,-1 0-1,0-1 0,0 1 1,1-1-1,-1 0 1,0 0-1,0-1 1,0 1-1,1-1 0,-1 0 1,0 0-1,0-1 1,0 1-1,0-1 1,0 0-1,-1 0 0,1 0 1,4-4-1,-5 4 61,-1 0-1,0 0 0,1-1 1,-1 1-1,0-1 0,0 1 1,-1-1-1,1 0 0,0 0 1,-1 0-1,0 0 0,0 0 1,0 0-1,0 0 0,0 0 1,0-1-1,-1 1 0,0 0 1,0 0-1,0-1 0,0 1 1,0 0-1,0 0 0,-1-1 1,0 1-1,1 0 0,-1 0 1,-1 0-1,0-4 0,-2 0 192,1 0 0,-1 0 0,-1 0 0,-5-6 0,9 11-225,0 0 0,-1 1 0,1-1 1,0 1-1,-1-1 0,1 1 0,-1 0 1,1-1-1,-1 1 0,0 0 0,0 0 1,1 0-1,-1 0 0,0 1 0,0-1 1,0 0-1,0 1 0,0-1 0,0 1 1,0 0-1,-2 0 0,3 0-53,0 0-1,0 1 1,1-1-1,-1 1 1,0-1-1,0 1 1,1-1-1,-1 1 1,1 0-1,-1-1 1,0 1-1,1 0 1,-1-1-1,1 1 1,-1 0 0,1 0-1,0-1 1,-1 1-1,1 0 1,0 0-1,0 0 1,-1 0-1,1 0 1,0-1-1,0 1 1,0 0-1,0 0 1,0 0-1,0 0 1,0 0-1,1 1 1,5 29-98,-5-26 90,1 0 1,1-1-1,-1 1 1,1-1-1,-1 1 1,1-1 0,0 0-1,1 0 1,-1 0-1,1 0 1,0-1-1,0 0 1,0 1-1,0-1 1,6 3 0,-2-3-1,0 1 0,-1-1 0,1 0 0,0-1 1,1 0-1,-1 0 0,0-1 0,1 0 0,9 0 1,-8-1 10,1 0 1,0-1 0,-1-1-1,1 0 1,-1 0 0,1-1-1,10-4 1,-15 4 14,1 0 0,-1 0 0,0 0 0,0-1 0,0 0 0,0 0 0,-1-1 0,0 1 0,0-1 0,8-9 0,-10 9 59,-1 1 0,1-1 0,-1 0 0,1 0-1,-1 0 1,-1 0 0,1 0 0,-1-1 0,0 1-1,0-6 1,1-5 770,-3-31 0,0 42-641,3 11-141,0 0 1,1 1-1,-1-1 0,1 0 0,1-1 1,3 7-1,1 1-41,-2-2-25,0 0-1,1-1 1,1 0-1,-1-1 1,10 9-1,-13-14-147,1 0 1,-1 0-1,1-1 1,0 0-1,0 0 0,0 0 1,1 0-1,-1-1 0,1 0 1,-1 0-1,1-1 0,9 2 1,15 1-1826</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18.831"/>
    </inkml:context>
    <inkml:brush xml:id="br0">
      <inkml:brushProperty name="width" value="0.05" units="cm"/>
      <inkml:brushProperty name="height" value="0.05" units="cm"/>
    </inkml:brush>
  </inkml:definitions>
  <inkml:trace contextRef="#ctx0" brushRef="#br0">64 436 8186,'-1'0'446,"0"-1"0,0 1 1,1 0-1,-1-1 0,0 1 0,0 0 1,0 0-1,0 0 0,1 0 1,-1 0-1,0 0 0,0 0 0,0 0 1,0 0-1,1 0 0,-1 0 1,0 0-1,-1 1 0,-12 10 2614,12-7-2827,0-1 0,0 1 1,0 0-1,0-1 0,0 1 1,-1 8-1,1-6-98,1 0 0,1 0 0,-1 0 0,1 1 0,0-1 1,1 0-1,-1 1 0,1-1 0,0 0 0,1 0 0,3 10 0,-4-14-106,0 1 1,0-1-1,0 0 0,0 1 0,1-1 0,-1 0 0,1 1 1,0-1-1,-1 0 0,1 0 0,0 0 0,0-1 0,0 1 1,1 0-1,-1-1 0,0 0 0,1 1 0,-1-1 1,0 0-1,1 0 0,0 0 0,-1 0 0,1-1 0,-1 1 1,1-1-1,0 0 0,-1 1 0,1-1 0,4-1 0,-2 0 32,0 0-1,0 0 0,0-1 0,0 0 0,0 0 0,-1 0 0,1 0 1,-1-1-1,1 1 0,-1-1 0,0-1 0,0 1 0,-1 0 0,1-1 1,0 0-1,-1 0 0,0 0 0,0 0 0,0 0 0,-1-1 0,4-6 0,-1-1 131,-1 1-1,0-1 0,0 0 0,-1 0 0,0 0 1,-1-1-1,1-22 0,-4 16 12,-1 0 0,-1 0 0,0 0 0,-1 0 0,-1 1 0,-1 0 0,-13-30 0,-2 5 44,-48-73-1,63 105-330,-1 1 0,0 0 0,0 1 0,-1 0 0,-1 0 0,-10-9 0,19 18 58,0 0-1,-1-1 0,1 1 1,0 0-1,-1 0 0,1 0 1,-1 0-1,1-1 1,-1 1-1,1 0 0,-1 0 1,1 0-1,0 0 0,-1 0 1,1 0-1,-1 0 0,1 0 1,-1 0-1,1 0 0,-1 0 1,1 0-1,-1 1 0,1-1 1,0 0-1,-1 0 0,1 0 1,-1 1-1,1-1 1,-1 1-1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19.609"/>
    </inkml:context>
    <inkml:brush xml:id="br0">
      <inkml:brushProperty name="width" value="0.05" units="cm"/>
      <inkml:brushProperty name="height" value="0.05" units="cm"/>
    </inkml:brush>
  </inkml:definitions>
  <inkml:trace contextRef="#ctx0" brushRef="#br0">97 1 7898,'-2'11'6525,"-2"7"-4296,-3 9-1688,4-4-24,-1-3-133,1 1 0,1 0-1,0 0 1,3 32-1,0-48-343,-1-1-1,1 1 0,0-1 1,0 1-1,0-1 0,1 1 1,-1-1-1,1 0 0,0 0 1,0 0-1,1 0 0,-1 0 1,1 0-1,0-1 0,0 1 1,0-1-1,1 0 0,-1 0 1,1 0-1,-1 0 0,1 0 1,0-1-1,0 0 0,0 0 1,0 0-1,1 0 0,4 1 1,6-1 46,0 0 1,0-1 0,1-1-1,-1 0 1,0-1 0,0 0-1,20-5 1,-1 1 89,-32 4-152,-1 1-1,1 0 0,0 0 0,0-1 1,-1 1-1,1 1 0,0-1 0,0 0 1,0 0-1,-1 1 0,4 0 1,-5-1-12,0 0 0,1 1 0,-1-1 0,0 0 0,0 0 1,0 1-1,1-1 0,-1 0 0,0 0 0,0 1 0,0-1 1,0 0-1,0 1 0,0-1 0,0 0 0,1 0 0,-1 1 1,0-1-1,0 0 0,0 1 0,0-1 0,0 0 1,0 1-1,0-1 0,-1 0 0,1 1 0,0-1 0,0 0 1,0 1-1,0-1 0,0 0 0,0 0 0,0 1 0,-1-1 1,1 0-1,0 1 0,-5 4 167,1 1 1,-1-1-1,0 0 1,-7 6-1,5-5-67,-32 26 317,-1-1-1,-2-2 0,-1-1 1,-59 27-1,63-36-408,32-15-229,25-12-6,16-8 1553</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19.983"/>
    </inkml:context>
    <inkml:brush xml:id="br0">
      <inkml:brushProperty name="width" value="0.05" units="cm"/>
      <inkml:brushProperty name="height" value="0.05" units="cm"/>
    </inkml:brush>
  </inkml:definitions>
  <inkml:trace contextRef="#ctx0" brushRef="#br0">0 146 10218,'1'-1'379,"0"0"0,0 0 0,0 0 0,0 0-1,0 0 1,0 0 0,0 0 0,0 0 0,0 0-1,1 1 1,-1-1 0,0 0 0,0 1 0,1-1 0,-1 1-1,0-1 1,1 1 0,-1 0 0,1 0 0,2 0 0,-2 0-134,1 0 1,0 1-1,-1-1 0,1 1 1,0 0-1,-1 0 1,1 0-1,-1 0 1,1 0-1,2 3 1,4 2 45,-1 1 0,1 1 0,-1-1 0,8 11 0,14 21 418,-24-29-560,0-1 0,1 0 0,0 0 0,1-1 0,15 13 0,-21-20-120,-1 0 1,1 1-1,0-2 1,-1 1-1,1 0 1,0 0-1,0 0 1,0-1-1,0 1 0,0-1 1,0 0-1,0 1 1,0-1-1,0 0 1,0 0-1,0 0 1,0-1-1,0 1 1,0 0-1,2-2 1,0 1 15,-1 0 0,0-1 0,1 0 0,-1 0 0,0 0 0,0 0 0,0-1 0,0 1 0,-1-1 1,4-3-1,0-1 49,-1-1 0,0 1-1,0-1 1,-1 0 0,0-1 0,0 1 0,-1-1 0,3-9 0,-5 8-32,0 0-1,-1 1 0,0-1 1,0 0-1,-1 0 1,0 0-1,-1 1 1,0-1-1,-1 1 0,0-1 1,-1 1-1,1 0 1,-2 0-1,1 1 1,-1-1-1,-1 1 0,-10-13 1,16 20-84,-1 0 0,1 0 0,-1 0 0,0 0 0,0 1 0,1-1 0,-1 0 1,0 0-1,0 0 0,0 1 0,0-1 0,0 1 0,0-1 0,0 1 0,-2-2 0,2 3-41,1 0 0,0 0 0,0 0 0,0 0 0,0 0 0,0 0 0,1 0 0,-1 0 0,0 0 0,0 0 0,1 0 0,-1 0 0,0 0 0,1-1 0,-1 1 0,1 0 0,-1 0 0,1 0 0,-1-1 0,1 1 0,0 1 0,22 30-1018,5 2 2066</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20.311"/>
    </inkml:context>
    <inkml:brush xml:id="br0">
      <inkml:brushProperty name="width" value="0.05" units="cm"/>
      <inkml:brushProperty name="height" value="0.05" units="cm"/>
    </inkml:brush>
  </inkml:definitions>
  <inkml:trace contextRef="#ctx0" brushRef="#br0">158 12 7266,'-7'-11'11085,"6"11"-10581,-14 2 4595,-20 20-3988,21-12 47,3-3-832,4-3-188,-1 0-1,1 1 0,0 0 0,0 0 1,1 0-1,0 1 0,0 0 0,-10 13 1,16-18-132,-1 0 0,0 0 0,1 0 1,0-1-1,-1 1 0,1 0 0,0 0 0,-1 0 1,1 0-1,0 1 0,0-1 0,0 0 1,0 0-1,0 0 0,0 0 0,0 0 1,0 0-1,1 0 0,-1 0 0,0 0 0,0 0 1,1 0-1,0 1 0,0 0-1,0-1-1,1 0 1,-1 1 0,0-1-1,1 0 1,-1 1 0,1-1-1,0 0 1,-1 0 0,1 0-1,3 1 1,3 1 1,0-1 0,1 0 0,-1 0 1,12 1-1,9-1 8,-23-3-11,1 2 0,-1-1 0,1 1 0,-1 0 0,1 0 0,-1 1 0,0-1 0,7 4 0,-12-5-2,-1 1-1,1-1 1,0 0 0,-1 1-1,1-1 1,-1 1 0,1-1-1,-1 1 1,1-1 0,-1 1-1,1-1 1,-1 1 0,1 0-1,-1-1 1,0 1 0,1 0-1,-1-1 1,0 1 0,0 0-1,1-1 1,-1 1 0,0 0-1,0-1 1,0 1 0,0 0-1,0 0 1,0-1 0,0 1-1,0 0 1,0-1 0,0 1-1,0 0 1,-1 0 0,1-1-1,0 1 1,0 0 0,-1-1 0,1 1-1,-1 0 1,1-1 0,0 1-1,-1-1 1,1 1 0,-1-1-1,1 1 1,-1-1 0,1 1-1,-1-1 1,0 1 0,-33 25 32,32-24-28,-22 13-184,0-1 1,-41 17-1,58-28-817,15-4 103,10-5 1646</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20.686"/>
    </inkml:context>
    <inkml:brush xml:id="br0">
      <inkml:brushProperty name="width" value="0.05" units="cm"/>
      <inkml:brushProperty name="height" value="0.05" units="cm"/>
    </inkml:brush>
  </inkml:definitions>
  <inkml:trace contextRef="#ctx0" brushRef="#br0">4 1 12563,'-1'3'581,"0"0"0,1 1 1,-1-1-1,1 0 0,-1 1 1,1-1-1,0 1 0,1-1 1,-1 1-1,1-1 0,-1 0 1,1 1-1,0-1 0,0 0 1,0 0-1,3 4 0,-3-4-407,2 0-1,-1 0 0,0-1 1,0 1-1,1-1 1,0 1-1,-1-1 0,1 0 1,0 0-1,0 0 1,0-1-1,0 1 0,6 1 1,-1 0-176,1-1 0,0 0 0,0-1 0,0 1 1,0-2-1,0 1 0,0-2 0,0 1 0,0-1 0,0 0 0,11-3 1,-10 1 31,0-1 0,-1 1 0,1-2 0,-1 1 0,0-1 0,0-1 0,0 1 0,-1-1 0,0-1 0,0 0 0,-1 0 0,0 0 0,7-9 0,-40 91 1374,15-38-1270,1 0 0,2 1 0,2 0-1,1 0 1,2 0 0,2 1 0,1-1 0,2 1 0,2-1 0,9 43-1,-12-76-116,8 27 20,-9-31-50,1 1 1,-1-1 0,0 0 0,1 0-1,0 0 1,-1 0 0,1 1 0,-1-1-1,1 0 1,0 0 0,0 0 0,0 0-1,0-1 1,0 1 0,0 0 0,0 0 0,0 0-1,0-1 1,0 1 0,0 0 0,2 0-1,11-3 872</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21.042"/>
    </inkml:context>
    <inkml:brush xml:id="br0">
      <inkml:brushProperty name="width" value="0.05" units="cm"/>
      <inkml:brushProperty name="height" value="0.05" units="cm"/>
    </inkml:brush>
  </inkml:definitions>
  <inkml:trace contextRef="#ctx0" brushRef="#br0">0 16 16668,'2'0'6649,"-2"-4"-4481,4-3-743,2 5-769,-1-1-280,-1 3-280,3 5-224,-7 3 1296</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21.413"/>
    </inkml:context>
    <inkml:brush xml:id="br0">
      <inkml:brushProperty name="width" value="0.05" units="cm"/>
      <inkml:brushProperty name="height" value="0.05" units="cm"/>
    </inkml:brush>
  </inkml:definitions>
  <inkml:trace contextRef="#ctx0" brushRef="#br0">55 3 10906,'-12'-2'4993,"-4"2"-2616,0 6-233,15 24-1231,1 7-169,0 18-136,-3 8-128,0 2-232,1-2 112,1-16-472,1-11-328</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21.758"/>
    </inkml:context>
    <inkml:brush xml:id="br0">
      <inkml:brushProperty name="width" value="0.05" units="cm"/>
      <inkml:brushProperty name="height" value="0.05" units="cm"/>
    </inkml:brush>
  </inkml:definitions>
  <inkml:trace contextRef="#ctx0" brushRef="#br0">8 11 11779,'-4'-1'4633,"0"-2"-3025,7 1-1016,-3 1-376,19-3-272</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22.133"/>
    </inkml:context>
    <inkml:brush xml:id="br0">
      <inkml:brushProperty name="width" value="0.05" units="cm"/>
      <inkml:brushProperty name="height" value="0.05" units="cm"/>
    </inkml:brush>
  </inkml:definitions>
  <inkml:trace contextRef="#ctx0" brushRef="#br0">48 1 5649,'-1'0'3985,"-2"10"688,3 5-1720,-2 14-1121,-5 3-288,-2 8-591,-2 0-265,3 1-280,4-1-72,1-9-472,6-3-3889</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22.476"/>
    </inkml:context>
    <inkml:brush xml:id="br0">
      <inkml:brushProperty name="width" value="0.05" units="cm"/>
      <inkml:brushProperty name="height" value="0.05" units="cm"/>
    </inkml:brush>
  </inkml:definitions>
  <inkml:trace contextRef="#ctx0" brushRef="#br0">0 0 10530,'2'15'7265,"6"7"-5430,0-3-847,1 16 158,-1-7-499,14 36 0,-19-57-603,0 0-1,0 0 1,1-1-1,0 0 0,0 1 1,1-1-1,0-1 1,0 1-1,0-1 0,8 7 1,-11-11-25,-1 0 0,1 0 0,0 0 0,0 0 0,0 0 0,0 0 0,0 0 0,0 0 0,0-1 1,0 1-1,0-1 0,0 1 0,0-1 0,0 0 0,0 0 0,0 0 0,1 0 0,-1 0 0,0-1 0,2 0 1,-1 0 6,0 0 0,0-1 0,-1 1 0,1-1 1,0 1-1,-1-1 0,1 0 0,-1 0 1,0-1-1,0 1 0,0 0 0,2-4 0,2-2 38,-1-1 0,0 0 0,-1 0 0,0 0 0,0-1 0,-1 1 0,3-13 0,-3 6 57,-1-1 0,0-17 0,-2 27-112,0 1 0,0 0 0,-1 0 0,0-1 0,0 1 0,0 0 0,-1 0 0,-4-10 0,4 16-753,3 9-1300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22.833"/>
    </inkml:context>
    <inkml:brush xml:id="br0">
      <inkml:brushProperty name="width" value="0.05" units="cm"/>
      <inkml:brushProperty name="height" value="0.05" units="cm"/>
    </inkml:brush>
  </inkml:definitions>
  <inkml:trace contextRef="#ctx0" brushRef="#br0">0 39 10402,'8'-6'4681,"1"-6"-2120,7 4-1665,-2 0-120,-1 4 2385</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23.221"/>
    </inkml:context>
    <inkml:brush xml:id="br0">
      <inkml:brushProperty name="width" value="0.05" units="cm"/>
      <inkml:brushProperty name="height" value="0.05" units="cm"/>
    </inkml:brush>
  </inkml:definitions>
  <inkml:trace contextRef="#ctx0" brushRef="#br0">10 30 6961,'-4'-7'3865,"-1"-5"-648,5 1 1208,3 17-3049,6 14-512,-3 6-279,1 11-145,4 4-128,-1 7-120,1 2 64,3-4-480,-1-6 2856</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31.341"/>
    </inkml:context>
    <inkml:brush xml:id="br0">
      <inkml:brushProperty name="width" value="0.05" units="cm"/>
      <inkml:brushProperty name="height" value="0.05" units="cm"/>
    </inkml:brush>
  </inkml:definitions>
  <inkml:trace contextRef="#ctx0" brushRef="#br0">1 457 7714,'-1'-4'13562,"5"-5"-11003,8-10-3184,2-6 888,-1 1 0,-1-2 0,11-33 1,-1 0-276,58-107 1,-71 148-79,17-30-455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33.024"/>
    </inkml:context>
    <inkml:brush xml:id="br0">
      <inkml:brushProperty name="width" value="0.05" units="cm"/>
      <inkml:brushProperty name="height" value="0.05" units="cm"/>
    </inkml:brush>
  </inkml:definitions>
  <inkml:trace contextRef="#ctx0" brushRef="#br0">1 29 3241,'6'-2'2528,"4"-4"561,3 2-905,5-1-919,3 1-401,3 0-416,4 0-144</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34.501"/>
    </inkml:context>
    <inkml:brush xml:id="br0">
      <inkml:brushProperty name="width" value="0.05" units="cm"/>
      <inkml:brushProperty name="height" value="0.05" units="cm"/>
    </inkml:brush>
  </inkml:definitions>
  <inkml:trace contextRef="#ctx0" brushRef="#br0">0 1 3713,'1'7'996,"0"0"1,1 0 0,0 1-1,0-1 1,0 0 0,5 8-1,4 14 579,15 99 1587,-14-59-2395,-12-68-741,0-1-1,0 1 1,0 0 0,0-1 0,1 1-1,-1 0 1,0 0 0,0-1 0,1 1 0,-1 0-1,0-1 1,1 1 0,-1-1 0,1 1-1,-1 0 1,1-1 0,-1 1 0,1-1 0,-1 1-1,1-1 1,0 0 0,-1 1 0,1-1-1,-1 1 1,1-1 0,0 0 0,1 1-1,-1-1 20,1 0 0,-1 0 0,1 0-1,-1-1 1,1 1 0,-1 0 0,1-1-1,-1 1 1,1-1 0,-1 1 0,0-1-1,3-1 1,2-2 94,0 0 0,-1-1 0,1 1 0,8-11 0,-6 5-8,-1 0 1,-1 0 0,0-1 0,0 0 0,-1 0 0,0-1-1,-1 1 1,3-13 0,-5 17-68,-1 0-1,1 0 1,-1 0 0,-1-1 0,1 1-1,-1 0 1,0 0 0,-1-1-1,0 1 1,0 0 0,-1 0-1,1 0 1,-2 0 0,-4-12-1,4 13-99,5 8-264,3 8-284</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34.895"/>
    </inkml:context>
    <inkml:brush xml:id="br0">
      <inkml:brushProperty name="width" value="0.05" units="cm"/>
      <inkml:brushProperty name="height" value="0.05" units="cm"/>
    </inkml:brush>
  </inkml:definitions>
  <inkml:trace contextRef="#ctx0" brushRef="#br0">55 0 5625,'-3'8'2913,"1"10"-361,-5 5-951,0 9-257,1 2-240,-3 4-480,0-1-200,3 2-103,3-2 39,1-13-360,3-3-505</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35.256"/>
    </inkml:context>
    <inkml:brush xml:id="br0">
      <inkml:brushProperty name="width" value="0.05" units="cm"/>
      <inkml:brushProperty name="height" value="0.05" units="cm"/>
    </inkml:brush>
  </inkml:definitions>
  <inkml:trace contextRef="#ctx0" brushRef="#br0">109 1 6265,'0'7'3521,"-3"4"-840,-6 12-769,-7 6-16,-8 9-583,3 8-281,1 6-408,5 2-176,15-6-144,1-10-256</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41.850"/>
    </inkml:context>
    <inkml:brush xml:id="br0">
      <inkml:brushProperty name="width" value="0.05" units="cm"/>
      <inkml:brushProperty name="height" value="0.05" units="cm"/>
    </inkml:brush>
  </inkml:definitions>
  <inkml:trace contextRef="#ctx0" brushRef="#br0">1 2 10370,'-1'-1'4121,"7"6"-2449,2 14-671,8 27-449,-1 8 64,0 15-136,-3 5-72,-5 0-336,1 1 880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42.630"/>
    </inkml:context>
    <inkml:brush xml:id="br0">
      <inkml:brushProperty name="width" value="0.05" units="cm"/>
      <inkml:brushProperty name="height" value="0.05" units="cm"/>
    </inkml:brush>
  </inkml:definitions>
  <inkml:trace contextRef="#ctx0" brushRef="#br0">2 118 4185,'0'-2'340,"-1"0"1,1 1-1,0-1 1,0 1-1,-1-1 0,1 0 1,0 1-1,0-1 1,1 0-1,-1 1 1,0-1-1,0 1 0,1-1 1,-1 0-1,1 1 1,-1-1-1,1 1 1,0-1-1,0 1 0,0 0 1,0-1-1,0 1 1,2-3-1,1 0 28,0 0 0,0 0-1,1 1 1,-1-1 0,11-5 0,1 1 145,0 0 0,1 1 1,0 0-1,33-7 0,-42 12-442,0 1-1,0-1 1,1 2-1,-1-1 0,0 1 1,0 1-1,0-1 1,1 1-1,-1 1 1,0 0-1,0 0 1,0 0-1,11 6 1,-15-6-43,-1 0 0,1 0 1,-1 1-1,1-1 0,-1 1 1,0 0-1,0 0 0,0 0 1,-1 0-1,1 1 0,-1-1 1,0 1-1,3 5 0,-2-2 35,-1-1 0,0 1 0,0 0 0,0-1-1,-1 1 1,0 0 0,-1 11 0,-1 4 132,0-1-1,-2 0 1,-1 1 0,-10 30 0,-16 37 318,-5-1-1,-70 129 1,101-209-455,-5 9 62,9-17-120,0 1 1,0-1 0,0 0 0,-1 0 0,1 1-1,0-1 1,0 0 0,0 0 0,0 1-1,0-1 1,0 0 0,0 1 0,0-1-1,0 0 1,0 1 0,0-1 0,0 0-1,0 1 1,0-1 0,0 0 0,0 0 0,0 1-1,0-1 1,0 0 0,1 1 0,-1-1-1,0 0 1,0 0 0,0 1 0,0-1-1,1 0 1,-1 0 0,0 1 0,0-1 0,1 0-1,11-3-198</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42.987"/>
    </inkml:context>
    <inkml:brush xml:id="br0">
      <inkml:brushProperty name="width" value="0.05" units="cm"/>
      <inkml:brushProperty name="height" value="0.05" units="cm"/>
    </inkml:brush>
  </inkml:definitions>
  <inkml:trace contextRef="#ctx0" brushRef="#br0">49 1 7602,'-3'2'957,"0"0"0,1 0 0,-1 0 0,0 1 0,1-1 0,-1 1 0,1 0 1,0 0-1,-3 5 0,2-2-504,0-1 1,1 1-1,-1 1 1,1-1 0,-1 7-1,2-6-359,-1 1-1,1-1 1,1 1-1,0-1 1,0 1-1,0 0 1,1-1 0,0 1-1,3 9 1,-3-13-64,0 0 1,1-1-1,0 1 1,-1-1-1,1 1 0,1-1 1,-1 0-1,0 0 1,1 0-1,0 0 1,-1 0-1,1 0 1,0-1-1,1 0 0,4 4 1,-7-6-19,1 1 0,0 0 0,0-1 0,0 1 0,0-1 0,0 1 0,0-1 0,0 0 0,0 0 0,0 0 0,0 0 0,0 0 0,0 0 0,0 0 0,-1-1 0,1 1 0,0-1 0,0 1 0,0-1 0,0 0 0,0 0 0,-1 0 0,1 0 0,0 0 0,-1 0 0,1-1 0,-1 1 0,1 0 0,-1-1 0,0 1 0,0-1 0,2-1 0,0-1 52,-1 1 1,0-1-1,1 1 1,-1-1 0,0 0-1,-1 0 1,1 0 0,-1 0-1,1 0 1,-1 0-1,-1 0 1,1 0 0,0 0-1,-1-1 1,0 1 0,0 0-1,0-1 1,-1 1-1,1 0 1,-3-6 0,2 5 30,-1 0 0,0 1 1,0 0-1,-1-1 0,1 1 1,-1 0-1,0 0 0,0 0 0,0 1 1,-1-1-1,1 1 0,-1 0 1,0 0-1,0 0 0,0 0 1,0 1-1,-7-4 0,3 2-36,-21-6 80,25 11-528,12 3-280,8 1-163</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43.374"/>
    </inkml:context>
    <inkml:brush xml:id="br0">
      <inkml:brushProperty name="width" value="0.05" units="cm"/>
      <inkml:brushProperty name="height" value="0.05" units="cm"/>
    </inkml:brush>
  </inkml:definitions>
  <inkml:trace contextRef="#ctx0" brushRef="#br0">0 0 9402,'6'2'4529,"4"5"-1560,2 17-1361,-4 10-72,-2 12-511,-4 4-273,-1 2-360,3 0-112,-3-6-168,-1-1-360,4-7-952</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43.735"/>
    </inkml:context>
    <inkml:brush xml:id="br0">
      <inkml:brushProperty name="width" value="0.05" units="cm"/>
      <inkml:brushProperty name="height" value="0.05" units="cm"/>
    </inkml:brush>
  </inkml:definitions>
  <inkml:trace contextRef="#ctx0" brushRef="#br0">0 0 12275,'0'8'4505,"2"15"-3361,-1 5-440,7 24 72,-4 7-88,6 8-272,-1 6-8,1-6-127,-2 1-265,-7-5-769,5-5-479,-7-20-2313</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44.187"/>
    </inkml:context>
    <inkml:brush xml:id="br0">
      <inkml:brushProperty name="width" value="0.05" units="cm"/>
      <inkml:brushProperty name="height" value="0.05" units="cm"/>
    </inkml:brush>
  </inkml:definitions>
  <inkml:trace contextRef="#ctx0" brushRef="#br0">0 56 12195,'0'3'725,"0"1"0,1-1-1,-1 1 1,1-1 0,-1 1 0,1-1 0,2 5 0,-2-7-556,-1 1-1,1 0 1,0-1-1,0 1 1,0-1-1,1 1 1,-1-1-1,0 1 1,0-1-1,1 0 1,2 2-1,-2-2-118,1 0 0,-1 0 0,1 0 0,0 0 0,-1 0 0,1-1 0,0 1 0,0-1 0,-1 0 0,1 0 0,0 0 0,0 0 0,-1 0 0,1-1 0,0 1 0,0-1 0,-1 0 0,1 0 0,2-1 0,11-3 54,-1-1-1,26-15 0,-37 19-105,0-1-1,-1 1 1,1-1 0,-1 1-1,0-1 1,0 0-1,0 0 1,0 0-1,-1-1 1,1 1-1,-1-1 1,1 1-1,-1-1 1,-1 0-1,1 0 1,2-7 0,-5-3-18,-1 14 32,0 11 45,-7 49 434,4 1 0,2 0 1,6 71-1,5-43 177,30 136 0,-31-195-568,-3-23-232,-3-14 214,-1-11 1495</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44.577"/>
    </inkml:context>
    <inkml:brush xml:id="br0">
      <inkml:brushProperty name="width" value="0.05" units="cm"/>
      <inkml:brushProperty name="height" value="0.05" units="cm"/>
    </inkml:brush>
  </inkml:definitions>
  <inkml:trace contextRef="#ctx0" brushRef="#br0">93 302 7698,'4'1'12183,"0"9"-8736,2 16-5818,-5-22 3604,14 31-1045,-13-33-174,-1 0 1,1 1-1,-1-1 0,0 1 0,0-1 0,0 1 1,0 0-1,0-1 0,-1 1 0,1 0 0,-1 0 1,0-1-1,1 1 0,-1 0 0,-1 0 0,1-1 1,0 1-1,-1 0 0,1 0 0,-1-1 0,0 1 1,-1 2-1,1 0 22,-1-1 0,0 0 1,0 0-1,0 0 0,0-1 0,-1 1 0,0-1 1,1 1-1,-1-1 0,0 0 0,-1 0 0,1 0 1,0 0-1,-1 0 0,0-1 0,0 0 1,1 0-1,-7 2 0,-6-2-176</inkml:trace>
  <inkml:trace contextRef="#ctx0" brushRef="#br0" timeOffset="1">22 1 11931,'-5'4'4617,"-7"1"-2841,8 14-1528,7 6-104,6 10 1504</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49.370"/>
    </inkml:context>
    <inkml:brush xml:id="br0">
      <inkml:brushProperty name="width" value="0.05" units="cm"/>
      <inkml:brushProperty name="height" value="0.05" units="cm"/>
    </inkml:brush>
  </inkml:definitions>
  <inkml:trace contextRef="#ctx0" brushRef="#br0">69 13 4169,'-1'-1'331,"-1"-1"1,1 1-1,0 0 0,-1 0 1,1 0-1,0 0 1,-1 1-1,0-1 0,1 0 1,-1 1-1,1-1 1,-1 1-1,0-1 0,1 1 1,-1 0-1,0 0 1,1 0-1,-1 0 0,0 0 1,-1 0-1,1 1-193,1-1-1,0 1 1,-1 0 0,1 0-1,0-1 1,-1 1 0,1 0-1,0 0 1,0 1-1,0-1 1,0 0 0,0 0-1,0 0 1,1 1-1,-1-1 1,0 0 0,0 3-1,-3 5-65,2 1-1,-1-1 0,1 1 0,1 0 0,-1 13 0,1-9-61,1-1-1,1 1 1,4 25-1,-5-35-6,1 1 0,0-1 0,0 0-1,1 0 1,-1 0 0,1 0-1,0-1 1,0 1 0,0 0-1,0-1 1,0 1 0,1-1 0,0 0-1,0 0 1,0 0 0,6 5-1,-8-8 14,1 1 0,-1 0-1,1-1 1,-1 1-1,1-1 1,0 0 0,-1 1-1,1-1 1,-1 0-1,1 0 1,0 0 0,-1 0-1,1 0 1,0-1-1,-1 1 1,1 0 0,-1-1-1,1 1 1,-1-1-1,1 1 1,-1-1 0,1 0-1,-1 0 1,1 0-1,-1 0 1,0 0-1,0 0 1,1 0 0,-1 0-1,0 0 1,0 0-1,0-1 1,1-2 0,2-1 161,0-1-1,-1 0 1,0 0 0,0 0 0,0 0 0,3-12 0,-5 11 46,0 0-1,0 0 1,-1-1 0,0 1 0,0 0 0,-1 0 0,1-1 0,-2 1-1,1 0 1,-1 0 0,0 0 0,0 0 0,-1 0 0,0 1 0,0-1-1,-1 1 1,0 0 0,-6-9 0,8 15-262,3 4-17,5 12-80,8 21-25,24 65 301,40 170 0,-76-261-37,0 0 0,0 0 0,-1 16 0,-1-21-14</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49.743"/>
    </inkml:context>
    <inkml:brush xml:id="br0">
      <inkml:brushProperty name="width" value="0.05" units="cm"/>
      <inkml:brushProperty name="height" value="0.05" units="cm"/>
    </inkml:brush>
  </inkml:definitions>
  <inkml:trace contextRef="#ctx0" brushRef="#br0">22 29 9762,'-3'3'641,"1"-1"0,0 1 0,0 0 0,1 1-1,-1-1 1,1 0 0,-1 0 0,1 1 0,-1 6 0,0-3-295,2 1 0,-1 0-1,1-1 1,0 10 0,2 1-207,1 0 0,9 34 0,-8-40-100,1 1 0,0-1-1,1 0 1,0 0 0,0 0-1,2-1 1,8 11 0,-14-19-26,1 0 0,0 0 0,0-1 0,0 1 0,0-1 0,0 1 0,0-1 0,0 0 0,1-1 0,-1 1 0,1 0 0,5 1 0,-6-3 8,0 0 1,-1 1 0,1-1-1,0-1 1,-1 1 0,1 0-1,0 0 1,-1-1 0,1 0 0,0 1-1,-1-1 1,1 0 0,-1 0-1,1-1 1,-1 1 0,0 0-1,1-1 1,-1 1 0,4-5-1,-1 1 173,1-1-1,-1 0 0,0-1 1,0 1-1,0-1 0,-1 0 1,0 0-1,-1 0 0,0-1 1,0 1-1,0-1 0,-1 0 1,0 0-1,-1 1 0,1-1 1,-2-1-1,1 1 0,-1 0 1,0 0-1,-1 0 0,0 0 1,0 0-1,-1 0 0,0 0 1,0 1-1,-1-1 0,0 0 1,0 1-1,0 0 0,-1 0 1,-1 0-1,-5-7 0,5 7-135,0 1 0,-1-1 0,1 1 0,-1 1 0,-1-1 0,1 1 0,-1 0 0,0 1 0,0 0 0,0 0 0,-1 0 0,-7-2 0,14 6-64,0-1-1,0 1 1,1 0 0,-1 0-1,0 0 1,0 0 0,1 0-1,-1 0 1,0 0 0,0 0-1,1 0 1,-1 0 0,0 0-1,1 1 1,-1-1-1,0 0 1,0 0 0,1 1-1,-1-1 1,0 0 0,1 1-1,-1-1 1,1 1 0,-1-1-1,1 1 1,-1-1 0,1 1-1,-1-1 1,1 1 0,-1 0-1,1-1 1,-1 1 0,1 0-1,0-1 1,0 1 0,-1 0-1,1-1 1,0 1 0,0 0-1,0 0 1,0-1 0,0 2-1,-1 2-29,1 0 1,0-1-1,1 1 0,-1 0 0,1 0 1,-1-1-1,1 1 0,2 4 0,15 28 682</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0.394"/>
    </inkml:context>
    <inkml:brush xml:id="br0">
      <inkml:brushProperty name="width" value="0.05" units="cm"/>
      <inkml:brushProperty name="height" value="0.05" units="cm"/>
    </inkml:brush>
  </inkml:definitions>
  <inkml:trace contextRef="#ctx0" brushRef="#br0">85 1 9170,'-23'9'9426,"2"6"-6252,20-14-3152,0 0-1,0 0 1,0 0-1,0 0 1,1 0 0,-1 1-1,0-1 1,0 0-1,1 0 1,-1 1-1,1-1 1,-1 0-1,1 1 1,-1-1-1,1 1 1,0-1-1,0 0 1,0 1-1,0-1 1,0 1-1,0-1 1,0 0 0,0 1-1,0-1 1,1 1-1,-1-1 1,1 0-1,-1 1 1,1-1-1,-1 0 1,1 0-1,1 2 1,13 20-23,-9-15 5,0 0-1,-1 1 1,0-1 0,0 1 0,4 13 0,-8-19 30,-1-1-1,1 1 1,-1 0 0,0-1-1,1 1 1,-1 0-1,0-1 1,0 1 0,-1 0-1,1-1 1,-1 1 0,1 0-1,-1-1 1,0 1-1,0-1 1,0 1 0,0-1-1,0 1 1,-1-1 0,1 0-1,-1 1 1,0-1-1,1 0 1,-5 3 0,2-1 108,0-1 1,0 0 0,-1 0-1,-8 5 1,12-7-126,0-1-1,0 1 1,0-1 0,0 1 0,0-1 0,0 1-1,0-1 1,0 0 0,0 1 0,0-1 0,0 0-1,0 0 1,-1 0 0,1 0 0,0 0 0,0 0-1,0 0 1,0 0 0,0 0 0,0-1 0,0 1 0,0 0-1,0-1 1,0 1 0,0-1 0,0 1 0,0-1-1,0 1 1,0-1 0,0 0 0,-1-1 0,-1-8-143</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2.494"/>
    </inkml:context>
    <inkml:brush xml:id="br0">
      <inkml:brushProperty name="width" value="0.05" units="cm"/>
      <inkml:brushProperty name="height" value="0.05" units="cm"/>
    </inkml:brush>
  </inkml:definitions>
  <inkml:trace contextRef="#ctx0" brushRef="#br0">104 26 5025,'-1'-2'598,"-1"-1"-1,1 2 1,-1-1 0,1 0-1,-1 0 1,0 0 0,0 1-1,0-1 1,0 1 0,0 0-1,0-1 1,0 1 0,0 0-1,-3-1 1,3 2-511,1 0 1,-1-1-1,0 1 1,1 0-1,-1 0 0,0 0 1,1 1-1,-1-1 1,1 0-1,-1 0 1,0 1-1,1-1 0,-1 1 1,1 0-1,-1-1 1,1 1-1,0 0 1,-1 0-1,1 0 0,0 0 1,-1 0-1,-1 2 1,-1 2-57,0 0 1,1 0-1,-1 0 1,1 1-1,0-1 0,0 1 1,1-1-1,0 1 1,0 0-1,0 0 1,1 0-1,0 0 0,0 0 1,0 1-1,1 11 1,0-10-36,0 0 1,1 0-1,0 0 0,1 1 1,0-1-1,0 0 1,0-1-1,1 1 1,0 0-1,1-1 0,6 12 1,-8-17 6,0 1 0,0-1 0,-1 0 0,1 0-1,1 0 1,-1 0 0,0 0 0,0 0 0,1 0 0,-1-1 0,1 1 0,0-1 0,-1 0 0,1 1 0,0-1 0,0-1 0,0 1 0,0 0-1,-1-1 1,6 1 0,-5-1 10,-1-1-1,1 1 0,0-1 0,-1 1 1,1-1-1,-1 0 0,0 0 0,1 0 1,-1-1-1,0 1 0,0 0 1,1-1-1,-1 0 0,0 1 0,0-1 1,-1 0-1,1 0 0,0 0 1,-1 0-1,1 0 0,-1 0 0,0-1 1,2-2-1,1-3 39,-1 0 1,0-1-1,0 1 1,-1-1-1,0 0 1,0 1-1,-1-1 1,0 0-1,-1 0 1,0 0-1,0 0 1,-1 0-1,0 1 1,-1-1-1,1 0 1,-2 0-1,-5-14 1,11 45 213,6-4-131,0-1 0,1 0 0,0 0 1,2-1-1,0 0 0,1-1 0,0 0 0,22 18 0,-19-21 2415</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2.869"/>
    </inkml:context>
    <inkml:brush xml:id="br0">
      <inkml:brushProperty name="width" value="0.05" units="cm"/>
      <inkml:brushProperty name="height" value="0.05" units="cm"/>
    </inkml:brush>
  </inkml:definitions>
  <inkml:trace contextRef="#ctx0" brushRef="#br0">0 1 9402,'3'0'3705,"7"0"-2105,11 20-576,4 10-183,8 30 231,-6 7-168,-4 6-384,-3 1-40,-7-17-16,-2-6-336,-1-17 2809</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3.229"/>
    </inkml:context>
    <inkml:brush xml:id="br0">
      <inkml:brushProperty name="width" value="0.05" units="cm"/>
      <inkml:brushProperty name="height" value="0.05" units="cm"/>
    </inkml:brush>
  </inkml:definitions>
  <inkml:trace contextRef="#ctx0" brushRef="#br0">1 1 7770,'3'3'596,"-1"0"0,1 1 1,-1 0-1,0-1 1,0 1-1,0 0 1,0 0-1,-1 0 0,1 0 1,1 8-1,4 45 1138,-6-41-920,5 73 1604,7 52 41,-13-138-2419,0-1-1,0 0 1,1 1-1,-1-1 1,1 0-1,0 0 1,-1 1-1,1-1 0,0 0 1,0 0-1,1 0 1,-1 0-1,0 0 1,1 0-1,-1-1 1,1 1-1,-1 0 1,4 2-1,-2-3-8,0 0 0,0 0 0,0 0 0,0 0 0,0 0 0,0-1 0,0 0 0,0 1 0,0-1 0,0 0 0,0 0 1,0-1-1,4 0 0,24-5 149,-21 4-118,-1 1 1,1-1 0,12 1-1,-21 1-57,0-1 1,0 1-1,0 0 0,-1 0 0,1 0 0,0 0 0,0 0 0,0 0 1,-1 1-1,1-1 0,0 0 0,0 0 0,0 0 0,-1 1 0,1-1 1,0 1-1,-1-1 0,1 0 0,0 1 0,-1-1 0,1 1 0,0-1 1,-1 1-1,1 0 0,-1-1 0,1 1 0,-1-1 0,1 1 0,-1 0 0,0 0 1,1-1-1,-1 1 0,0 0 0,1 0 0,-1-1 0,0 1 0,0 0 1,0 0-1,0 0 0,0-1 0,0 1 0,0 0 0,0 0 0,0 0 1,0-1-1,0 1 0,0 0 0,-1 0 0,0 1 0,-1 4 29,-1 0-1,0 0 1,0 0-1,-7 9 1,9-15-32,-24 32 155,-1-1 1,-40 37-1,64-66-140,-2 1-51,7-9-290,4-6-295</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3.603"/>
    </inkml:context>
    <inkml:brush xml:id="br0">
      <inkml:brushProperty name="width" value="0.05" units="cm"/>
      <inkml:brushProperty name="height" value="0.05" units="cm"/>
    </inkml:brush>
  </inkml:definitions>
  <inkml:trace contextRef="#ctx0" brushRef="#br0">1 52 11250,'20'36'6032,"19"14"-4423,0 1-981,-29-36-445,14 22 115,-22-35-261,0 0 0,0 0-1,0 0 1,0 0 0,0 0-1,0 0 1,0 0 0,1-1-1,-1 1 1,1-1 0,3 2-1,-5-3-2,1 0 0,-1 0 0,0 0 0,0 0 0,1 0 0,-1-1 0,0 1 0,0 0 0,1-1 0,-1 1 0,0-1-1,0 1 1,0-1 0,0 0 0,0 0 0,0 1 0,0-1 0,0 0 0,0 0 0,0 0 0,0 0 0,0 0 0,-1 0-1,1 0 1,0 0 0,-1 0 0,1 0 0,-1-1 0,1 1 0,0-2 0,2-4 177,0-1 0,-1 0 0,3-12-1,-3 4-66,0 1 0,-1-1 0,-1 1 0,-1-1 0,0 1 0,-1-1 0,0 1 0,-2 0 0,-8-27-1,4 26 1776</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3.959"/>
    </inkml:context>
    <inkml:brush xml:id="br0">
      <inkml:brushProperty name="width" value="0.05" units="cm"/>
      <inkml:brushProperty name="height" value="0.05" units="cm"/>
    </inkml:brush>
  </inkml:definitions>
  <inkml:trace contextRef="#ctx0" brushRef="#br0">1 258 10738,'8'-46'6465,"5"-1"-3392,35-86-701,-48 131-2357,13-23 196,-13 25-211,0 0 0,0-1 0,0 1 0,1 0 0,-1 0 0,0-1 0,0 1 0,0 0 0,1 0 0,-1 0 0,0-1 0,0 1 0,0 0 0,1 0 0,-1 0 0,0-1 0,0 1 1,1 0-1,-1 0 0,0 0 0,1 0 0,-1 0 0,0 0 0,1 0 0,-1 0 0,0 0 0,0 0 0,1 0 0,-1 0 0,0 0 0,1 0 0,-1 0 0,0 0 0,1 0 0,-1 0 0,0 0 0,0 0 0,1 0 0,-1 1 0,0-1 0,0 0 0,1 0 0,-1 0 0,0 1 0,0-1 0,1 0 0,-1 0 0,0 0 0,0 1 0,0-1 0,0 0 0,1 0 0,-1 1 0,0-1 0,0 0 0,0 1 0,0-1 0,0 0 0,0 0 0,0 1 0,0-1 0,0 0 0,0 1 0,0-1 1,0 1-1,5 15-28,6 32 1,-10-38 32,1 1 0,0-1-1,0 0 1,1-1 0,1 1 0,-1-1 0,2 1 0,-1-1 0,11 15 0,-15-23 0,1 0-1,0 0 0,0 1 0,0-1 1,0 0-1,0 0 0,0 0 1,1 0-1,-1 0 0,0 0 0,0 0 1,1-1-1,-1 1 0,1 0 1,-1-1-1,1 1 0,-1-1 0,0 1 1,1-1-1,-1 0 0,1 0 1,0 0-1,-1 0 0,1 0 0,-1 0 1,1 0-1,-1 0 0,1 0 1,-1-1-1,1 1 0,-1-1 1,1 1-1,-1-1 0,0 1 0,1-1 1,-1 0-1,0 0 0,1 0 1,-1 0-1,0 0 0,0 0 0,0 0 1,0 0-1,0 0 0,2-3 1,0-4 12,0 1 0,0-1 1,-1 0-1,0 0 0,0-1 1,0 1-1,-2 0 0,1-1 0,-1 1 1,0 0-1,0-1 0,-3-10 1,1-10 2,8-2-34,-6 31 9,0 1 0,0-1 0,0 1 1,1-1-1,-1 0 0,0 1 0,0-1 0,0 0 0,0 1 0,0-1 0,1 0 0,-1 1 0,0-1 0,0 0 0,1 1 0,-1-1 0,0 0 0,0 1 0,1-1 0,-1 0 0,0 0 0,1 0 0,-1 1 0,0-1 0,1 0 0,-1 0 0,1 0 0,-1 0 0,0 0 0,1 1 0,-1-1 0,0 0 0,1 0 0,-1 0 0,1 0 1,-1 0-1,0 0 0,1 0 0,-1-1 0,1 1 0,-1 0 0,0 0 0,1 0 0,-1 0 0,0 0 0,1-1 0,-1 1 0,0 0 0,1 0 0,-1 0 0,0-1 0,1 1 0,-1 0 0,0-1 0,0 1 0,1 0 0,-1 0 0,0-1 0,0 1 0,0-1 0,1 1 0,-1 0 0,0-1 0,0 1 0,0 0 0,0-1 0,0 1 1,0-1-1,0 0 0,3 7-37,-1 1 0,0-1 1,0 0-1,0 1 1,0 10-1,5 16 5,-3-18-18,1-1 0,1 0 0,0 0 0,1 0 0,0-1-1,11 15 1,-4-9-595</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4.330"/>
    </inkml:context>
    <inkml:brush xml:id="br0">
      <inkml:brushProperty name="width" value="0.05" units="cm"/>
      <inkml:brushProperty name="height" value="0.05" units="cm"/>
    </inkml:brush>
  </inkml:definitions>
  <inkml:trace contextRef="#ctx0" brushRef="#br0">92 3 12411,'-9'-2'9015,"-3"5"-6451,-9 7-1493,16-7-827,0 0-1,0 0 1,0 0 0,0 1-1,-8 8 1,12-11-230,0 1 0,0-1 1,0 1-1,0-1 0,0 1 0,0-1 1,0 1-1,0 0 0,1-1 0,-1 1 1,1 0-1,0-1 0,-1 1 1,1 0-1,0 0 0,0-1 0,0 1 1,0 0-1,0 0 0,0 0 0,1-1 1,-1 1-1,1 0 0,-1-1 0,2 3 1,1 2-16,0 0 0,1 0 0,-1 0 0,1-1 1,1 0-1,-1 1 0,1-2 0,5 6 0,49 34-8,-16-12 27,-41-32-15,-1 1 1,0 0-1,1 1 1,-1-1-1,0 0 0,0 0 1,0 0-1,0 1 0,0-1 1,0 0-1,-1 1 1,1-1-1,0 1 0,-1-1 1,1 1-1,-1 0 1,1-1-1,-1 1 0,0-1 1,0 1-1,0 0 0,0 2 1,0-2 4,-1 1 1,0-1-1,0 0 1,0 0-1,0 1 0,0-1 1,0 0-1,-1 0 1,1 0-1,-1 0 0,1 0 1,-1 0-1,-2 1 1,-6 5 31,1-1 1,-1-1 0,0 1 0,-1-2-1,-11 5 1,-31 8-89,39-13-233</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5.980"/>
    </inkml:context>
    <inkml:brush xml:id="br0">
      <inkml:brushProperty name="width" value="0.05" units="cm"/>
      <inkml:brushProperty name="height" value="0.05" units="cm"/>
    </inkml:brush>
  </inkml:definitions>
  <inkml:trace contextRef="#ctx0" brushRef="#br0">29 10 9314,'-4'-4'4217,"-2"-2"-2033,4 24-1223,-1 17-297,1 37-360,-4 15-8,3 11-64,1-3-360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6.326"/>
    </inkml:context>
    <inkml:brush xml:id="br0">
      <inkml:brushProperty name="width" value="0.05" units="cm"/>
      <inkml:brushProperty name="height" value="0.05" units="cm"/>
    </inkml:brush>
  </inkml:definitions>
  <inkml:trace contextRef="#ctx0" brushRef="#br0">0 197 9594,'17'-21'4057,"12"-16"-2217,8 0-871,2-1-33,1 6-352,-4 0-136</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6.702"/>
    </inkml:context>
    <inkml:brush xml:id="br0">
      <inkml:brushProperty name="width" value="0.05" units="cm"/>
      <inkml:brushProperty name="height" value="0.05" units="cm"/>
    </inkml:brush>
  </inkml:definitions>
  <inkml:trace contextRef="#ctx0" brushRef="#br0">18 37 7778,'4'-9'4113,"0"-11"-1185,-1 14-863,1 5-241,-4 13-736,0 18-336,-5 25-336,-1 19-55,-2 30-121,-2 2-72,7-7-48,4-9-64,12-25-272</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7.043"/>
    </inkml:context>
    <inkml:brush xml:id="br0">
      <inkml:brushProperty name="width" value="0.05" units="cm"/>
      <inkml:brushProperty name="height" value="0.05" units="cm"/>
    </inkml:brush>
  </inkml:definitions>
  <inkml:trace contextRef="#ctx0" brushRef="#br0">42 53 8826,'-7'6'5090,"-7"19"-2999,9-13-1785,1 1 0,1-1 0,-3 23 0,5-31-286,0 0-1,1 0 1,0 0-1,0 0 0,0 0 1,0 0-1,1 0 1,-1-1-1,1 1 0,0 0 1,0 0-1,1 0 1,-1 0-1,1-1 0,0 1 1,3 5-1,-4-8-14,1 0-1,-1 0 1,0 1 0,1-1-1,-1 0 1,0-1 0,1 1-1,-1 0 1,1 0 0,0-1-1,-1 1 1,1 0 0,-1-1-1,1 0 1,0 1 0,0-1-1,-1 0 1,1 0 0,0 0-1,-1 0 1,1 0 0,0-1-1,-1 1 1,1 0 0,0-1-1,-1 1 1,1-1 0,0 1-1,-1-1 1,1 0-1,-1 0 1,1 0 0,-1 0-1,0 0 1,1 0 0,-1 0-1,2-3 1,3-2 23,0 0 0,0-1 0,-1 1 0,0-1-1,0 0 1,5-11 0,-7 13 31,0-2 0,-1 1-1,1 0 1,-1 0 0,0-1 0,-1 1-1,0-1 1,0 0 0,0 1 0,-1-1-1,0 0 1,0 1 0,0-1-1,-1 0 1,0 1 0,-1-1 0,1 1-1,-1-1 1,0 1 0,-1 0 0,0-1-1,-4-6 1,6 12-5,1 0 0,-1 0 0,0 0-1,1 0 1,-1 0 0,0 0 0,0 1 0,0-1 0,0 0 0,0 0-1,0 1 1,0-1 0,0 1 0,0-1 0,-1 0 0,1 1-20,1 0 0,0 0 1,-1 0-1,1 0 1,-1 0-1,1 1 0,-1-1 1,1 0-1,0 0 1,-1 0-1,1 0 0,-1 1 1,1-1-1,0 0 0,-1 0 1,1 0-1,0 1 1,-1-1-1,1 0 0,0 1 1,-1-1-1,1 0 1,0 1-1,0-1 0,-1 1 1,1-1-1,-1 4 56,-1-1 0,1 0-1,0 0 1,0 0 0,1 1 0,-1-1-1,1 1 1,0 5 0,0 1-23,1 1-1,0-1 1,0 1-1,1-1 1,1 0-1,0 0 1,0 0-1,8 15 1,-9-20-77,1 0 0,0 0 1,0 0-1,0-1 0,1 1 0,0-1 0,0 0 1,0 0-1,0 0 0,0 0 0,1-1 0,0 0 1,-1 0-1,1 0 0,0 0 0,1-1 1,7 3-1,23 1-698</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7.446"/>
    </inkml:context>
    <inkml:brush xml:id="br0">
      <inkml:brushProperty name="width" value="0.05" units="cm"/>
      <inkml:brushProperty name="height" value="0.05" units="cm"/>
    </inkml:brush>
  </inkml:definitions>
  <inkml:trace contextRef="#ctx0" brushRef="#br0">1 261 9706,'5'16'5422,"5"5"-1513,-10-20-3817,1-1 1,0 1-1,0-1 1,-1 1-1,1-1 1,0 1-1,0-1 0,0 0 1,-1 1-1,1-1 1,0 0-1,0 0 1,0 1-1,0-1 1,0 0-1,0 0 0,-1 0 1,1 0-1,0 0 1,0 0-1,0-1 1,0 1-1,0 0 1,0 0-1,1-1 1,4-1 46,0-1 0,-1 0 0,1 0 0,-1 0 0,1-1 0,-1 1 1,0-1-1,0-1 0,-1 1 0,1-1 0,6-9 0,4-6-21,18-35 0,-30 49-80,40-69 56,-42 73-94,-1 1 0,1-1 0,0 1 1,0-1-1,0 1 0,0 0 0,0 0 0,0-1 0,1 1 0,-1 0 0,0 0 0,1 0 0,2-1 0,-4 2 0,1 0 0,-1 0-1,1 0 1,-1 0 0,1 0 0,-1 0-1,1 0 1,-1 0 0,0 0 0,1 0 0,-1 0-1,1 1 1,-1-1 0,0 0 0,1 0-1,-1 1 1,1-1 0,-1 0 0,0 0 0,1 1-1,-1-1 1,0 0 0,0 1 0,1-1-1,-1 0 1,0 1 0,0-1 0,1 1 0,-1-1-1,0 1 1,0 0 0,2 5 1,0 1 0,0-1-1,-1 1 1,0 0 0,0 8 0,-5 176 160,-1-71-91,7 99-181,0-201 132,0-14 1758</inkml:trace>
  <inkml:trace contextRef="#ctx0" brushRef="#br0" timeOffset="1">460 1 13635,'-1'1'5042,"-4"2"-4285,0 1-1,0 0 0,1 0 0,-1 0 0,1 0 1,-6 9-1,7-8-517,-1 0-1,1 0 1,1 1 0,-1-1 0,1 1 0,-3 9-1,4-11-225,0 1-1,0-1 1,1 1-1,-1-1 0,1 1 1,0-1-1,1 1 0,-1-1 1,1 1-1,0-1 1,0 0-1,0 1 0,0-1 1,1 0-1,0 0 1,0 0-1,0 0 0,0 0 1,1 0-1,-1 0 1,5 4-1,19 15 3,-21-19-10,0 0 1,0 1 0,0 0-1,0 0 1,7 10-1,-11-13-1,0 0 0,0 0-1,0 0 1,-1 0 0,1 0-1,-1 1 1,1-1 0,-1 0-1,0 0 1,1 1 0,-1-1-1,0 0 1,-1 0 0,1 1 0,0-1-1,-1 0 1,1 0 0,-1 0-1,0 1 1,1-1 0,-3 4-1,-1 1 17,-1 0-1,1-1 1,-1 1-1,0-1 1,-1 0-1,1-1 1,-1 1-1,-1-1 1,1 0-1,0 0 1,-1-1-1,0 0 1,0 0-1,-1-1 1,1 0-1,-1 0 1,1 0-1,-10 1 1,17-4-30,-1 0-1,0 1 1,1-1 0,-1 0-1,1 0 1,-1 1 0,0-1-1,1 0 1,-1 0 0,0 0-1,1 0 1,-1 0 0,0 0-1,1 0 1,-1 0 0,0 0-1,1 0 1,-1-1 0,1 1-1,-1 0 1,0 0 0,1 0-1,-2-1 1,3 0-24,-1 0 0,1-1 0,0 1 0,-1 1 0,1-1 0,0 0 0,0 0 0,0 0 0,0 0 0,0 0 0,0 1 0,0-1 0,1 0 0,22-15 1221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7.789"/>
    </inkml:context>
    <inkml:brush xml:id="br0">
      <inkml:brushProperty name="width" value="0.05" units="cm"/>
      <inkml:brushProperty name="height" value="0.05" units="cm"/>
    </inkml:brush>
  </inkml:definitions>
  <inkml:trace contextRef="#ctx0" brushRef="#br0">14 206 8570,'34'-30'5785,"-27"23"-5296,-1-1 0,0 1 0,5-10 0,-8 12-388,-1 0-1,1 0 1,-1 0-1,0 0 0,0 0 1,0-1-1,-1 1 0,1-1 1,-1 0-1,-1 1 1,1-1-1,-1 1 0,0-1 1,-1-7-1,0 10 8,-1 0 0,1 0 0,0 1 0,-1-1 0,0 0 0,1 1 0,-1-1 0,0 1 0,0 0 0,-1 0 0,1 0 0,0 0 0,-1 0 0,1 0 0,-1 1 1,0-1-1,1 1 0,-7-3 0,8 4-78,0-1-1,0 0 1,-1 1 0,1-1 0,0 1 0,-1 0 0,1-1 0,0 1 0,-1 0 0,1 0 0,-1-1 0,1 1 0,0 0 0,-1 1 0,1-1 0,-1 0 0,1 0 0,0 1 0,-1-1 0,1 0 0,0 1 0,-1-1 0,1 1 0,0 0 0,0 0-1,0-1 1,-1 1 0,1 0 0,0 0 0,0 0 0,0 0 0,0 0 0,0 0 0,1 0 0,-1 0 0,0 1 0,0-1 0,1 0 0,-1 0 0,0 3 0,-1 5-7,1-1-1,0 1 1,0 0 0,1 0-1,1 0 1,-1 0 0,1-1-1,0 1 1,1 0 0,0 0-1,1-1 1,0 0 0,0 1-1,0-1 1,1 0 0,9 12 0,-8-11-39,1-1 1,0 1 0,1-1 0,0-1-1,1 1 1,-1-1 0,1 0-1,1-1 1,-1 0 0,1-1 0,0 1-1,0-1 1,19 6 0,-26-10 1,0 0 0,0-1 0,0 1 0,1 0 0,-1-1 0,0 1 0,0-1 1,1 0-1,-1 0 0,0 0 0,1 0 0,-1 0 0,0-1 0,1 1 0,-1-1 0,0 1 0,0-1 0,1 0 0,-1 0 1,0 0-1,0 0 0,0 0 0,0 0 0,0-1 0,0 1 0,-1-1 0,1 1 0,0-1 0,-1 0 0,1 1 0,-1-1 1,0 0-1,1 0 0,-1 0 0,0 0 0,0 0 0,0-1 0,0-1 0,5-19 2428</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8.162"/>
    </inkml:context>
    <inkml:brush xml:id="br0">
      <inkml:brushProperty name="width" value="0.05" units="cm"/>
      <inkml:brushProperty name="height" value="0.05" units="cm"/>
    </inkml:brush>
  </inkml:definitions>
  <inkml:trace contextRef="#ctx0" brushRef="#br0">1 195 10882,'15'-38'6838,"-6"18"-5744,-1 0 0,-1 0 0,-1-1 0,6-33 0,-12 53-1073,0 0 0,1 0 0,-1 0 1,0 0-1,0 0 0,0 0 0,0 0 0,0 0 0,0-1 0,0 1 0,-1 0 0,1 0 0,0 0 0,-1 0 0,1 0 0,0 0 0,-1 0 0,0-1 0,0 2-15,1 0 0,-1 0-1,1 0 1,-1 0-1,1 0 1,-1 0-1,1 0 1,-1 0 0,1 0-1,-1 0 1,1 0-1,-1 0 1,1 0-1,0 0 1,-1 1-1,1-1 1,-1 0 0,1 0-1,-1 0 1,1 1-1,0-1 1,-1 0-1,1 1 1,0-1 0,-1 0-1,0 1 1,-2 3-10,0-1 1,-1 1-1,2 0 0,-1 0 1,0 0-1,-3 8 1,2-2-3,1 0 0,1-1 1,0 2-1,0-1 0,1 0 0,0 0 1,1 0-1,0 1 0,0-1 1,1 0-1,1 0 0,-1 0 1,2 0-1,-1 0 0,2 0 0,-1 0 1,8 13-1,-9-20 4,0 0 0,0-1 0,0 0 1,0 1-1,0-1 0,0 0 0,0 0 0,1-1 0,-1 1 0,1 0 0,0-1 0,-1 1 1,1-1-1,0 0 0,0 0 0,0 0 0,0 0 0,0 0 0,0-1 0,0 0 0,6 1 1,-3-2-32,0 1 0,0-1 0,-1 0 0,1 0 0,0-1 1,0 0-1,-1 0 0,1 0 0,-1 0 0,6-5 0,18-12-484</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8.506"/>
    </inkml:context>
    <inkml:brush xml:id="br0">
      <inkml:brushProperty name="width" value="0.05" units="cm"/>
      <inkml:brushProperty name="height" value="0.05" units="cm"/>
    </inkml:brush>
  </inkml:definitions>
  <inkml:trace contextRef="#ctx0" brushRef="#br0">59 391 13195,'-1'1'485,"-1"0"0,1 0 0,-1 0 0,1 0 0,0 1 0,-1-1 0,1 0 0,0 1 0,0-1 0,0 1 0,0-1 0,0 1 0,0 0-1,-1 2 1,2-2-310,0 0 0,-1 0-1,1 0 1,0 0-1,0 0 1,0 0-1,0 0 1,0 0 0,0 0-1,1 0 1,-1 0-1,2 2 1,-1-1-159,0-1 1,0 1-1,0-1 0,1 1 0,-1-1 1,1 0-1,0 1 0,-1-1 1,1 0-1,0 0 0,0 0 1,1-1-1,-1 1 0,0 0 0,1-1 1,-1 1-1,1-1 0,-1 0 1,5 1-1,-6-1-4,0-1 0,0 0 0,1 1 0,-1-1 0,0 0-1,1 0 1,-1 0 0,0 0 0,1 0 0,-1-1 0,0 1 0,0 0 0,1 0 0,-1-1 0,0 1 0,0-1 0,1 1-1,-1-1 1,0 0 0,0 1 0,1-2 0,0 0 49,0 0 0,0 0-1,0 0 1,-1 0 0,1-1 0,-1 1-1,0 0 1,1-1 0,1-4 0,-1 0 139,0 0-1,-1-1 1,0 1 0,0 0 0,0 0 0,-1 0 0,-1-10-1,-3-6 244,-2 0 0,0 1 0,-2 0 0,-17-36-1,-3-10-130,9 10-197,-13-32-168,24 72-270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8.882"/>
    </inkml:context>
    <inkml:brush xml:id="br0">
      <inkml:brushProperty name="width" value="0.05" units="cm"/>
      <inkml:brushProperty name="height" value="0.05" units="cm"/>
    </inkml:brush>
  </inkml:definitions>
  <inkml:trace contextRef="#ctx0" brushRef="#br0">4 10 11402,'-3'-4'4609,"2"-1"-3208,7 10-433,6 21-736,1 7-128,1 16 64,-4 13-24,-1 14-1592</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9.265"/>
    </inkml:context>
    <inkml:brush xml:id="br0">
      <inkml:brushProperty name="width" value="0.05" units="cm"/>
      <inkml:brushProperty name="height" value="0.05" units="cm"/>
    </inkml:brush>
  </inkml:definitions>
  <inkml:trace contextRef="#ctx0" brushRef="#br0">1 26 5609,'25'-12'3057,"35"-1"-521,1 20-607,-6 42-497,-15 13 48,-23 19 97,-16 2-57,-14 4-200,-8-6-175,-11-14-473,3-5-168,2-30-248,6-10-200,13-21 2400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19:59.656"/>
    </inkml:context>
    <inkml:brush xml:id="br0">
      <inkml:brushProperty name="width" value="0.05" units="cm"/>
      <inkml:brushProperty name="height" value="0.05" units="cm"/>
    </inkml:brush>
  </inkml:definitions>
  <inkml:trace contextRef="#ctx0" brushRef="#br0">125 242 7970,'10'6'4113,"6"1"-361,2 14-3167,-7 9-113,-4 12-64,-14 3 3601</inkml:trace>
  <inkml:trace contextRef="#ctx0" brushRef="#br0" timeOffset="1">1 1 9122,'0'1'3785,"14"9"-1953,15 10-1336,16 16-608,4 2 112</inkml:trace>
  <inkml:trace contextRef="#ctx0" brushRef="#br0" timeOffset="2">266 154 12371,'4'0'5089,"1"-4"-2889,13 12-1368,5 5-280,9 9-119,4 6-25,6 2-160,1 1-80,0-3-32,-9-2-16,-13-5 128,-4 2-120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00.017"/>
    </inkml:context>
    <inkml:brush xml:id="br0">
      <inkml:brushProperty name="width" value="0.05" units="cm"/>
      <inkml:brushProperty name="height" value="0.05" units="cm"/>
    </inkml:brush>
  </inkml:definitions>
  <inkml:trace contextRef="#ctx0" brushRef="#br0">163 4 10634,'-6'-3'5009,"-13"3"-2264,-5 6-673,-3 28-1063,-7 3-369,9 21-328,5 7-128,13-11-200,9-1-296,10-20-3225</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00.372"/>
    </inkml:context>
    <inkml:brush xml:id="br0">
      <inkml:brushProperty name="width" value="0.05" units="cm"/>
      <inkml:brushProperty name="height" value="0.05" units="cm"/>
    </inkml:brush>
  </inkml:definitions>
  <inkml:trace contextRef="#ctx0" brushRef="#br0">58 370 12275,'6'3'4481,"6"8"-3585,3 4-176,-4 5-192,-2 2-136,-6 7-216,-3 4 120</inkml:trace>
  <inkml:trace contextRef="#ctx0" brushRef="#br0" timeOffset="1">0 1 7538,'7'11'3000,"-4"3"-1399,16 23-1649,4 8 24,0 8-64</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00.731"/>
    </inkml:context>
    <inkml:brush xml:id="br0">
      <inkml:brushProperty name="width" value="0.05" units="cm"/>
      <inkml:brushProperty name="height" value="0.05" units="cm"/>
    </inkml:brush>
  </inkml:definitions>
  <inkml:trace contextRef="#ctx0" brushRef="#br0">18 196 8682,'17'-24'6122,"-9"16"-5152,-1-2 0,-1 1 0,0-1-1,0 0 1,-1 0 0,0 0-1,6-18 1,-11 23-806,0 0 0,0 1 0,0-1 0,-1 1 0,0-1 0,1 1 0,-2-1 0,1 1 0,0 0 0,-4-7 0,5 10-124,-1-1 1,0 1-1,0-1 0,0 1 1,0-1-1,0 1 0,0 0 1,0-1-1,-1 1 1,1 0-1,0 0 0,-1 0 1,-2-1-1,3 1-32,0 1 0,0 0-1,0 0 1,0-1 0,0 1 0,0 0 0,0 0 0,0 0-1,0 0 1,0 0 0,0 1 0,0-1 0,0 0 0,0 0-1,0 1 1,0-1 0,0 1 0,0-1 0,0 1 0,0-1-1,0 1 1,0-1 0,0 1 0,-1 1 0,-1 1-15,0 0 0,0 0 1,0 1-1,1-1 0,-1 1 1,1 0-1,-1 0 0,1 0 1,1 0-1,-1 0 0,0 0 1,1 1-1,0-1 0,0 0 1,0 1-1,1-1 0,-1 1 1,1-1-1,0 1 0,1-1 0,-1 1 1,1-1-1,1 9 0,2 1-7,0 0-1,1 0 0,0-1 0,1 1 0,1-1 0,8 12 1,-9-15-1,0-1 1,1 0-1,0 0 1,15 14-1,-20-21 15,-1-1 0,1 1-1,0-1 1,0 1-1,0-1 1,0 0-1,0 0 1,0 0 0,0 0-1,0 0 1,0 0-1,0-1 1,0 1 0,1-1-1,-1 1 1,0-1-1,0 0 1,1 0-1,-1 0 1,0 0 0,0 0-1,1 0 1,-1-1-1,0 1 1,0-1-1,0 0 1,1 0 0,-1 1-1,0-1 1,2-2-1,2-1-3,-1-1 0,0 0 0,0 0 0,0 0 0,-1 0 0,5-7 0,6-13-84</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02.903"/>
    </inkml:context>
    <inkml:brush xml:id="br0">
      <inkml:brushProperty name="width" value="0.05" units="cm"/>
      <inkml:brushProperty name="height" value="0.05" units="cm"/>
    </inkml:brush>
  </inkml:definitions>
  <inkml:trace contextRef="#ctx0" brushRef="#br0">1 560 7978,'3'-18'2012,"12"-33"0,26-47-1505,-9 26-311,14-82-54,-28 86-60,-17 65-62,0 1-1,-1-1 1,1 1-1,0-1 1,1 1-1,-1-1 1,0 1-1,1 0 1,2-3-1,-4 4-2,1 1 1,-1 0-1,1-1 0,-1 1 0,1 0 1,0-1-1,-1 1 0,1 0 0,-1 0 1,1 0-1,-1-1 0,1 1 0,0 0 0,-1 0 1,1 0-1,-1 0 0,1 0 0,0 0 1,-1 0-1,1 0 0,-1 0 0,1 1 1,0-1-1,-1 0 0,1 0 0,-1 0 1,1 1-1,-1-1 0,1 0 0,-1 1 1,1-1-1,-1 0 0,1 1 0,-1-1 1,1 1-1,-1-1 0,0 0 0,1 1 0,-1-1 1,1 2-1,5 8 249,0 0 1,0 1-1,-1 0 1,0 0-1,-1 0 0,0 0 1,3 22-1,2 1 89,-3-16-194,0 4 26,0 0-1,20 39 1,-26-60-170,1 1-1,0-1 0,0 1 0,0-1 1,0 1-1,0-1 0,0 0 1,0 0-1,0 1 0,0-1 1,1 0-1,-1 0 0,0 0 0,1 0 1,2 1-1,-4-2-2,1 0-1,0 0 1,0 0-1,-1 0 1,1 0-1,0 0 1,0 0 0,0 0-1,-1-1 1,1 1-1,0 0 1,0 0-1,-1-1 1,1 1 0,0 0-1,-1-1 1,1 1-1,0-1 1,-1 1-1,1-1 1,0 1 0,-1-1-1,1 0 1,4-5 76,-1 0 0,0 0 0,-1 0 0,0 0 0,5-14 0,6-12 19,-3-2 0,0 0 0,-2 0 0,-2 0 0,-1-1 0,2-57 0,-7 82-208,1 16 34,3 22 66,0 95 498,2 24-21,2-88-392</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03.265"/>
    </inkml:context>
    <inkml:brush xml:id="br0">
      <inkml:brushProperty name="width" value="0.05" units="cm"/>
      <inkml:brushProperty name="height" value="0.05" units="cm"/>
    </inkml:brush>
  </inkml:definitions>
  <inkml:trace contextRef="#ctx0" brushRef="#br0">18 59 11434,'-3'4'540,"1"0"0,0 0-1,0 1 1,0-1-1,1 0 1,-1 1-1,1-1 1,0 1-1,1 0 1,-1-1-1,1 9 1,0-9-495,0 0 0,1 0 0,0 0 0,0 0 0,0 0 0,1 0 0,-1 0 0,1 0 0,0-1 0,0 1 0,0-1 0,1 1 0,-1-1 0,1 0 0,0 0 0,0 0 0,0 0 0,0 0 0,0-1 0,1 1 0,-1-1 0,1 0 0,-1 0 0,1 0 0,0-1 0,0 1 0,0-1 0,0 0 0,0 0 0,0 0 0,0-1-1,4 1 1,-1-1-23,0 0 0,0 0-1,0-1 1,-1 0-1,1-1 1,0 1 0,-1-1-1,1 0 1,-1-1-1,0 1 1,0-1 0,0-1-1,0 1 1,0-1-1,-1 0 1,7-5-1,-9 6 18,0 0-1,1 0 1,-1 0-1,0-1 1,-1 1-1,1-1 0,-1 0 1,1 0-1,-1 1 1,0-2-1,-1 1 0,1 0 1,-1 0-1,1 0 1,-1-1-1,-1 1 0,1 0 1,-1-1-1,1 1 1,-1-1-1,0 1 0,-1-1 1,1 1-1,-1-1 1,-1-5-1,0 7 14,1 0-1,-1 0 1,0 0 0,0 0-1,1 0 1,-2 0 0,1 0-1,0 1 1,-1-1 0,1 1-1,-1 0 1,0 0 0,0 0-1,1 0 1,-2 0 0,1 0-1,0 1 1,0-1 0,0 1-1,-1 0 1,1 0-1,-6-1 1,-8 0 39,0 0-1,0 1 1,-25 1 0,16 0-134,7-1-27,-7 1-1320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03.666"/>
    </inkml:context>
    <inkml:brush xml:id="br0">
      <inkml:brushProperty name="width" value="0.05" units="cm"/>
      <inkml:brushProperty name="height" value="0.05" units="cm"/>
    </inkml:brush>
  </inkml:definitions>
  <inkml:trace contextRef="#ctx0" brushRef="#br0">0 241 7498,'6'-14'3880,"4"-12"-439,4 6-2145,3 8-143,-2 20-185,-2 17-168,-11 19-392,-1 10-80,-12 11-144,4-1 56,7 11-808,-4-3 3761</inkml:trace>
  <inkml:trace contextRef="#ctx0" brushRef="#br0" timeOffset="1">159 0 12043,'-1'21'4481,"4"30"-3273,5 13-840,4 8-40,4 1-16,-4-7 120,3-6 56</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04.010"/>
    </inkml:context>
    <inkml:brush xml:id="br0">
      <inkml:brushProperty name="width" value="0.05" units="cm"/>
      <inkml:brushProperty name="height" value="0.05" units="cm"/>
    </inkml:brush>
  </inkml:definitions>
  <inkml:trace contextRef="#ctx0" brushRef="#br0">1 131 12147,'17'27'4662,"5"-6"-3359,-20-20-1273,1 0 0,-1 1 1,0-1-1,1 0 0,-1 0 0,1-1 0,-1 1 1,1-1-1,-1 1 0,1-1 0,-1 0 0,1 0 1,0 0-1,-1 0 0,1 0 0,-1 0 0,1-1 1,0 1-1,-1-1 0,1 0 0,-1 0 0,4-2 1,3-1 62,-1-1 0,1 0 1,-1-1-1,0 0 0,0 0 1,11-12-1,39-50 683,-9 9 1297,-45 56-1349,-3 5-336,-3 7 121,-9 29 161,-6 15-209,-11 68 1,19-63-461,3-1 1,2 1 0,3 0-1,8 77 1,-1-94-280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04.414"/>
    </inkml:context>
    <inkml:brush xml:id="br0">
      <inkml:brushProperty name="width" value="0.05" units="cm"/>
      <inkml:brushProperty name="height" value="0.05" units="cm"/>
    </inkml:brush>
  </inkml:definitions>
  <inkml:trace contextRef="#ctx0" brushRef="#br0">100 4 10570,'-2'-3'6602,"2"28"-5098,0 13-256,-9 27-120,-2 7-151,-8 9-529,-3 2-168,3-1-344,1-2 16</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04.759"/>
    </inkml:context>
    <inkml:brush xml:id="br0">
      <inkml:brushProperty name="width" value="0.05" units="cm"/>
      <inkml:brushProperty name="height" value="0.05" units="cm"/>
    </inkml:brush>
  </inkml:definitions>
  <inkml:trace contextRef="#ctx0" brushRef="#br0">0 74 12235,'31'-8'4657,"22"-7"-3145,21 1-1000,-1-5-32,2 9-120,-7 3-8,-14 9 1961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05.084"/>
    </inkml:context>
    <inkml:brush xml:id="br0">
      <inkml:brushProperty name="width" value="0.05" units="cm"/>
      <inkml:brushProperty name="height" value="0.05" units="cm"/>
    </inkml:brush>
  </inkml:definitions>
  <inkml:trace contextRef="#ctx0" brushRef="#br0">0 348 13203,'0'11'4689,"4"17"-3937,1-2-104,8-2-80,7-4-48,9-11-176,4-6-88,4-14-79,-2-4-17,-12-19-8,-1 2-8,-13 1 56,-5-2 16,-4 7 48,-6 2-176,-11-1-464,2 6 536</inkml:trace>
  <inkml:trace contextRef="#ctx0" brushRef="#br0" timeOffset="1">349 0 9402,'3'2'4129,"1"0"-1753,3 21-911,0 9-169,-8 19-192,-3 11-296,-5 3-496,3 3-71,2-11-402,0-8 3106</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05.443"/>
    </inkml:context>
    <inkml:brush xml:id="br0">
      <inkml:brushProperty name="width" value="0.05" units="cm"/>
      <inkml:brushProperty name="height" value="0.05" units="cm"/>
    </inkml:brush>
  </inkml:definitions>
  <inkml:trace contextRef="#ctx0" brushRef="#br0">5 1 13563,'-1'15'4857,"2"26"-3761,1 12-728,-4 21-16,2 11-8,-3 3-104,1 0 17,3-10-193,1-7 848</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05.834"/>
    </inkml:context>
    <inkml:brush xml:id="br0">
      <inkml:brushProperty name="width" value="0.05" units="cm"/>
      <inkml:brushProperty name="height" value="0.05" units="cm"/>
    </inkml:brush>
  </inkml:definitions>
  <inkml:trace contextRef="#ctx0" brushRef="#br0">1 576 9954,'30'-11'4089,"22"-7"-2705,16 1-167,-6-2-49,-4 8-272,-10-1-408</inkml:trace>
  <inkml:trace contextRef="#ctx0" brushRef="#br0" timeOffset="1">375 10 9258,'-3'-2'4377,"-1"-6"-1865,4 23-1111,6 12-177,6 23-280,4 13 16,2 12-279,-3 8-169,-7 3-216,1-9 96,-5-8 272</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06.203"/>
    </inkml:context>
    <inkml:brush xml:id="br0">
      <inkml:brushProperty name="width" value="0.05" units="cm"/>
      <inkml:brushProperty name="height" value="0.05" units="cm"/>
    </inkml:brush>
  </inkml:definitions>
  <inkml:trace contextRef="#ctx0" brushRef="#br0">0 316 6145,'15'-24'4147,"-8"14"-2903,0-1 0,-1 0 0,0 0 1,6-18-1,-3 2 758,6-36-1,-13 54-1687,-1 0-1,0 0 0,0-1 1,-1 1-1,-1 0 1,1 0-1,-5-17 1,4 22-207,0 1 1,0-1 0,-1 1 0,1 0 0,-1 0 0,0 0 0,-4-5 0,5 7-86,1 0 0,-1 1 0,1-1 1,-1 1-1,1-1 0,-1 0 0,1 1 1,-1 0-1,0-1 0,1 1 0,-1-1 1,0 1-1,1 0 0,-1-1 0,0 1 1,0 0-1,1 0 0,-1-1 0,0 1 1,0 0-1,1 0 0,-1 0 0,0 0 0,0 0 1,1 0-1,-1 0 0,0 0 0,0 1 1,1-1-1,-1 0 0,0 0 0,0 1 1,1-1-1,-1 0 0,0 1 0,1-1 1,-1 0-1,0 1 0,1-1 0,-1 1 1,1-1-1,-1 1 0,0 1 0,-2 2 30,0 0-1,0 1 1,1 0 0,0-1-1,0 1 1,0 0-1,0 0 1,1 0 0,0 0-1,-1 9 1,0 4 23,2 33 1,1-38-64,0 0 0,1 0 0,0 0 0,1 0 0,1 0 0,0 0 0,1-1 0,0 0 0,1 0-1,0 0 1,1 0 0,12 15 0,-12-19-4,0 1 0,1-2-1,0 1 1,1-1 0,0 0 0,0-1-1,0 0 1,1 0 0,-1-1 0,2 0-1,-1-1 1,0 0 0,1-1-1,-1 0 1,18 2 0,-19-4 7,0 0-1,1-1 1,-1 0 0,0 0 0,0-1-1,0 0 1,0-1 0,0 0 0,11-4-1,-14 4 15,0-1-1,0 0 0,0 0 1,0 0-1,-1-1 0,0 1 0,0-1 1,0-1-1,0 1 0,-1-1 1,1 0-1,-1 0 0,0 0 1,3-6-1,10-25 191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02.946"/>
    </inkml:context>
    <inkml:brush xml:id="br0">
      <inkml:brushProperty name="width" value="0.05" units="cm"/>
      <inkml:brushProperty name="height" value="0.05" units="cm"/>
    </inkml:brush>
  </inkml:definitions>
  <inkml:trace contextRef="#ctx0" brushRef="#br0">0 710 13531,'4'-26'4857,"11"-43"-3889,9-11-192,6-24 48,12-2-175,-3-3-401,3 10-144,2 31-120,-5 20-56,-8 48 72,-5 25 16,-7 41 48,-5 13 24,-4 29-8,-4 2 16,-3-8-248,7-5 472</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03.273"/>
    </inkml:context>
    <inkml:brush xml:id="br0">
      <inkml:brushProperty name="width" value="0.05" units="cm"/>
      <inkml:brushProperty name="height" value="0.05" units="cm"/>
    </inkml:brush>
  </inkml:definitions>
  <inkml:trace contextRef="#ctx0" brushRef="#br0">0 73 12595,'34'-1'4593,"17"-8"-3409,14-6-1056,0-6 48,-5-6-976</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03.629"/>
    </inkml:context>
    <inkml:brush xml:id="br0">
      <inkml:brushProperty name="width" value="0.05" units="cm"/>
      <inkml:brushProperty name="height" value="0.05" units="cm"/>
    </inkml:brush>
  </inkml:definitions>
  <inkml:trace contextRef="#ctx0" brushRef="#br0">23 97 9690,'1'3'4073,"6"9"-1905,2 10-823,5 30-177,4 13-88,-9 16-408,5 8-144,-16-3-296,-3 0-95,8-5-250,-7-15-535</inkml:trace>
  <inkml:trace contextRef="#ctx0" brushRef="#br0" timeOffset="1">2 117 5393,'0'-25'3361,"-1"-34"160,15 28-697,21 29-823,5 2-305,15 24-720,-6 12-336,-11 23-272,-12 11-39,-27 17-73,-10-7-16,-21-12-64,-2-11-88,4-29-464,8-2-409,17-33-2471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04.018"/>
    </inkml:context>
    <inkml:brush xml:id="br0">
      <inkml:brushProperty name="width" value="0.05" units="cm"/>
      <inkml:brushProperty name="height" value="0.05" units="cm"/>
    </inkml:brush>
  </inkml:definitions>
  <inkml:trace contextRef="#ctx0" brushRef="#br0">0 149 13019,'14'15'4777,"15"13"-3969,-2 14-40,0 21-312,-5 4-128,-12 9-72,5 2-224,-15-6-1088,-5-6-616</inkml:trace>
  <inkml:trace contextRef="#ctx0" brushRef="#br0" timeOffset="1">70 4 12619,'9'-1'5153,"4"-1"-3073,5 12-807,6 22-417,-13 5-168,-4 19-224,-6 6-56,-17-2-168,5 1-88,3-13-112,7-10-312,15-18-5273</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04.387"/>
    </inkml:context>
    <inkml:brush xml:id="br0">
      <inkml:brushProperty name="width" value="0.05" units="cm"/>
      <inkml:brushProperty name="height" value="0.05" units="cm"/>
    </inkml:brush>
  </inkml:definitions>
  <inkml:trace contextRef="#ctx0" brushRef="#br0">72 4 10882,'0'0'228,"0"0"0,-1 0 0,1-1 0,0 1 0,-1 0 0,1-1 0,-1 1 0,1 0 0,0 0 0,-1 0 0,1-1 0,-1 1 0,1 0 0,-1 0 0,1 0 0,0 0 0,-1 0 0,1 0 0,-1 0 0,1 0 0,-1 0 0,1 0 0,-1 0 0,1 0 0,-1 1 0,-11 7 1704,-6 17-1064,13-15-816,0 0 1,1 0-1,0 0 1,1 1-1,0-1 1,1 1-1,0 0 1,1 0-1,0 0 1,0 0 0,1 0-1,1 0 1,0 0-1,0 0 1,1-1-1,1 1 1,0 0-1,0-1 1,5 11-1,-7-18-52,1 0 0,-1-1 0,1 1 0,-1-1-1,1 0 1,0 1 0,0-1 0,0 0 0,0 0-1,0 0 1,0-1 0,0 1 0,1 0-1,-1-1 1,4 2 0,-4-2 5,0-1 0,0 1 0,0-1-1,0 0 1,0 0 0,0 0 0,0 0 0,0 0 0,0 0 0,0 0-1,0-1 1,0 1 0,-1-1 0,1 1 0,0-1 0,0 0 0,2-1-1,1-1 25,1-1-1,-1 0 0,0 0 0,-1 0 1,1-1-1,-1 0 0,1 1 0,-1-2 0,-1 1 1,1 0-1,5-12 0,-4 6 78,-1 1 0,0-1 0,-1-1 0,0 1-1,-1 0 1,0-1 0,1-19 0,-3 27-48,0 0 1,0 0-1,0 0 1,-1 0-1,1 0 0,-1 0 1,0 0-1,0 0 1,0 0-1,-1 1 1,1-1-1,-1 0 0,0 1 1,0 0-1,0-1 1,-1 1-1,1 0 1,-1 0-1,1 0 0,-1 0 1,0 0-1,0 1 1,-1 0-1,1-1 1,-7-2-1,10 5-56,0 0 0,0 0 0,0-1 0,0 1 0,-1 0 0,1 0 1,0 0-1,0 0 0,0 0 0,-1 0 0,1 0 0,0 0 0,0 0 0,-1 0 0,1 0 0,0 0 0,0 0 0,0 0 0,-1 0 0,1 0 1,0 0-1,0 0 0,-1 0 0,1 0 0,0 0 0,0 0 0,0 0 0,-1 0 0,1 1 0,0-1 0,0 0 0,0 0 0,0 0 0,-1 0 1,1 0-1,0 1 0,0-1 0,0 0 0,0 12 17,9 19-46,-6-24 33,9 30 24,30 62 0,-37-88-113,1-1-1,1 1 1,-1-1 0,2-1-1,-1 1 1,1-1 0,1 0-1,-1-1 1,1 0 0,12 8 0,-2-9-803,-5-5-176</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04.759"/>
    </inkml:context>
    <inkml:brush xml:id="br0">
      <inkml:brushProperty name="width" value="0.05" units="cm"/>
      <inkml:brushProperty name="height" value="0.05" units="cm"/>
    </inkml:brush>
  </inkml:definitions>
  <inkml:trace contextRef="#ctx0" brushRef="#br0">0 1 12779,'0'2'5161,"7"11"-3513,1 11-424,13 42-431,3 18-169,4 27-32,-6 4-88,-4-2-232,-9-12-56,-5-21-160,2-12 48</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08.107"/>
    </inkml:context>
    <inkml:brush xml:id="br0">
      <inkml:brushProperty name="width" value="0.05" units="cm"/>
      <inkml:brushProperty name="height" value="0.05" units="cm"/>
    </inkml:brush>
  </inkml:definitions>
  <inkml:trace contextRef="#ctx0" brushRef="#br0">106 5 11803,'-3'-1'703,"-1"0"0,1 0 0,-1 0 0,1 1 0,-1 0 0,0 0 0,1 0 0,-7 1 0,8 0-489,-1-1-1,0 1 0,0 0 0,1 0 0,-1 0 1,0 1-1,1-1 0,-1 0 0,-3 4 1,3-2-182,0 0 1,-1 1-1,1 0 1,1-1 0,-1 1-1,1 0 1,-1 0-1,1 0 1,0 1 0,1-1-1,-1 0 1,1 1-1,-2 8 1,1-3-40,1 1 1,1 0-1,-1-1 0,2 1 1,-1 0-1,2 0 0,-1-1 1,2 1-1,-1-1 0,1 0 1,1 0-1,0 0 0,0 0 0,6 10 1,-7-16 3,0 1 0,-1-1 0,2 0 1,-1 0-1,0 0 0,1 0 0,0 0 0,-1-1 1,2 0-1,-1 0 0,0 0 0,0 0 1,1 0-1,0-1 0,-1 0 0,1 0 0,0 0 1,0-1-1,0 0 0,0 0 0,1 0 0,-1 0 1,0-1-1,0 0 0,0 0 0,1 0 0,-1-1 1,0 0-1,0 0 0,8-2 0,-7 1 15,-1 0 0,1 0 0,-1-1 0,0 0 0,0 0 0,0 0 0,0 0 0,-1-1 0,1 1 0,-1-1 0,0-1 0,0 1 0,0 0 0,-1-1 0,0 0 0,1 0 0,-2 0 0,1 0 0,-1 0 0,1-1 0,-1 1 0,1-9 0,-1 7 108,-1 1 1,0-1-1,-1 1 0,0-1 0,0 0 0,0 1 0,-1-1 0,0 0 0,0 1 0,-1-1 0,0 1 1,0 0-1,0-1 0,-1 1 0,0 0 0,0 0 0,0 1 0,-1-1 0,-6-6 0,7 7 36,-1 0 1,0 0-1,-1 1 0,1-1 0,-1 1 0,0 0 0,0 1 0,0-1 0,-1 1 1,1 0-1,-1 0 0,0 1 0,-6-3 0,12 5-146,-1 0-1,1 0 1,-1 0-1,1 0 1,-1 0 0,1 0-1,0 0 1,-1 0-1,1 0 1,-1 0 0,1 0-1,-1 0 1,1 0-1,-1 0 1,1 0 0,0 0-1,-1 1 1,1-1-1,-1 0 1,1 0-1,0 0 1,-1 1 0,1-1-1,0 0 1,-1 1-1,1-1 1,0 0 0,-1 1-1,1-1 1,-1 1-1,2 15 91,15 19-93,-4-14-241,0-1 0,2 0 0,0-2 0,1 1 0,1-2 0,0 0 0,2-1 0,26 20 0,1-6-1735</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08.466"/>
    </inkml:context>
    <inkml:brush xml:id="br0">
      <inkml:brushProperty name="width" value="0.05" units="cm"/>
      <inkml:brushProperty name="height" value="0.05" units="cm"/>
    </inkml:brush>
  </inkml:definitions>
  <inkml:trace contextRef="#ctx0" brushRef="#br0">56 86 12171,'-5'-19'5577,"-9"-13"-2593,3 11-1079,0 7-377,-1 24-696,12 19-304,-3 12-432,12 18-80,2-1 0,0-3 0,18 0 0,-2-13-8,8-16 8,-2-17-72,-8-27-344,-2-9-304</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08.826"/>
    </inkml:context>
    <inkml:brush xml:id="br0">
      <inkml:brushProperty name="width" value="0.05" units="cm"/>
      <inkml:brushProperty name="height" value="0.05" units="cm"/>
    </inkml:brush>
  </inkml:definitions>
  <inkml:trace contextRef="#ctx0" brushRef="#br0">0 1 10666,'1'1'60,"38"147"6873,48 189-2502,-35-149-2612,-49-176-1762,2-1 1,-1 0-1,2 1 0,0-2 1,12 19-1,-16-25-34,1 0 1,0 0-1,0-1 0,0 1 0,1-1 0,-1 1 1,1-1-1,-1 0 0,9 4 0,-11-6-9,1-1-1,-1 1 0,1-1 1,-1 0-1,1 1 0,-1-1 1,1 0-1,0 0 0,-1 0 1,1 0-1,-1 0 0,1 0 1,-1 0-1,1-1 0,-1 1 1,1-1-1,-1 1 0,1-1 1,-1 1-1,1-1 0,-1 0 1,0 0-1,1 1 0,-1-1 1,0 0-1,0 0 0,0-1 1,0 1-1,0 0 0,0 0 1,0 0-1,0-1 0,1-1 1,2-3 32,0-1 1,-1 1-1,0-1 1,0 1-1,-1-1 1,1 0-1,1-11 1,4-54 142,-7 52-162,8-37 1,-9 55-32,0 1 1,0 0 0,0 0 0,0 0-1,1 0 1,-1 0 0,0 0-1,1 0 1,-1 0 0,1 0-1,-1 0 1,1 0 0,-1 0-1,1 0 1,0 0 0,-1 0-1,1 0 1,0 0 0,0 1-1,0-1 1,0 0 0,1 0-1,-2 1 0,1 0-1,0 1 0,0-1 1,-1 0-1,1 1 1,0-1-1,0 1 0,-1-1 1,1 1-1,0-1 1,-1 1-1,1 0 0,-1-1 1,1 1-1,-1-1 1,1 1-1,-1 0 0,1 0 1,-1-1-1,0 1 0,1 1 1,4 10-27,0-1 0,5 23 0,24 125-1145,-20-109-3592</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09.166"/>
    </inkml:context>
    <inkml:brush xml:id="br0">
      <inkml:brushProperty name="width" value="0.05" units="cm"/>
      <inkml:brushProperty name="height" value="0.05" units="cm"/>
    </inkml:brush>
  </inkml:definitions>
  <inkml:trace contextRef="#ctx0" brushRef="#br0">156 463 12179,'0'9'5017,"5"10"-2881,-1 2-656,8 6-647,-1-4-225,-1-1-296,0 2-280</inkml:trace>
  <inkml:trace contextRef="#ctx0" brushRef="#br0" timeOffset="1">0 1 12547,'14'11'4361,"19"18"-3833,1-2-152,10 9 3465</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09.524"/>
    </inkml:context>
    <inkml:brush xml:id="br0">
      <inkml:brushProperty name="width" value="0.05" units="cm"/>
      <inkml:brushProperty name="height" value="0.05" units="cm"/>
    </inkml:brush>
  </inkml:definitions>
  <inkml:trace contextRef="#ctx0" brushRef="#br0">48 17 10842,'-5'7'1310,"-1"1"-1,1 0 0,0 1 0,1-1 1,-5 15-1,6-14-885,0 0 1,1 0-1,0 1 1,0-1-1,0 16 1,2-19-391,0 1 0,1-1 0,-1 1 1,1-1-1,0 0 0,1 1 1,0-1-1,0 0 0,0 0 1,0 0-1,1 0 0,0-1 0,0 1 1,1-1-1,0 0 0,0 0 1,0 0-1,0 0 0,1 0 0,5 3 1,-8-6-35,0-1 1,0 1 0,0-1-1,0 0 1,0 0-1,0 0 1,0 0 0,0 0-1,1-1 1,-1 1-1,0-1 1,0 1 0,1-1-1,-1 0 1,0 0-1,1 0 1,-1 0 0,0 0-1,1-1 1,3 0-1,-2-1 2,-1 1-1,0-1 0,1 0 0,-1 0 0,0 0 0,0 0 0,0-1 0,0 1 1,-1-1-1,1 0 0,4-5 0,-2-1 14,0 1-1,0 0 1,0-1-1,-1 0 1,-1 0-1,0 0 1,0-1 0,0 1-1,1-15 1,-3 6 41,-2 0 0,0 0 0,0 0 0,-2 0 0,-4-18 0,6 34 191,1 5-51,4 17 80,8 30 88,-5-29-234,1 1 0,1-1 0,1 0 0,21 35 1,-26-50-115,0 1 1,1 0 0,-1-1-1,1 0 1,1 0 0,-1-1-1,9 6 1,-11-9-7,0 1 0,1-1 0,-1 0 0,1 0 0,-1-1 0,1 0 1,0 1-1,-1-1 0,1-1 0,0 1 0,0-1 0,0 0 0,7 0 0,-7-1 30,1-1 1,-1 1-1,0-1 0,0 0 0,0 0 1,0-1-1,0 1 0,0-1 0,-1 0 0,1 0 1,-1-1-1,0 1 0,0-1 0,0 0 0,0 0 1,-1 0-1,0-1 0,1 1 0,-2-1 0,4-6 1,5-11 277,-1-1 0,-1 0-1,7-27 1,-12 37-155,0 0 22,-2 2-53,2 0 0,-1 0-1,1 0 1,1 1-1,6-10 1,-11 18-118,1 1 1,0 0-1,0 0 0,0 0 1,0 0-1,0 0 1,0 0-1,0 0 1,0 0-1,0 0 0,0 1 1,1-1-1,-1 0 1,0 1-1,0-1 1,1 1-1,-1-1 0,0 1 1,3-1-1,-2 2-6,0-1-1,0 0 0,0 1 0,0 0 1,0-1-1,0 1 0,-1 0 1,1 0-1,0 0 0,-1 0 1,1 0-1,0 0 0,-1 1 0,1-1 1,-1 1-1,0-1 0,0 1 1,2 1-1,4 7 15,-1-1 1,0 1-1,-1-1 1,0 1-1,-1 1 0,6 18 1,-2-1-611,5 42 0,-7-21-3006</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19.815"/>
    </inkml:context>
    <inkml:brush xml:id="br0">
      <inkml:brushProperty name="width" value="0.05" units="cm"/>
      <inkml:brushProperty name="height" value="0.05" units="cm"/>
    </inkml:brush>
  </inkml:definitions>
  <inkml:trace contextRef="#ctx0" brushRef="#br0">119 3 9482,'-36'-3'7529,"33"4"-7135,-1-1 1,0 1-1,0-1 1,1 1-1,-1 0 1,-5 3-1,6-3-341,0 1 1,0 0-1,0 0 0,0 0 1,1 0-1,-1 0 0,1 1 0,-1-1 1,1 1-1,0 0 0,0 0 0,0 0 1,0 0-1,0 0 0,1 0 1,0 0-1,-2 5 0,0 2-30,1 0 0,0 0 0,1 0 0,0 1 0,0-1 0,1 0 0,1 1 0,-1-1 0,5 18 0,-3-19-14,0 0-1,1-1 0,-1 1 0,2-1 0,-1 0 0,1 0 0,0 0 0,1 0 0,0-1 0,0 0 0,10 11 0,-12-17-7,-1 1 1,1 0-1,0-1 0,0 1 1,-1-1-1,1 0 0,0 0 1,0 0-1,0 0 0,0-1 1,1 1-1,-1-1 0,0 0 1,0 1-1,0-1 0,0-1 1,0 1-1,0 0 0,0-1 1,0 0-1,0 0 0,0 0 1,0 0-1,0 0 0,0 0 1,0-1-1,-1 1 0,1-1 1,0 0-1,-1 0 0,0 0 1,1 0-1,-1 0 0,0-1 1,0 1-1,2-4 0,-1 0 36,0 0 1,-1-1-1,1 1 0,-1-1 0,0 1 1,-1-1-1,0 0 0,0 1 0,0-1 0,-1-11 1,-1-1 334,0 0 0,-7-28 0,6 38-89,-1 0-1,0 0 1,0 1 0,-7-12-1,8 16-175,2 3-46,-1 0 1,1-1-1,-1 1 0,0 0 0,1 0 0,-1 0 0,0 0 1,0 0-1,0 0 0,0 0 0,0 0 0,0 0 0,-2-1 1,0 5 180,4 8-94,6 18-93,2-1 0,0-1 0,22 43 0,-22-53-115,1-1-1,0 0 1,1-1 0,0 0-1,1-1 1,26 23-1,-13-20-319,-2-7 1697</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20.185"/>
    </inkml:context>
    <inkml:brush xml:id="br0">
      <inkml:brushProperty name="width" value="0.05" units="cm"/>
      <inkml:brushProperty name="height" value="0.05" units="cm"/>
    </inkml:brush>
  </inkml:definitions>
  <inkml:trace contextRef="#ctx0" brushRef="#br0">17 343 12459,'-6'-11'5321,"-1"-18"-3041,3-5-503,6-12-753,4-3-232,9-4-256,6 6-160,12 9-224,1 9-96,-1 22-32,-3 7-216,-7 21 2185</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20.528"/>
    </inkml:context>
    <inkml:brush xml:id="br0">
      <inkml:brushProperty name="width" value="0.05" units="cm"/>
      <inkml:brushProperty name="height" value="0.05" units="cm"/>
    </inkml:brush>
  </inkml:definitions>
  <inkml:trace contextRef="#ctx0" brushRef="#br0">0 33 10026,'3'-9'4177,"4"-6"-2297,11 6-783,13 24-361,1 10 8,3 29-136,-8 18-8,-12 18-200,-4 8-152,-18 0 64,6-1-240</inkml:trace>
  <inkml:trace contextRef="#ctx0" brushRef="#br0" timeOffset="1">42 450 11666,'17'-5'4673,"14"-3"-2832,5 5-1113,-3 0-16,-5-1-280,-2 2-80,-3-6-608,-2 0-240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20.902"/>
    </inkml:context>
    <inkml:brush xml:id="br0">
      <inkml:brushProperty name="width" value="0.05" units="cm"/>
      <inkml:brushProperty name="height" value="0.05" units="cm"/>
    </inkml:brush>
  </inkml:definitions>
  <inkml:trace contextRef="#ctx0" brushRef="#br0">1 10 8434,'0'-9'5318,"3"11"-3322,8 18-1529,-3 2-259,-1 0 0,-1 1-1,5 45 1,1 74 370,-10-99-405,0 6 27,-2-28 110,1 0 1,0 0 0,2 0 0,0-1 0,13 41 0,-16-59-229,1 0 0,0 0 0,0-1 0,0 1 0,0 0 0,0-1 0,0 1 0,0 0 0,0-1 0,1 1 0,-1-1 0,1 0 0,-1 1 0,1-1 0,-1 0 0,1 0 0,0 0-1,-1 0 1,1 0 0,0-1 0,2 2 0,-1-2 20,0 0 0,-1 0 0,1 0 0,0 0 0,0 0 0,-1-1 0,1 1-1,0-1 1,-1 1 0,1-1 0,0 0 0,-1 0 0,4-2 0,6-5 200,0 0 1,-1 0 0,0-1 0,15-15-1,-25 23-290,48-56 486,-35 40-365,26-26 0,-40 42-129,1 0-1,-1 1 0,1-1 0,-1 1 0,1-1 1,0 1-1,-1-1 0,1 1 0,0-1 0,-1 1 0,1-1 1,0 1-1,0 0 0,-1-1 0,1 1 0,0 0 1,0 0-1,0 0 0,0 0 0,-1 0 0,1 0 0,0 0 1,0 0-1,0 0 0,-1 0 0,1 0 0,0 0 1,0 1-1,0-1 0,-1 0 0,1 0 0,0 1 0,0-1 1,-1 1-1,1-1 0,0 1 0,-1-1 0,1 1 1,0-1-1,-1 1 0,1-1 0,-1 1 0,1 0 1,-1-1-1,1 1 0,-1 0 0,0 0 0,1-1 0,-1 1 1,0 0-1,1 1 0,1 4 12,0 0 1,0 1-1,0-1 0,-1 1 0,1 7 1,3 72 175,-5-38-167</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21.248"/>
    </inkml:context>
    <inkml:brush xml:id="br0">
      <inkml:brushProperty name="width" value="0.05" units="cm"/>
      <inkml:brushProperty name="height" value="0.05" units="cm"/>
    </inkml:brush>
  </inkml:definitions>
  <inkml:trace contextRef="#ctx0" brushRef="#br0">129 1 11658,'-10'13'4561,"-4"11"-2680,-2 19-1305,5 9-24,-5 8-24,-2 0-96,1 5-176,-1 6-64,10 2 369</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21.652"/>
    </inkml:context>
    <inkml:brush xml:id="br0">
      <inkml:brushProperty name="width" value="0.05" units="cm"/>
      <inkml:brushProperty name="height" value="0.05" units="cm"/>
    </inkml:brush>
  </inkml:definitions>
  <inkml:trace contextRef="#ctx0" brushRef="#br0">0 9 11082,'142'-5'6769,"60"2"-5009,-201 3-1750,7 0 82,0 0 0,1 1 0,-1 0 0,0 0 0,0 1 1,0 0-1,0 0 0,0 1 0,0 0 0,11 6 0,-18-8-74,0 0-1,1 0 1,-1 0 0,0 0 0,0 0-1,1 0 1,-1 1 0,0-1 0,0 0-1,-1 1 1,1-1 0,0 1 0,0-1-1,-1 1 1,1-1 0,-1 1 0,1-1 0,-1 1-1,1 0 1,-1-1 0,0 1 0,0 0-1,0-1 1,0 1 0,0 0 0,0-1-1,-1 1 1,1 0 0,0-1 0,-1 1 0,0-1-1,1 1 1,-2 2 0,-2 3 69,0 0 0,-1-1-1,0 1 1,0-1 0,0 0 0,-8 6 0,-23 19 333,-2-2 0,-73 44-1,51-36-272,53-33-134,4-2-9,-1 0-1,0 0 1,1 0-1,-1 1 1,1 0-1,0-1 1,0 1-1,0 0 1,0 1 0,0-1-1,-3 7 1,6-10-5,-1 1 1,1 0 0,0-1-1,0 1 1,0-1 0,0 1-1,0-1 1,0 1 0,0-1-1,1 1 1,-1 0 0,0-1-1,0 1 1,0-1 0,0 1 0,1-1-1,-1 1 1,0-1 0,0 1-1,1-1 1,-1 0 0,1 1-1,-1-1 1,0 1 0,1-1-1,-1 0 1,1 1 0,-1-1-1,1 0 1,-1 0 0,1 1-1,-1-1 1,1 0 0,22 7-13,-21-6 11,88 12-39,-68-11 4,-1 0 0,0 2 0,0 0 0,39 14 0,-56-16 21,-1-1 0,1 1 0,0 0 0,-1 0 0,0 1 0,0-1 0,1 1 0,-1-1 0,-1 1 1,1 0-1,0 0 0,-1 0 0,1 1 0,1 4 0,-3-6 5,0 1 0,0-1 0,0 1 1,0 0-1,-1 0 0,1-1 0,-1 1 0,0 0 0,0 0 0,0 0 1,0-1-1,-1 1 0,1 0 0,-1 0 0,1-1 0,-1 1 0,0 0 0,0-1 1,0 1-1,-2 3 0,-3 2 12,0 0 0,0 0 0,0 0 1,-1-1-1,0 0 0,0 0 0,-1-1 0,0 0 1,0 0-1,-17 8 0,-9 3 205,-52 18 0,81-33-178,4-2-24,-12 6 128,0-1 0,-1 0 0,0-1 0,0-1 0,0 0 0,-1-1 0,-25 1 0,39-3-119,1 0-1,-1 0 1,0 0-1,0 0 0,0 0 1,1-1-1,-1 1 1,0 0-1,0 0 0,1 0 1,-1-1-1,0 1 1,0 0-1,1-1 0,-1 1 1,0-1-1,1 1 1,-1-1-1,1 1 0,-2-2 1,2 2-9,0-1 0,0 1-1,0-1 1,0 1 0,0-1 0,0 1 0,0-1 0,0 1 0,0-1 0,0 1-1,0-1 1,0 1 0,0-1 0,1 1 0,-1-1 0,0 1 0,0-1 0,0 1 0,1-1-1,-1 1 1,0-1 0,1 0 0,24-21-135,18-5-1088,20-10-3671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22.026"/>
    </inkml:context>
    <inkml:brush xml:id="br0">
      <inkml:brushProperty name="width" value="0.05" units="cm"/>
      <inkml:brushProperty name="height" value="0.05" units="cm"/>
    </inkml:brush>
  </inkml:definitions>
  <inkml:trace contextRef="#ctx0" brushRef="#br0">1 296 11554,'0'-18'4834,"5"-25"-2578,5-5-848,16-2-255,7-1-337,18 13-456,3 4-136,3 22-104,-3 11-120,-20 16-440,-5 6 504</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22.376"/>
    </inkml:context>
    <inkml:brush xml:id="br0">
      <inkml:brushProperty name="width" value="0.05" units="cm"/>
      <inkml:brushProperty name="height" value="0.05" units="cm"/>
    </inkml:brush>
  </inkml:definitions>
  <inkml:trace contextRef="#ctx0" brushRef="#br0">3 35 10418,'-2'43'7292,"4"1"-5238,-2-39-1988,1 0 0,0 0 0,0 0 0,1 0 0,0 0 0,-1 0 0,2 0 0,-1-1 0,0 1 0,1-1 0,0 1 0,0-1 0,0 0 0,6 6 0,-6-8 14,0-1 0,0 1 1,0 0-1,0-1 0,0 1 1,0-1-1,1 0 0,-1 0 1,0 0-1,1-1 0,-1 1 1,0-1-1,1 0 0,-1 0 0,1 0 1,-1 0-1,0-1 0,1 1 1,-1-1-1,0 0 0,1 0 1,-1 0-1,0 0 0,0 0 1,0-1-1,4-2 0,-4 3-2,-1-1-1,1 0 1,-1 1 0,0-1-1,1 0 1,-1 0-1,0 0 1,0 0 0,0 0-1,0-1 1,-1 1-1,1-1 1,-1 1 0,1-1-1,-1 1 1,0-1-1,0 0 1,0 0 0,0 0-1,-1 1 1,1-1-1,-1 0 1,1 0 0,-1 0-1,0 0 1,0 0-1,-1 0 1,1 0 0,0 0-1,-1 0 1,-1-3-1,-2-3-54,-1 0 0,0 1 0,0-1-1,-1 1 1,0 0 0,-1 0 0,1 1 0,-2 0-1,1 0 1,-1 1 0,0 0 0,0 0-1,0 1 1,-11-5 0,18 9-78,0 1 1,-1-1-1,1 1 1,0-1-1,-1 1 0,1 0 1,0 0-1,-1-1 1,1 1-1,0 0 0,-1 0 1,0 1-1,-7 4-985</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22.750"/>
    </inkml:context>
    <inkml:brush xml:id="br0">
      <inkml:brushProperty name="width" value="0.05" units="cm"/>
      <inkml:brushProperty name="height" value="0.05" units="cm"/>
    </inkml:brush>
  </inkml:definitions>
  <inkml:trace contextRef="#ctx0" brushRef="#br0">1 299 13555,'1'9'1027,"1"-1"0,0 1 0,1 0 0,3 8 0,-1-7-737,0 0 0,0 0 0,1-1 0,0 0 0,0 0-1,10 10 1,-12-14-319,1-1-1,-1 0 1,1-1-1,-1 1 1,1-1-1,0 1 1,1-2-1,-1 1 1,11 3-1,-13-5 90,1 0 0,0 0-1,0-1 1,0 1 0,-1-1 0,1 0 0,0 0-1,0 0 1,0-1 0,-1 0 0,1 1 0,0-1-1,-1 0 1,1-1 0,0 1 0,4-3 0,-6 2 26,1 1 1,0-1-1,-1 1 1,1-1-1,-1 0 1,0 0-1,0 0 1,1 0-1,-1 0 1,-1-1-1,1 1 1,0-1-1,0 1 1,-1-1-1,0 0 1,1 1 0,-1-1-1,1-5 1,-1 4 7,-1 0 0,0-1 1,0 1-1,0 0 0,0-1 1,-1 1-1,1 0 0,-1 0 0,0 0 1,-1-1-1,-2-6 0,-1 1-27,0 0-1,-1 0 0,-1 0 1,1 1-1,-1 0 0,-1 0 1,0 1-1,-17-15 0,-13 0-262,37 22 119,-1 0 0,0 0 0,1 0 0,-1 1-1,0-1 1,0 1 0,0-1 0,0 1 0,0 0 0,0-1 0,1 1-1,-1 0 1,0 0 0,0 0 0,0 1 0,0-1 0,0 0-1,0 1 1,0-1 0,-2 2 0,-7 9-987</inkml:trace>
  <inkml:trace contextRef="#ctx0" brushRef="#br0" timeOffset="1">298 6 10442,'10'-2'4473,"8"-2"-2288,5 22-1233,1 11-64,-5 26-248,-8 14-56,-12 18-176,-6 5-216,-9-9-2312</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23.109"/>
    </inkml:context>
    <inkml:brush xml:id="br0">
      <inkml:brushProperty name="width" value="0.05" units="cm"/>
      <inkml:brushProperty name="height" value="0.05" units="cm"/>
    </inkml:brush>
  </inkml:definitions>
  <inkml:trace contextRef="#ctx0" brushRef="#br0">1 0 10722,'17'14'4209,"9"11"-2648,6-2-1057,-3 2-176,-1-4-48,-5-2 16,-5-6-520,-4-4-184,-11-10-953,-3-6-983</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23.499"/>
    </inkml:context>
    <inkml:brush xml:id="br0">
      <inkml:brushProperty name="width" value="0.05" units="cm"/>
      <inkml:brushProperty name="height" value="0.05" units="cm"/>
    </inkml:brush>
  </inkml:definitions>
  <inkml:trace contextRef="#ctx0" brushRef="#br0">0 160 12635,'7'-7'1284,"0"1"1,0 1 0,1-1-1,-1 1 1,12-6 0,-7 6-513,-1 0 0,1 1 0,16-4 0,6 2-1745,68-3 0,-10 1-1795,-66 3 1866,1-1-1,31-11 0,13-9 2181,-61 22-808,-4 2 32,-5 2-265,1-1-1,-1 1 1,1-1-1,-1 0 0,1 1 1,-1-1-1,0 0 1,1 0-1,-1 0 0,0 0 1,0 0-1,2-4 2376,-9 5-1562,-9 3-120,4 1-643,-1 1 0,1 0 0,0 1 0,1 0-1,-18 13 1,24-16-275,1 0 0,-1 0 0,1 0 0,0 0-1,0 1 1,0 0 0,1-1 0,-1 1 0,1 0-1,0 1 1,0-1 0,0 0 0,0 0 0,1 1 0,0-1-1,0 1 1,0-1 0,0 9 0,1-7-15,0 0 1,1-1-1,-1 1 1,2 0-1,-1-1 1,0 1-1,1-1 1,0 0-1,0 1 1,1-1 0,0 0-1,0 0 1,0 0-1,0-1 1,1 1-1,7 7 1,3 0-3,0-1 1,1 0-1,30 16 1,3 2 7,-45-27 0,0 0 0,0 0 0,0 1 0,0-1 0,-1 1 0,1 0 0,-1-1 0,1 1 0,-1 0 0,0 1 0,2 2 0,-3-4 12,-1 0 0,1 0 0,-1 0 0,0 0 0,1 0 0,-1 0 0,0 0 0,0 0 0,0 0 0,-1 0 0,1 0 0,0 0 0,-1 0 0,1 0 0,-1-1 0,0 1 0,1 0 0,-1 0 0,0 0 0,0-1 0,-2 3 0,-6 7 128,-1 1 0,-1-2 0,0 0 0,0 0-1,-1-1 1,0 0 0,0-1 0,-19 9 0,21-12-56,-16 11 97,-32 12 1,52-25-194,-1 0 1,1 0-1,-1-1 0,0-1 1,0 1-1,0-1 1,0 0-1,0 0 0,0-1 1,-14-1-1,6-7 545</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0:31.640"/>
    </inkml:context>
    <inkml:brush xml:id="br0">
      <inkml:brushProperty name="width" value="0.05" units="cm"/>
      <inkml:brushProperty name="height" value="0.05" units="cm"/>
    </inkml:brush>
  </inkml:definitions>
  <inkml:trace contextRef="#ctx0" brushRef="#br0">254 117 4929,'2'-8'1547,"0"-2"-325,0 0-1,0-1 0,-1 1 0,-1-14 0,0 22-1129,0 0-1,0 0 1,0 1 0,0-1-1,-1 0 1,1 0 0,-1 1-1,1-1 1,-1 0-1,1 1 1,-1-1 0,0 1-1,0-1 1,0 1 0,0-1-1,0 1 1,0-1 0,0 1-1,-1 0 1,1 0-1,0-1 1,-1 1 0,1 0-1,-1 0 1,1 1 0,-1-1-1,0 0 1,1 0-1,-1 1 1,0-1 0,1 1-1,-4-1 1,3 1-38,0 0 0,0 0 1,0 0-1,0 0 0,0 0 0,-1 1 1,1-1-1,0 1 0,0 0 0,0-1 0,0 1 1,1 0-1,-1 0 0,0 0 0,-3 3 1,-24 24 433,16-11-285,1 0 0,1 0 0,1 1-1,0 0 1,-12 36 0,20-48-169,-15 37 79,1 1 0,3 0 0,2 2 0,2-1 0,2 1-1,2 0 1,1 1 0,3-1 0,2 0 0,10 71 0,-8-100-110,1 0 1,0 0 0,1-1-1,14 31 1,-16-43-4,-1 0 0,1 1 0,0-1 0,0 0 0,0-1 0,0 1 1,1 0-1,0-1 0,4 4 0,-5-6 1,-1 1 0,1-1 0,-1 0 0,1 0 0,0 0 0,-1 0 0,1 0 0,0 0 1,0-1-1,0 0 0,0 1 0,0-1 0,-1 0 0,1 0 0,0-1 0,5 0 0,-3 0 15,-1-1 0,0 1 0,0-1 0,0 0 0,0 0 0,0-1-1,-1 1 1,1-1 0,-1 0 0,1 1 0,-1-2 0,0 1 0,0 0 0,-1-1 0,1 1 0,-1-1 0,1 0-1,-1 0 1,0 1 0,0-2 0,-1 1 0,1 0 0,0-5 0,1-4 122,0 1 0,-1 0 0,-1-1 0,0 1 0,-1-1 0,0 0 0,-2-15 0,-3 5 310,-1 1 0,-1-1 0,0 1 0,-2 0 0,-14-25 0,-6-16 1042,29 63-1468,0-1 1,0 1-1,-1 0 0,1-1 1,0 1-1,0-1 1,0 1-1,0 0 0,0-1 1,-1 1-1,1 0 0,0-1 1,0 1-1,0-1 0,0 1 1,0-1-1,0 1 1,0 0-1,0-1 0,0 1 1,1-1-1,-1 1 0,0 0 1,0-1-1,0 1 0,0 0 1,1-1-1,-1 1 1,0-1-1,12 2 235,16 15-230,-25-14 2,15 8-16,0 1-1,1-2 1,0-1 0,1 0-1,0-1 1,0-1 0,0-1-1,1-1 1,-1-1-1,23 1 1,20-5 258</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19.865"/>
    </inkml:context>
    <inkml:brush xml:id="br0">
      <inkml:brushProperty name="width" value="0.05" units="cm"/>
      <inkml:brushProperty name="height" value="0.05" units="cm"/>
    </inkml:brush>
  </inkml:definitions>
  <inkml:trace contextRef="#ctx0" brushRef="#br0">86 1 8922,'-4'4'3337,"-3"18"-2273,-1 15-672,-2 45-152,-6 17 112,2 18-40,-2 5-48,8-10 48,8-7 24,-2-30-816</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20.239"/>
    </inkml:context>
    <inkml:brush xml:id="br0">
      <inkml:brushProperty name="width" value="0.05" units="cm"/>
      <inkml:brushProperty name="height" value="0.05" units="cm"/>
    </inkml:brush>
  </inkml:definitions>
  <inkml:trace contextRef="#ctx0" brushRef="#br0">1 168 9330,'34'-6'3601,"36"-18"-2041,8 2-504,3-11-183,-5-1 31,-5 6-296,-4 8-4569</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20.662"/>
    </inkml:context>
    <inkml:brush xml:id="br0">
      <inkml:brushProperty name="width" value="0.05" units="cm"/>
      <inkml:brushProperty name="height" value="0.05" units="cm"/>
    </inkml:brush>
  </inkml:definitions>
  <inkml:trace contextRef="#ctx0" brushRef="#br0">168 17 8402,'-11'-2'3556,"9"1"-3319,0 1 1,0-1-1,1 1 1,-1-1 0,0 1-1,0 0 1,0 0-1,0 0 1,0 0 0,0 0-1,0 1 1,1-1 0,-1 0-1,0 1 1,0-1-1,0 1 1,1 0 0,-1 0-1,0 0 1,1 0-1,-3 1 1,-6 5 20,0 1-1,0-1 1,1 2-1,1-1 1,-1 1-1,2 0 1,-1 1-1,1 0 1,-10 19-1,14-23-225,0 1 0,0-1 0,1 1 0,0-1 0,0 1 0,0 0-1,1 0 1,0 9 0,1-12-19,0 0-1,0 0 0,0 0 0,1 0 0,0 0 1,0 0-1,0-1 0,0 1 0,1 0 1,0 0-1,-1-1 0,1 1 0,0-1 1,1 0-1,2 4 0,-3-4-7,0-1-1,1 0 1,-1 0-1,0 0 1,1 0-1,0 0 1,-1-1-1,1 1 1,0-1-1,0 1 1,0-1-1,0 0 1,0 0-1,0-1 1,0 1 0,5 0-1,-2-1-3,-1 0 0,1 0 0,-1-1 0,0 0 0,1 0 0,-1-1 0,0 1 0,0-1 0,6-3 0,0 0-6,0-1 0,-1-1 0,1 0 0,-1 0 0,-1-1 0,1-1 0,12-15 0,-18 21 7,-1-1-1,-1 0 1,1 0 0,0-1 0,-1 1 0,0 0 0,0-1 0,0 0 0,-1 1-1,1-1 1,-1 0 0,0 0 0,-1 1 0,1-1 0,-1 0 0,0 0 0,0 0-1,0 0 1,-2-5 0,0 2 47,0 1-1,-1-1 1,0 1-1,0 0 1,-1 0 0,0 1-1,0-1 1,0 1-1,-1 0 1,0 0-1,-7-7 1,10 12-4,1-1 0,0 1 0,-1-1 1,1 1-1,-1 0 0,1 0 0,-1 0 0,0 0 1,0 0-1,1 0 0,-1 1 0,-2-2 1,3 2-28,1 0 0,0 0 0,-1 0 0,1 0 0,-1 0 0,1 0 0,0 1 0,-1-1 0,1 0 1,0 0-1,-1 0 0,1 0 0,0 0 0,-1 1 0,1-1 0,0 0 0,-1 0 0,1 1 0,0-1 0,-1 0 1,1 0-1,0 1 0,0-1 0,-1 1 0,-3 17 353,4-11-347,1 0 1,0 0-1,0 0 1,0 0-1,1 0 1,0 0-1,0-1 1,0 1-1,1 0 1,0-1-1,1 0 1,-1 0-1,1 0 1,0 0-1,1-1 1,5 6-1,2 2-29,1-1 0,1-1 0,-1-1-1,2 0 1,23 13 0,3-4 1976</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21.066"/>
    </inkml:context>
    <inkml:brush xml:id="br0">
      <inkml:brushProperty name="width" value="0.05" units="cm"/>
      <inkml:brushProperty name="height" value="0.05" units="cm"/>
    </inkml:brush>
  </inkml:definitions>
  <inkml:trace contextRef="#ctx0" brushRef="#br0">0 639 8634,'0'2'407,"0"0"-1,0 0 1,0-1 0,0 1 0,1 0 0,-1 0 0,0 0-1,1 0 1,-1 0 0,1 0 0,0-1 0,0 1 0,0 0-1,0 0 1,0-1 0,0 1 0,0-1 0,0 1-1,0-1 1,3 2 0,-2-2-213,0 0-1,0 0 0,0 0 1,0 0-1,0 0 1,0-1-1,0 1 1,0-1-1,1 1 1,-1-1-1,0 0 1,0 0-1,1 0 0,3-1 1,2-1-58,0 1 0,0-2 0,0 1 1,0-1-1,-1 0 0,1-1 0,-1 0 0,10-7 1,-2-1 0,0 0 0,-1-2 0,0 0 1,18-24-1,36-67 110,-59 95-250,-9 19 51,-10 37 152,6-29-90,-44 262 1129,43-231-1238,2 0 0,3 0 0,10 90 0,-9-130-131,0 0 0,0 0 0,1-1 1,0 1-1,0 0 0,1-1 0,0 0 1,1 1-1,4 7 0,7-1-771</inkml:trace>
  <inkml:trace contextRef="#ctx0" brushRef="#br0" timeOffset="1">353 0 10618,'6'11'4505,"2"12"-2464,5 30-929,-2 23-56,-9 36-184,-2 12-80,-13 1-247,-1-11-9,6-19-448,4-14-4769</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21.468"/>
    </inkml:context>
    <inkml:brush xml:id="br0">
      <inkml:brushProperty name="width" value="0.05" units="cm"/>
      <inkml:brushProperty name="height" value="0.05" units="cm"/>
    </inkml:brush>
  </inkml:definitions>
  <inkml:trace contextRef="#ctx0" brushRef="#br0">4 246 10714,'-1'7'823,"0"0"0,0 0 1,1 0-1,0 0 0,0 0 0,2 8 0,-1-6-408,1 0-1,1-1 1,-1 1 0,8 15-1,-8-19-345,1 1-1,0-1 0,0 0 1,1 0-1,-1 0 1,1 0-1,0-1 0,0 0 1,1 1-1,-1-2 0,1 1 1,0 0-1,0-1 1,0 0-1,0 0 0,1 0 1,8 2-1,-10-4-32,-1-1 0,1 0-1,0 0 1,-1 0 0,1 0-1,0 0 1,-1-1 0,1 1 0,0-1-1,-1 0 1,1 0 0,-1-1-1,0 1 1,1-1 0,-1 0-1,0 1 1,0-1 0,0-1 0,0 1-1,0 0 1,0-1 0,-1 0-1,1 1 1,3-6 0,-2 2 71,1 0 1,-1-1-1,0 1 1,-1-1-1,0 1 1,0-1 0,0 0-1,-1 0 1,0-1-1,0 1 1,1-10-1,-3 9-4,-1 0 0,0 0 0,0 0 0,-1 0 0,0 0-1,0 1 1,-1-1 0,0 1 0,0-1 0,-1 1 0,-7-11-1,-7-9 100,-32-36-1,28 38-143,-4-2-46,26 27-15,0 0-1,0 0 1,0 0-1,0 0 1,0 0-1,-1 0 1,1 0-1,0-1 1,0 1-1,0 0 1,0 0-1,-1 0 1,1 0-1,0 0 1,0 0-1,0 0 1,0 0-1,-1 0 1,1 0-1,0 0 1,0 0-1,0 0 1,0 0-1,-1 0 1,1 0-1,0 0 1,0 0-1,0 0 1,-1 0-1,1 0 1,0 0-1,0 0 1,0 1-1,0-1 1,0 0-1,-1 0 1,1 0-1,0 0 1,0 0-1,0 0 1,0 1-1,0-1 1,0 0-1,-1 0 1,4 18-418,11 18-434</inkml:trace>
  <inkml:trace contextRef="#ctx0" brushRef="#br0" timeOffset="1">292 386 9466,'3'-23'4889,"4"-16"-1088,21-12-2009,12-6-247,15-8-489,10 3-240,0 12-440,-9 13-96,-19 35-272,-12 16 2201</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22.137"/>
    </inkml:context>
    <inkml:brush xml:id="br0">
      <inkml:brushProperty name="width" value="0.05" units="cm"/>
      <inkml:brushProperty name="height" value="0.05" units="cm"/>
    </inkml:brush>
  </inkml:definitions>
  <inkml:trace contextRef="#ctx0" brushRef="#br0">444 5 10746,'-10'-2'1799,"0"1"0,0 0-1,0 1 1,-13 1 0,11 0-1521,-1 1 0,1 0 0,0 1 0,0 0 0,0 1 0,0 1 1,1 0-1,-1 0 0,-17 13 0,25-16-244,1 0 0,0 1 0,0 0 1,0 0-1,0 0 0,1 0 0,-1 0 0,-2 5 1,4-6-27,0 0 0,0 0 0,1-1 0,-1 1 0,1 0 0,-1 0 0,1 0 0,0 0 0,-1 0 0,1 0 0,0 0 0,1 0 0,-1 0 1,0 0-1,0-1 0,1 1 0,-1 0 0,1 0 0,0 0 0,-1 0 0,1-1 0,0 1 0,0 0 0,2 2 0,5 6 6,1 0-1,0 0 0,1-1 0,18 14 1,50 29 27,-71-48-29,1 1 0,-1 0 0,0 0 0,0 1 0,9 9 0,-14-13 6,-1 1 0,1-1 1,-1 0-1,1 1 1,-1-1-1,0 1 0,0-1 1,0 1-1,0 0 1,0-1-1,0 1 0,-1 0 1,0 0-1,1-1 1,-1 1-1,0 0 0,0 0 1,-1 0-1,1-1 1,0 1-1,-2 3 0,0 0 44,0-1 1,0 1-1,-1 0 0,0-1 0,0 0 0,-1 0 0,1 0 0,-5 5 0,-40 37 472,15-20-317,-1-2 0,-2-1 0,0-2 0,-1-2 0,-1-1 0,-46 16 0,54-27-119,30-8-99,-1 0-1,1 1 0,-1-1 0,0 0 1,1 0-1,-1 0 0,0 0 0,1 1 1,-1-1-1,0 0 0,1 0 0,-1 0 1,0-1-1,1 1 0,-1 0 1,0 0-1,1 0 0,-1 0 0,0 0 1,1-1-1,-1 1 0,0 0 0,1-1 1,-1 1-1,1 0 0,-1-1 0,1 1 1,-1-1-1,0 0 0,1 0-26,0 0-1,1 0 1,-1 0-1,1 0 1,-1 0-1,1 0 1,-1 1-1,1-1 1,-1 0 0,1 0-1,0 0 1,-1 1-1,1-1 1,0 0-1,0 1 1,1-2-1,28-17-770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22.528"/>
    </inkml:context>
    <inkml:brush xml:id="br0">
      <inkml:brushProperty name="width" value="0.05" units="cm"/>
      <inkml:brushProperty name="height" value="0.05" units="cm"/>
    </inkml:brush>
  </inkml:definitions>
  <inkml:trace contextRef="#ctx0" brushRef="#br0">0 78 11843,'7'3'1162,"-1"-1"1,0 1-1,0 0 1,0 0-1,7 6 1,-2 0-140,0 1 1,16 19-1,-16-17-633,0 0-1,17 13 1,-25-23-363,0 1 1,1-1-1,0 0 1,-1 0-1,1 0 1,0-1-1,0 1 1,0-1-1,0 0 0,1 0 1,-1-1-1,0 1 1,0-1-1,0 0 1,1 0-1,-1 0 1,0 0-1,0-1 1,0 0-1,0 0 0,7-2 1,-5 1 3,0-1 0,1 0-1,-1-1 1,0 0 0,0 0 0,-1 0-1,1 0 1,-1-1 0,0 0 0,0 0 0,8-11-1,-13 16-30,0 0 0,0-1-1,1 1 1,-1 0-1,0-1 1,0 1-1,1 0 1,-1 0-1,0-1 1,1 1-1,-1 0 1,0 0-1,1-1 1,-1 1 0,0 0-1,1 0 1,-1 0-1,0 0 1,1 0-1,-1 0 1,1 0-1,-1 0 1,0 0-1,1 0 1,-1 0-1,1 0 1,-1 0 0,0 0-1,1 0 1,-1 0-1,0 0 1,1 0-1,-1 0 1,1 0-1,-1 1 1,0-1-1,1 0 1,-1 0-1,0 0 1,1 1 0,-1-1-1,0 0 1,0 1-1,1-1 1,-1 1-1,15 19-27,-9-10 24,1 0 13,0-1 0,1 0 1,0 0-1,0 0 0,18 12 0,-22-19-1,-1 0-1,0 0 1,1 0-1,-1-1 1,1 1 0,-1-1-1,1 0 1,-1 0-1,1-1 1,0 1-1,0-1 1,-1 1 0,1-1-1,0-1 1,0 1-1,0 0 1,-1-1 0,1 0-1,0 0 1,-1 0-1,1 0 1,6-4 0,-7 4 0,-1 0 0,1 0 0,-1 0 0,0-1 1,1 0-1,-1 1 0,0-1 0,0 0 1,0 0-1,0 0 0,0 0 0,-1 0 1,1 0-1,0-1 0,-1 1 0,0-1 1,0 1-1,0-1 0,0 1 0,0-1 1,0 0-1,0 1 0,-1-1 0,0 0 1,1 0-1,-1 1 0,0-1 0,-1-4 1,0 0 8,0 1 1,-1 0 0,0 0 0,0-1-1,0 1 1,-1 0 0,0 1 0,0-1-1,-1 0 1,1 1 0,-6-6 0,-79-81 199,74 78-204,14 14-26,0 0 0,0-1 0,-1 1 1,1 0-1,0-1 0,0 1 1,-1 0-1,1-1 0,0 1 0,0 0 1,-1 0-1,1 0 0,0-1 0,-1 1 1,1 0-1,0 0 0,-1 0 1,1 0-1,-1 0 0,1-1 0,0 1 1,-1 0-1,1 0 0,0 0 0,-1 0 1,1 0-1,-1 0 0,1 0 1,0 0-1,-1 1 0,1-1 0,0 0 1,-1 0-1,5 9-694</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22.888"/>
    </inkml:context>
    <inkml:brush xml:id="br0">
      <inkml:brushProperty name="width" value="0.05" units="cm"/>
      <inkml:brushProperty name="height" value="0.05" units="cm"/>
    </inkml:brush>
  </inkml:definitions>
  <inkml:trace contextRef="#ctx0" brushRef="#br0">33 456 12627,'12'0'4905,"11"5"-3577,-1 6-544,-6 10-344,-7 11-112,-12 5 2849</inkml:trace>
  <inkml:trace contextRef="#ctx0" brushRef="#br0" timeOffset="1">0 12 9890,'6'-3'3721,"7"-5"-2777,13 11-600,11 13-392,9 6-2800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23.210"/>
    </inkml:context>
    <inkml:brush xml:id="br0">
      <inkml:brushProperty name="width" value="0.05" units="cm"/>
      <inkml:brushProperty name="height" value="0.05" units="cm"/>
    </inkml:brush>
  </inkml:definitions>
  <inkml:trace contextRef="#ctx0" brushRef="#br0">214 165 8466,'-49'-54'6528,"31"33"-5363,-1 1-1,-1 1 0,-29-22 0,48 40-1125,0 0 0,0 0 0,0 1-1,0-1 1,0 0 0,0 1 0,0-1 0,0 0 0,0 1 0,0 0 0,0-1 0,0 1 0,-1 0-1,1-1 1,0 1 0,0 0 0,0 0 0,-1 0 0,1 0 0,0 0 0,0 0 0,0 0 0,0 1-1,-1-1 1,1 0 0,0 1 0,0-1 0,0 0 0,0 1 0,0 0 0,-2 1 0,1 0-4,0 1 0,0 0 1,1 0-1,-1 0 1,1 0-1,0 0 0,0 0 1,0 0-1,0 0 1,0 0-1,1 0 0,0 1 1,-1 2-1,1 48-6,1-1 1,16 98-1,-16-145-26,35 183 133,-29-164 47,1 0-1,1-1 1,1-1 0,1 1 0,20 30-1,-21-42 300,-8-17-5,-10-19-52,-8-8-133,-25-39 0,21 38-213,-16-35 0,31 57-72,0-1 0,1 1 0,0-1 1,1 0-1,1 0 0,0-1 0,0-15 0,1 24-10,1-1 1,1 1-1,-1-1 0,1 1 0,-1 0 0,1-1 0,1 1 0,-1 0 0,0-1 1,1 1-1,3-6 0,-3 9-2,-1-1 1,0 1-1,0-1 1,1 1-1,-1-1 1,1 1-1,0 0 1,-1 0-1,1 0 1,0 0-1,-1 0 1,1 0-1,0 1 1,0-1-1,0 1 1,0-1-1,0 1 1,0-1-1,0 1 1,0 0-1,0 0 1,0 0-1,0 0 1,-1 1-1,1-1 1,0 0-1,0 1 1,0-1-1,3 2 1,3 1-53,1 1-1,-1 0 1,1 0-1,-1 1 1,-1 0 0,1 1-1,10 9 1,47 51-1324,-21-14-166</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23.586"/>
    </inkml:context>
    <inkml:brush xml:id="br0">
      <inkml:brushProperty name="width" value="0.05" units="cm"/>
      <inkml:brushProperty name="height" value="0.05" units="cm"/>
    </inkml:brush>
  </inkml:definitions>
  <inkml:trace contextRef="#ctx0" brushRef="#br0">19 62 8746,'-9'-21'4577,"3"-13"-1232,3 27-1617,3 16-424,16 38-632,3 15-312,8 24-128,-2 8-79,-6 14-49,-6 1 32,-8-6-120,-4-5-248,0-25-513,0-14-143,5-27-176,1-17-136,-2-29-2105</inkml:trace>
  <inkml:trace contextRef="#ctx0" brushRef="#br0" timeOffset="1">14 491 5457,'13'-5'3481,"12"-1"-400,11-1-801,14 2-159,8-4-409,-1-3-224,-2 2-512,-12 2-151,-20 6 95</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28.744"/>
    </inkml:context>
    <inkml:brush xml:id="br0">
      <inkml:brushProperty name="width" value="0.05" units="cm"/>
      <inkml:brushProperty name="height" value="0.05" units="cm"/>
    </inkml:brush>
  </inkml:definitions>
  <inkml:trace contextRef="#ctx0" brushRef="#br0">42 8 7090,'-5'-4'3416,"-4"0"-1543,4 12-745,5 33-800,-2 15-208,-2 44 32,-3 10 24,1 5 96,3-4-56,8-22-3313</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29.135"/>
    </inkml:context>
    <inkml:brush xml:id="br0">
      <inkml:brushProperty name="width" value="0.05" units="cm"/>
      <inkml:brushProperty name="height" value="0.05" units="cm"/>
    </inkml:brush>
  </inkml:definitions>
  <inkml:trace contextRef="#ctx0" brushRef="#br0">0 81 7898,'25'-1'3152,"30"-7"-1847,6 1-401,5-1-152,-12-6 24,-8-1-176,-5 1 56,-8 1-560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29.478"/>
    </inkml:context>
    <inkml:brush xml:id="br0">
      <inkml:brushProperty name="width" value="0.05" units="cm"/>
      <inkml:brushProperty name="height" value="0.05" units="cm"/>
    </inkml:brush>
  </inkml:definitions>
  <inkml:trace contextRef="#ctx0" brushRef="#br0">0 0 7706,'3'15'3264,"3"11"-1375,4 27-1001,2 13 168,-7 18 24,-2 7-191,-3 13-345,-5-9-136,5-9-224,3-10-24,11-25-136,3-9-456</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29.855"/>
    </inkml:context>
    <inkml:brush xml:id="br0">
      <inkml:brushProperty name="width" value="0.05" units="cm"/>
      <inkml:brushProperty name="height" value="0.05" units="cm"/>
    </inkml:brush>
  </inkml:definitions>
  <inkml:trace contextRef="#ctx0" brushRef="#br0">66 80 11530,'-4'6'6480,"-4"9"-5782,-29 92 1035,33-90-1624,0 0 1,1 0-1,0 0 1,1 28-1,2-41-103,0-1 0,0 1-1,1-1 1,0 1-1,-1-1 1,1 0-1,0 1 1,1-1-1,-1 0 1,0 0-1,1 0 1,0 0-1,0 0 1,0 0 0,0 0-1,0-1 1,0 1-1,1-1 1,0 1-1,-1-1 1,1 0-1,3 2 1,-4-3-3,1 0 0,-1 0 0,1 0 0,0 0 0,-1-1 0,1 1 0,0-1 0,0 0 0,-1 0 0,1 0 0,0 0 1,0 0-1,-1-1 0,1 1 0,0-1 0,-1 1 0,1-1 0,0 0 0,-1 0 0,1 0 0,-1-1 0,0 1 0,1-1 0,-1 1 0,0-1 0,0 0 0,0 0 0,3-3 1,2-2 2,0-1-1,-1 1 1,0-1 0,0 0 0,-1-1 0,0 1 0,-1-1 0,0 0 0,0-1 0,-1 1 0,0-1 0,-1 1 0,3-17 0,-4 12 3,-1-1-1,0 0 1,-1 1-1,0-1 1,-1 1-1,-1-1 1,0 1-1,-9-22 1,8 24 75,-1 0 0,0 0 1,-10-15-1,12 25 23,3 7 5,1 9-44,0-1 1,1 1 0,1-1 0,0 0 0,1 0-1,11 23 1,-7-15-12,1 3 28,1 0-1,2-1 0,23 36 0,-28-49-56,0 0 1,0-1 0,1 0-1,1-1 1,-1 0-1,1 0 1,1 0 0,0-1-1,0-1 1,14 7-1,-21-11-14,0-1 0,0 0-1,1 0 1,-1 0 0,1 0-1,-1-1 1,1 1 0,-1-1-1,1 0 1,-1 0 0,1 0-1,-1 0 1,1-1 0,-1 0-1,1 0 1,-1 1 0,0-2-1,1 1 1,-1 0 0,0-1-1,0 0 1,0 1 0,0-1 0,0 0-1,0-1 1,-1 1 0,1 0-1,-1-1 1,1 1 0,-1-1-1,0 0 1,0 0 0,0 0-1,0 0 1,-1 0 0,1 0-1,-1-1 1,1-4 0,5-14 48,-1-2 1,-2 1-1,0 0 1,0-33-1,2-7 50,-3 28-52,-4 27-53,1 0 0,1 0-1,0 0 1,0 0 0,0 0 0,1 0 0,0 0-1,7-13 1,-9 21-8,0-1 1,0 1-1,0 0 0,0 0 0,0 0 0,0-1 1,0 1-1,0 0 0,1 0 0,-1 0 1,0 0-1,0 0 0,0-1 0,0 1 0,0 0 1,1 0-1,-1 0 0,0 0 0,0 0 1,0 0-1,1 0 0,-1 0 0,0 0 0,0 0 1,0 0-1,0 0 0,1 0 0,-1 0 1,0 0-1,0 0 0,0 0 0,1 0 0,-1 0 1,0 0-1,0 0 0,0 0 0,1 0 0,-1 0 1,0 0-1,0 0 0,0 0 0,0 0 1,1 0-1,-1 0 0,0 1 0,0-1 0,0 0 1,0 0-1,0 0 0,0 0 0,1 0 1,-1 1-1,0-1 0,0 0 0,0 0 0,0 0 1,0 1-1,5 5-5,-1 1 1,0 0 0,0 0-1,-1 0 1,1 1 0,-2 0-1,4 9 1,10 64 38,-8-37-3,-4-24-14,-3-8 1,1-1-1,1 1 0,0 0 1,1-1-1,0 0 1,0 0-1,2 0 0,-1 0 1,12 16-1,-16-26-24,0 0 1,0 1-1,0-1 1,0 0-1,0 0 1,1 0 0,-1 1-1,0-1 1,1-1-1,-1 1 1,0 0-1,1 0 1,-1 0-1,1-1 1,0 1-1,-1-1 1,1 1-1,-1-1 1,1 0-1,0 0 1,-1 1-1,1-1 1,0 0-1,-1 0 1,1-1-1,0 1 1,2-1-1,11-7 1632</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30.192"/>
    </inkml:context>
    <inkml:brush xml:id="br0">
      <inkml:brushProperty name="width" value="0.05" units="cm"/>
      <inkml:brushProperty name="height" value="0.05" units="cm"/>
    </inkml:brush>
  </inkml:definitions>
  <inkml:trace contextRef="#ctx0" brushRef="#br0">226 10 10082,'-2'-1'815,"0"0"-1,0 0 1,-1 0 0,1 0-1,0 0 1,-1 0-1,1 1 1,-1-1 0,1 1-1,-4-1 1,2 1-306,0 0 0,0 0 0,0 1 1,0-1-1,-7 3 0,3 0-237,0 0 1,0 1 0,0 0-1,1 0 1,-10 7-1,12-8-170,1 1 0,-1-1 0,1 1 0,-1 0 0,1 1 0,1-1 0,-1 1 0,1-1 0,-1 1 0,1 0 0,-3 7 0,5-9-82,1 0 0,-1 0-1,0 1 1,1-1 0,-1 0-1,1 0 1,0 0 0,0 1-1,0-1 1,1 0 0,-1 0-1,1 0 1,0 1 0,0-1-1,0 0 1,0 0 0,0 0-1,1 0 1,-1-1-1,1 1 1,0 0 0,2 3-1,4 3-1,1-1 0,0 1 0,0-2 0,1 1 0,0-1 0,0-1 0,15 7 0,31 23 40,-54-35-54,-1 0 0,1 0 0,-1 0 0,1 0 1,0 1-1,-1-1 0,0 0 0,1 1 0,-1 0 0,0-1 0,0 1 1,0-1-1,0 1 0,0 0 0,0 0 0,0 0 0,-1 0 0,1-1 1,-1 1-1,1 0 0,-1 0 0,0 0 0,0 0 0,0 0 0,0 0 1,0 0-1,0 0 0,0 0 0,-1 0 0,1 0 0,-1 0 0,1 0 1,-1 0-1,0 0 0,0-1 0,0 1 0,0 0 0,0-1 0,-2 3 1,-3 3 25,-1 0 0,1-1 0,-1 0 0,-1 0 0,0-1 0,-15 10 0,-120 60 203,140-74-238,1 1-1,-1-1 0,1 1 1,0 0-1,-1 0 1,1 0-1,0 0 0,-2 3 1,3 4-296,13-3-409,10-5-444</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30.566"/>
    </inkml:context>
    <inkml:brush xml:id="br0">
      <inkml:brushProperty name="width" value="0.05" units="cm"/>
      <inkml:brushProperty name="height" value="0.05" units="cm"/>
    </inkml:brush>
  </inkml:definitions>
  <inkml:trace contextRef="#ctx0" brushRef="#br0">0 41 10274,'6'-4'6117,"0"9"-3675,2 8-1169,-4 1-653,-1-1 1,0 1-1,1 17 1,-3-16-412,1 0 0,1 0 1,0-1-1,6 18 1,-8-29-188,1 0 1,-1 1-1,1-1 1,0 0 0,0 0-1,0 0 1,0 0-1,1 0 1,-1-1 0,1 1-1,0-1 1,-1 0-1,1 1 1,0-1 0,0 0-1,0-1 1,1 1-1,-1-1 1,0 1 0,1-1-1,6 2 1,-7-3-3,0 1 1,0-1 0,0 0-1,0 0 1,-1 0 0,1 0-1,0 0 1,0-1-1,0 1 1,0-1 0,0 0-1,-1 0 1,1 0 0,0 0-1,-1 0 1,1-1-1,-1 1 1,1-1 0,-1 0-1,0 1 1,1-1-1,-1 0 1,0 0 0,0-1-1,-1 1 1,1 0 0,0-1-1,-1 1 1,1-1-1,-1 1 1,2-5 0,-1 1 25,0 0 1,0-1 0,0 1-1,-1-1 1,0 1 0,0-1 0,0 0-1,-1 0 1,0 1 0,-1-1-1,1 0 1,-1 1 0,-2-8-1,-1 2-13,0-1 0,-1 1-1,0 0 1,-1 0 0,-1 1-1,0 0 1,-16-20 0,5 18-189,18 13 142,-1-1-1,1 1 1,-1 0-1,0 0 1,1 0-1,-1 0 1,1-1-1,-1 1 1,1 0-1,-1 0 1,1 0-1,-1 0 1,1 0-1,-1 1 1,1-1-1,-1 0 1,0 0-1,1 0 1,-1 0-1,1 0 1,-1 1-1,1-1 1,-1 0-1,1 1 1,0-1-1,-1 0 1,1 1-1,-1-1 1,1 0-1,0 1 1,-1-1-1,1 1 1,0-1-1,-1 0 1,1 2-1,-6 27-641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30.955"/>
    </inkml:context>
    <inkml:brush xml:id="br0">
      <inkml:brushProperty name="width" value="0.05" units="cm"/>
      <inkml:brushProperty name="height" value="0.05" units="cm"/>
    </inkml:brush>
  </inkml:definitions>
  <inkml:trace contextRef="#ctx0" brushRef="#br0">1 380 10762,'4'-18'5105,"7"-31"-1904,7-9-704,16-15-945,14-1-168,18 17-432,8 17-199,-6 30-361,-11 16-112,-26 28-40,-10 14 8,-17 12-16,-1 4-24,-8-8-72,3-9-32,6-12-96,3-9-280,8-10 1440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39.248"/>
    </inkml:context>
    <inkml:brush xml:id="br0">
      <inkml:brushProperty name="width" value="0.05" units="cm"/>
      <inkml:brushProperty name="height" value="0.05" units="cm"/>
    </inkml:brush>
  </inkml:definitions>
  <inkml:trace contextRef="#ctx0" brushRef="#br0">9 498 6161,'0'0'172,"-1"0"1,1 0-1,0 0 0,-1 0 0,1 0 0,0 0 0,-1-1 0,1 1 0,0 0 1,-1 0-1,1 0 0,0-1 0,-1 1 0,1 0 0,0 0 0,-1-1 0,1 1 1,0 0-1,0-1 0,0 1 0,-1 0 0,1-1 0,0 1 0,0 0 0,0-1 1,0 1-1,0-1 0,0 1 0,-1 0 0,1-1 0,0 0 0,0-14 1107,0 13-987,17-182 2976,1-23-2443,-18 203-805,0-2 0,-1 0-1,2-1 1,-1 1 0,1 0 0,0 0-1,0 0 1,0 0 0,4-9-1,-4 14-20,-1 0-1,1 0 0,-1 1 0,1-1 0,-1 0 0,1 0 0,-1 1 0,1-1 0,-1 1 0,1-1 0,0 1 1,-1-1-1,1 1 0,0-1 0,0 1 0,-1-1 0,1 1 0,0 0 0,0-1 0,-1 1 0,1 0 1,0 0-1,0 0 0,0 0 0,0 0 0,-1 0 0,1 0 0,0 0 0,0 0 0,0 0 0,0 0 1,0 0-1,-1 1 0,1-1 0,0 0 0,0 1 0,-1-1 0,1 0 0,0 1 0,0 0 0,5 3-9,0 0 0,0 0 1,-1 0-1,6 7 0,-9-9 10,31 30 32,-1 1 0,-2 1 0,-2 2 0,-1 1 0,36 65-1,-29-26 32</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39.587"/>
    </inkml:context>
    <inkml:brush xml:id="br0">
      <inkml:brushProperty name="width" value="0.05" units="cm"/>
      <inkml:brushProperty name="height" value="0.05" units="cm"/>
    </inkml:brush>
  </inkml:definitions>
  <inkml:trace contextRef="#ctx0" brushRef="#br0">0 103 8378,'0'-14'3777,"4"-17"-1673,4 9-736,9 6-760,3 6-215,3 4-377,5 3-297,9 6-1175</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0.208"/>
    </inkml:context>
    <inkml:brush xml:id="br0">
      <inkml:brushProperty name="width" value="0.05" units="cm"/>
      <inkml:brushProperty name="height" value="0.05" units="cm"/>
    </inkml:brush>
  </inkml:definitions>
  <inkml:trace contextRef="#ctx0" brushRef="#br0">30 384 6673,'0'0'159,"-1"0"-1,1 0 0,-1 0 1,1 0-1,-1 0 0,1-1 1,-1 1-1,1 0 0,-1 0 0,1 0 1,-1 0-1,1-1 0,-1 1 1,1 0-1,0-1 0,-1 1 1,1 0-1,-1-1 0,1 1 0,0 0 1,-1-1-1,1 1 0,0-1 1,-1 1-1,1 0 0,0-1 1,0 1-1,-1-1 0,1 1 1,0-1-1,-7-18 1010,3 1-706,1 0 0,1-1 0,1 1 0,0-1 0,2 1 0,0-1 0,5-29 0,3 7-82,1-1 0,19-46 0,-24 80-170,-3 13-82,-2 15-20,0-18-100,-2 57 127,0-31-99,1 0-1,1 1 0,2-1 0,7 44 1,-8-69-27,0 1 0,0-1 0,0 1 0,1-1 0,-1 0 0,1 1 0,0-1 0,0 0 0,0 0 0,0 0 0,0 0 0,1-1 0,4 5 0,-6-6 3,1 0 1,-1 0-1,1-1 0,0 1 1,-1-1-1,1 1 1,0-1-1,-1 1 1,1-1-1,0 0 1,0 0-1,-1 0 1,1 0-1,0 0 1,0 0-1,-1 0 1,1 0-1,0-1 1,0 1-1,-1-1 0,1 1 1,-1-1-1,1 0 1,0 0-1,-1 0 1,1 0-1,-1 0 1,0 0-1,3-2 1,6-6 48,-1 0-1,1-1 1,-2 0 0,1 0 0,-1-1 0,11-22 0,-10 17-23,-1-1 0,-1 0 0,0 0 0,6-27 0,-11 37 17,-1 0 1,0 1-1,0-1 1,0 0-1,-1 0 0,0 0 1,0 0-1,-2-9 1,2 16-51,0 0 0,0 0 0,0-1 0,0 1 0,0 0 1,0 0-1,0 0 0,0 0 0,0 0 0,0 0 0,0 0 0,0 0 1,0 0-1,0 0 0,0 0 0,0 0 0,0 0 0,0-1 1,0 1-1,0 0 0,0 0 0,0 0 0,0 0 0,0 0 1,0 0-1,0 0 0,0 0 0,-1 0 0,1 0 0,0 0 0,0 0 1,0 0-1,0 0 0,0 0 0,0 0 0,0 0 0,0 0 1,0 0-1,0 0 0,0 0 0,0 0 0,0 0 0,0 0 0,-1 0 1,1 0-1,0 0 0,0 0 0,0 0 0,0 0 0,0 0 1,0 0-1,0 0 0,0 0 0,0 0 0,0 0 0,0 0 0,0 0 1,0 0-1,0 0 0,-1 0 0,1 0 0,0 0 0,0 0 1,0 0-1,0 0 0,0 0 0,0 0 0,-3 8 138,-2 10-46,3-3-106,1 0-1,0 1 0,1-1 1,1 0-1,0 0 0,1 0 1,7 25-1,-8-34-102,1-1 0,1 1-1,-1-1 1,1 1 0,0-1-1,0 0 1,0 0 0,1-1-1,8 10 1,-9-12-47,0 1 0,0-1 0,1 0 0,-1 0 0,1 0 0,-1 0 0,1 0 0,0-1 0,0 0 0,0 1 0,0-2 0,0 1 0,0 0 0,0-1 0,8 0 0,-7 0 110,0 0 0,0-1 0,-1 1 0,1-1 0,0-1 0,0 1 1,-1-1-1,1 1 0,-1-1 0,1-1 0,-1 1 0,0-1 1,0 1-1,0-1 0,0 0 0,0-1 0,-1 1 0,4-4 0,-6 5 121,-1 1-1,1-1 0,0 1 1,-1-1-1,1 1 0,-1-1 0,0 1 1,0-1-1,1 1 0,-1-1 0,0 0 1,0 1-1,0-1 0,-1 1 1,1-1-1,0 1 0,0-1 0,-2-2 1,-12-33 1748,2 9-870,11 13-576,0 1-1,2-23 1,-1 26 539,-7 42-874,3 0 0,-3 46 0,7-62-28,0-1 0,1 0 0,1 0 0,0 0-1,1 0 1,0-1 0,11 27 0,-13-37-1,1 0 0,0 0 0,-1 1 0,1-1 0,1 0 0,-1-1 0,0 1 0,1 0 0,-1-1 0,1 1 0,0-1 0,0 0 0,0 0-1,0 0 1,6 3 0,-6-4 14,-1 0 0,1-1 1,0 1-1,0-1 0,0 1 0,0-1 0,0 0 0,0 0 0,0 0 0,0-1 0,0 1 0,-1-1 0,1 1 0,0-1 0,0 0 0,0 0 0,-1 0 0,1-1 0,4-2 0,0-1 51,-1 0-1,0 0 0,0-1 0,0 0 1,-1 0-1,0 0 0,0-1 1,-1 0-1,1 0 0,-1 0 1,-1 0-1,0-1 0,0 1 1,0-1-1,-1 0 0,2-12 1,0 0 78,-2 0 1,0-1 0,-1 1 0,-1 0-1,-4-31 1,-4-9 34,8 60-190,0 0 1,0 0-1,0-1 0,0 1 0,0 0 1,0 0-1,0-1 0,0 1 1,0 0-1,0 0 0,0-1 0,0 1 1,0 0-1,0 0 0,0-1 1,0 1-1,0 0 0,0 0 0,1-1 1,-1 1-1,0 0 0,0 0 0,0 0 1,0-1-1,1 1 0,-1 0 1,0 0-1,0 0 0,0 0 0,1-1 1,-1 1-1,0 0 0,0 0 1,1 0-1,-1 0 0,0 0 0,0 0 1,1 0-1,0 0 0,13 5-59,23 19-22,-29-17 72,24 16 11,-5-3-137,0-1 0,2-1 0,46 22 0,-51-32 1639</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0.568"/>
    </inkml:context>
    <inkml:brush xml:id="br0">
      <inkml:brushProperty name="width" value="0.05" units="cm"/>
      <inkml:brushProperty name="height" value="0.05" units="cm"/>
    </inkml:brush>
  </inkml:definitions>
  <inkml:trace contextRef="#ctx0" brushRef="#br0">66 348 9138,'8'8'3745,"2"6"-1913,3 11-1056,1 11-56,-5-1-151,3 10-73</inkml:trace>
  <inkml:trace contextRef="#ctx0" brushRef="#br0" timeOffset="0.23">0 1 8514,'17'11'2984,"8"3"-2143</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0.924"/>
    </inkml:context>
    <inkml:brush xml:id="br0">
      <inkml:brushProperty name="width" value="0.05" units="cm"/>
      <inkml:brushProperty name="height" value="0.05" units="cm"/>
    </inkml:brush>
  </inkml:definitions>
  <inkml:trace contextRef="#ctx0" brushRef="#br0">12 0 9866,'0'10'3625,"-7"11"-2737,3 11-184,4 5 24,0 3-127,10-2-257,3-6-128,5-12-96,7-9 8,-6-11-848,0-6-225</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1.331"/>
    </inkml:context>
    <inkml:brush xml:id="br0">
      <inkml:brushProperty name="width" value="0.05" units="cm"/>
      <inkml:brushProperty name="height" value="0.05" units="cm"/>
    </inkml:brush>
  </inkml:definitions>
  <inkml:trace contextRef="#ctx0" brushRef="#br0">54 78 8466,'-21'27'6186,"2"5"-4085,17-26-1963,-1-1 0,1 0 0,1 1 0,-1 0 0,1-1 0,0 1 0,0 0 0,0 0 0,1-1 0,0 7 0,1-10-116,-1 0 1,0 0 0,1-1 0,-1 1-1,1 0 1,0 0 0,0-1 0,0 1-1,-1-1 1,1 1 0,1-1 0,-1 1-1,0-1 1,0 1 0,0-1 0,1 0-1,-1 0 1,1 0 0,-1 0 0,1 0-1,-1 0 1,1 0 0,0 0 0,-1-1 0,1 1-1,0 0 1,0-1 0,0 0 0,-1 1-1,1-1 1,0 0 0,0 0 0,0 0-1,2 0 1,0-1-6,0 1 1,0 0-1,0-1 0,0 0 1,-1 0-1,1 0 0,0 0 1,-1 0-1,1-1 0,-1 0 1,1 0-1,-1 0 0,0 0 0,0 0 1,4-4-1,1-4 15,-1 1-1,-1-2 0,0 1 1,0-1-1,-1 0 0,6-17 1,-4 6 24,-1 0 0,5-32 0,-11 30 14,-2 19-34,0 14-4,0 18 52,2 41 0,0-56-51,1 0 0,1-1 1,0 1-1,1-1 0,0 0 0,5 12 0,-7-20-7,0-1 1,0 0-1,0 0 0,0 0 1,0 0-1,1 0 1,-1 0-1,0 0 1,1 0-1,0 0 1,-1 0-1,1-1 1,0 1-1,0-1 1,0 1-1,0-1 0,0 0 1,1 0-1,-1 0 1,0 0-1,0 0 1,1-1-1,-1 1 1,0 0-1,1-1 1,-1 0-1,1 0 0,-1 0 1,0 0-1,1 0 1,-1 0-1,1 0 1,-1-1-1,0 1 1,1-1-1,-1 0 1,5-2-1,1-1 73,0 0-1,0-1 1,0 0 0,0-1 0,-1 1-1,0-1 1,0-1 0,9-11-1,14-22 170,-17 22-50,22-22 1,-35 39-209,1 0 0,0 0 0,0 0 0,0 0 0,-1 0 0,1 1 0,0-1 0,0 0 0,0 1 0,0-1 0,0 1 0,0-1 0,1 1 0,-1-1 0,0 1 1,0 0-1,0-1 0,0 1 0,0 0 0,1 0 0,-1 0 0,1 0 0,-1 1-2,1-1 1,-1 1-1,0-1 0,0 1 1,0 0-1,0-1 0,0 1 1,-1 0-1,1 0 0,0 0 1,0 0-1,0 0 0,-1 0 1,1 0-1,0 0 0,-1 0 0,1 2 1,3 6 19,-1 1-1,-1-1 1,0 1 0,2 12 0,1 39 77,-3-30 60,7 34-1,5-21 395</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5.271"/>
    </inkml:context>
    <inkml:brush xml:id="br0">
      <inkml:brushProperty name="width" value="0.05" units="cm"/>
      <inkml:brushProperty name="height" value="0.05" units="cm"/>
    </inkml:brush>
  </inkml:definitions>
  <inkml:trace contextRef="#ctx0" brushRef="#br0">1 454 3505,'7'18'2641,"-6"-16"-2248,0 1 0,0 0 0,0-1 0,0 1 0,0-1 0,1 0 0,-1 1 0,1-1 0,-1 0 0,1 0 0,0 0 0,0 0 0,3 3 0,-5-5-283,1 0 1,-1 0-1,1 0 1,-1 1-1,1-1 1,-1 0 0,0 0-1,1 0 1,-1 0-1,1 0 1,-1 0-1,1 0 1,-1 0-1,1 0 1,-1 0-1,1 0 1,-1 0-1,1 0 1,-1 0-1,1-1 1,-1 1 0,0 0-1,1 0 1,-1 0-1,1-1 1,-1 1-1,1 0 1,-1-1-1,0 1 1,1 0-1,-1-1 1,0 1-1,0 0 1,1-1-1,-1 0 1,11-17 1339,-11 17-1359,65-154 2489,-57 130-2351,-1 0-1,-1-1 1,-1 1 0,2-39-1,-6 29 74,-1-1 1,-7-43-1,7 68-239,1 10-33,8 18-27,35 89-88,-20-43 58,3-1 1,57 97-1,-53-109-121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5.617"/>
    </inkml:context>
    <inkml:brush xml:id="br0">
      <inkml:brushProperty name="width" value="0.05" units="cm"/>
      <inkml:brushProperty name="height" value="0.05" units="cm"/>
    </inkml:brush>
  </inkml:definitions>
  <inkml:trace contextRef="#ctx0" brushRef="#br0">0 6 8210,'17'6'3096,"1"0"-2015,25-4-833,1-6 56,8-11 104</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6.109"/>
    </inkml:context>
    <inkml:brush xml:id="br0">
      <inkml:brushProperty name="width" value="0.05" units="cm"/>
      <inkml:brushProperty name="height" value="0.05" units="cm"/>
    </inkml:brush>
  </inkml:definitions>
  <inkml:trace contextRef="#ctx0" brushRef="#br0">221 21 11867,'-3'-3'687,"0"1"1,0 0 0,0 0-1,0 0 1,0 1 0,-1-1-1,1 1 1,-1 0 0,1 0 0,-1 0-1,1 0 1,-5 0 0,3 1-411,0-1-1,-1 1 1,1 1 0,0-1 0,0 1 0,-1 0-1,1 0 1,-5 2 0,5-1-273,1 0-1,-1 0 1,0 0 0,1 0-1,0 1 1,0-1 0,0 1-1,0 0 1,0 1 0,0-1-1,1 0 1,-1 1 0,1 0-1,0 0 1,1 0 0,-1 0-1,0 1 1,-3 8 0,6-11-8,-1 0 0,1 0 0,0 0 0,-1 0 0,1 0-1,0 0 1,0 0 0,0 0 0,0 0 0,1 0 0,-1 0 0,0 0 0,1 0 0,0 0 0,-1 0 0,1 0 0,0 0 0,0 0 0,0-1 0,0 1 0,0 0 0,1-1 0,-1 1 0,0 0 0,1-1 0,-1 0 0,1 1 0,-1-1 0,4 2 0,4 2-15,1 1 0,0-1 1,1-1-1,14 5 0,1 0 2,-20-7 13,0 1 1,-1 0 0,1 0 0,-1 0 0,9 7-1,-12-9 7,-1 0 0,0 0 0,0 0 0,0 0 0,0 1 0,-1-1-1,1 0 1,0 0 0,0 1 0,-1-1 0,1 1 0,-1-1 0,1 0-1,-1 1 1,1-1 0,-1 1 0,0-1 0,0 1 0,0-1 0,0 1-1,0-1 1,0 1 0,0-1 0,-1 1 0,1-1 0,0 1 0,-1-1-1,1 1 1,-1-1 0,-1 3 0,-1 2 43,-1 1 0,-1-1-1,1 0 1,-1-1 0,0 1 0,0-1 0,0 0-1,-1 0 1,1-1 0,-1 1 0,-1-1-1,1 0 1,-9 3 0,-7 3 109,-2-2 0,-35 9-1,35-10-115,24-7-49,0 0-1,0 0 1,0 0 0,0 0-1,0 0 1,0 0-1,0 0 1,0 0 0,0 0-1,0 1 1,0-1-1,0 0 1,0 0-1,0 0 1,0 0 0,1 0-1,-2 0 1,1 0-1,0 0 1,0 0 0,0 0-1,0 1 1,0-1-1,0 0 1,0 0 0,0 0-1,0 0 1,0 0-1,0 0 1,0 0 0,0 0-1,0 0 1,0 0-1,0 0 1,0 0 0,0 1-1,0-1 1,0 0-1,0 0 1,0 0-1,-1 0 1,1 0 0,13 1-1002,27-3-3258</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6.466"/>
    </inkml:context>
    <inkml:brush xml:id="br0">
      <inkml:brushProperty name="width" value="0.05" units="cm"/>
      <inkml:brushProperty name="height" value="0.05" units="cm"/>
    </inkml:brush>
  </inkml:definitions>
  <inkml:trace contextRef="#ctx0" brushRef="#br0">1 3 10114,'0'-2'4369,"2"6"-2168,1 14-817,4 18-544,4 18-80,-1 19-232,3 14-152,0 13-256,-2-4 0,-2-2 80,-1-15-208,-5-26-712,1-8-840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6.824"/>
    </inkml:context>
    <inkml:brush xml:id="br0">
      <inkml:brushProperty name="width" value="0.05" units="cm"/>
      <inkml:brushProperty name="height" value="0.05" units="cm"/>
    </inkml:brush>
  </inkml:definitions>
  <inkml:trace contextRef="#ctx0" brushRef="#br0">0 0 9938,'9'5'3785,"9"-6"-2665,6 1-424,7 4-48,1-4-135,3 2-513,2 3-2049</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7.166"/>
    </inkml:context>
    <inkml:brush xml:id="br0">
      <inkml:brushProperty name="width" value="0.05" units="cm"/>
      <inkml:brushProperty name="height" value="0.05" units="cm"/>
    </inkml:brush>
  </inkml:definitions>
  <inkml:trace contextRef="#ctx0" brushRef="#br0">4 458 7450,'2'24'5793,"-1"8"-1839,-4-18-2603,2-11-918,0 1-1,1-1 1,-1 1-1,1-1 1,0 1-1,0 6 1,0-9-381,1 1 0,-1-1 0,1 0 0,-1 1 0,1-1 0,0 0 0,-1 0 0,1 1 0,0-1 0,0 0 0,0 0 0,0 0 0,0 0 0,0 0 0,0 0 0,0 0 0,1 0 0,-1-1 0,0 1 0,1 0 0,1 0 0,-1 0-33,0 0 0,1 0 1,-1 0-1,0 0 1,0-1-1,1 1 1,-1-1-1,1 0 1,-1 1-1,0-1 1,1 0-1,-1 0 1,1-1-1,-1 1 1,0 0-1,1-1 1,-1 1-1,0-1 1,1 0-1,-1 0 0,0 0 1,0 0-1,0 0 1,0-1-1,4-2 1,1-3 19,-1 0 0,0 0 0,0-1 1,0 0-1,6-12 0,-9 14-31,0 0 1,0 1-1,1-1 0,0 1 1,0-1-1,0 1 1,1 1-1,0-1 0,0 0 1,9-5-1,-14 10-8,1-1-1,0 1 1,0 0 0,0 0-1,-1-1 1,1 1 0,0 0-1,0 0 1,0 0 0,0 0-1,-1 0 1,1 0-1,0 0 1,0 0 0,0 0-1,0 1 1,-1-1 0,1 0-1,0 0 1,0 1 0,-1-1-1,1 1 1,0-1 0,0 1-1,-1-1 1,1 1 0,0-1-1,-1 1 1,1-1-1,-1 1 1,1 0 0,-1-1-1,1 1 1,-1 0 0,1-1-1,-1 1 1,0 0 0,1 0-1,-1 0 1,0 1 0,8 34 7,-8-34-5,1 22 33,-1-1 0,-1 1 0,-8 45 0,2-24 7,-19 246-294,25-275-325</inkml:trace>
  <inkml:trace contextRef="#ctx0" brushRef="#br0" timeOffset="1">258 0 12947,'0'15'4969,"1"26"-3625,7 18-24,0 15-87,-1 10-313,1 3-336,3-4-224,3-12-200,1-13-320,2-21-1152,0-8-713</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7.554"/>
    </inkml:context>
    <inkml:brush xml:id="br0">
      <inkml:brushProperty name="width" value="0.05" units="cm"/>
      <inkml:brushProperty name="height" value="0.05" units="cm"/>
    </inkml:brush>
  </inkml:definitions>
  <inkml:trace contextRef="#ctx0" brushRef="#br0">4 196 5257,'3'-1'637,"0"-1"0,0 1-1,0-1 1,0 0 0,0 1 0,0-1-1,0-1 1,0 1 0,-1 0-1,1-1 1,-1 1 0,0-1 0,4-4-1,-1-2 206,1 1-1,-1-1 1,6-15-1,-9 18-516,0 1 1,-1-2-1,1 1 0,-1 0 0,0 0 1,-1 0-1,0-7 0,0 10-172,0-1-1,0 1 1,0 0-1,-1 0 1,0-1-1,0 1 0,0 0 1,0 0-1,0 0 1,0 0-1,-1 0 1,1 0-1,-1 1 1,-3-5-1,4 6-122,1 1 1,-1-1-1,0 0 0,1 1 1,-1-1-1,0 1 0,0-1 1,0 1-1,0-1 0,1 1 1,-1 0-1,0-1 0,0 1 1,0 0-1,0 0 0,0 0 1,0 0-1,0 0 0,0 0 1,0 0-1,1 0 1,-1 0-1,0 0 0,0 0 1,0 0-1,0 1 0,0-1 1,0 0-1,0 1 0,1-1 1,-1 1-1,0-1 0,0 1 1,0-1-1,1 1 0,-1-1 1,-1 2-1,-1 1 4,1 0-1,-1 0 1,1 0 0,0 0 0,0 0 0,0 1-1,-2 3 1,1 0-15,1 0 0,0 0-1,1 0 1,0 0 0,0 0 0,0 0-1,1 0 1,0 0 0,0 0 0,1 1-1,0-1 1,0 0 0,0 0 0,1 0-1,0-1 1,1 1 0,5 11 0,-4-11-5,0 0 0,0 0 1,1 0-1,0 0 1,0-1-1,0 0 0,1 0 1,0 0-1,0-1 1,1 0-1,-1 0 1,1 0-1,0-1 0,1 0 1,11 4-1,-13-6 10,1 0 0,-1 0 0,1-1 0,0 0 0,-1 0 0,1 0 0,0-1 0,0 0 0,13-2 0,-16 1 1,0 0 1,0 0-1,0-1 0,0 1 1,0-1-1,-1 0 0,1 0 1,0 0-1,-1 0 0,0-1 1,1 1-1,-1-1 1,0 0-1,0 0 0,-1 0 1,1 0-1,-1-1 0,3-4 1,10-24 304</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8.081"/>
    </inkml:context>
    <inkml:brush xml:id="br0">
      <inkml:brushProperty name="width" value="0.05" units="cm"/>
      <inkml:brushProperty name="height" value="0.05" units="cm"/>
    </inkml:brush>
  </inkml:definitions>
  <inkml:trace contextRef="#ctx0" brushRef="#br0">70 84 9722,'-6'2'4161,"-12"12"-2033,1 5-679,1 11-409,3 2-176,14-5-384,11 0-160,17-11-144,11-7-24,3-15-16,1-12 32,-7-10 40,-22-9-63,-2 5-169,-9 1-161,-11-5-607,1 3-400,5-5-1441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8.457"/>
    </inkml:context>
    <inkml:brush xml:id="br0">
      <inkml:brushProperty name="width" value="0.05" units="cm"/>
      <inkml:brushProperty name="height" value="0.05" units="cm"/>
    </inkml:brush>
  </inkml:definitions>
  <inkml:trace contextRef="#ctx0" brushRef="#br0">187 44 9826,'-12'-6'2800,"-5"-3"-438,-1 1 0,-24-7-1,39 14-2228,0 0-1,-1 0 1,1 0 0,0 1-1,-1-1 1,1 1 0,-1 0-1,1 0 1,-1 0-1,1 0 1,-1 1 0,1-1-1,0 1 1,-1 0-1,1 0 1,0 0 0,0 0-1,-1 1 1,-3 2-1,5-2-89,-1 0-1,1 0 0,1 0 0,-1 0 0,0 0 0,0 1 1,1-1-1,0 0 0,-1 1 0,1-1 0,0 1 1,0 0-1,-1 3 0,1 3-11,0-1 0,0 1 0,1 12 0,6 72 9,4-1-1,22 93 1,-4-32 4,-19-95-35,10 76-7,-19-115 16,0-19-17,0 0 1,0 0-1,0 0 1,0 0-1,0 0 1,0 1-1,0-1 1,0 0-1,0 0 1,0 0-1,0 0 1,0 0-1,0 0 1,0 1-1,0-1 1,0 0-1,-1 0 1,1 0-1,0 0 1,0 0-1,0 0 1,0 0-1,0 0 0,0 0 1,0 1-1,-1-1 1,1 0-1,0 0 1,0 0-1,0 0 1,0 0-1,0 0 1,0 0-1,-1 0 1,1 0-1,0 0 1,0 0-1,0 0 1,0 0-1,0 0 1,0 0-1,-1 0 1,1 0-1,0 0 1,0 0-1,0 0 1,0 0-1,0 0 0,0-1 1,-1 1-1,1 0 1,-3-3 28,1 0 0,-1 0-1,0 0 1,1-1 0,0 1 0,-2-6 0,-5-7 113,1 0 1,1-1-1,0 0 1,2-1 0,0 1-1,-4-26 1,8 34-78,0 1 1,1-1 0,0 1 0,0-1 0,1 1-1,0-1 1,3-9 0,-2 13-41,0 0-1,0 0 1,0 0-1,0 0 1,1 1 0,0-1-1,0 1 1,0-1 0,0 1-1,1 0 1,-1 1-1,7-6 1,-1 3-36,0 0-1,1 1 1,0 1-1,-1-1 1,1 2-1,1-1 1,-1 1-1,0 1 1,1 0-1,-1 0 1,1 1-1,0 1 1,0-1-1,19 3 1,36 5-1872</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8.953"/>
    </inkml:context>
    <inkml:brush xml:id="br0">
      <inkml:brushProperty name="width" value="0.05" units="cm"/>
      <inkml:brushProperty name="height" value="0.05" units="cm"/>
    </inkml:brush>
  </inkml:definitions>
  <inkml:trace contextRef="#ctx0" brushRef="#br0">56 584 9498,'-21'-25'7682,"5"0"-4154,12 17-3371,1 0-1,0 0 1,1 0-1,0 0 1,0-1 0,1 1-1,0-1 1,0 1-1,1-11 1,2-34-20,13-89 0,-11 117-147,2 0-1,1 0 1,0 1-1,2 0 0,20-39 1,-26 56-4,2 1 0,-1-1 1,1 1-1,-1 0 0,11-9 1,-13 14 10,-1 0 1,0-1-1,0 2 1,0-1-1,1 0 1,-1 0-1,0 0 1,1 0-1,-1 1 1,1-1-1,-1 1 1,0-1 0,1 1-1,0 0 1,-1-1-1,1 1 1,-1 0-1,1 0 1,-1 0-1,1 0 1,-1 0-1,1 0 1,-1 1-1,1-1 1,-1 1-1,1-1 1,-1 1-1,1-1 1,-1 1 0,1 0-1,-1-1 1,0 1-1,1 0 1,-1 0-1,0 0 1,0 0-1,1 2 1,4 4 18,-1 0 1,0 0-1,0 1 0,-1 0 1,0 0-1,0 0 1,-1 1-1,0-1 0,2 10 1,2 15 81,4 36 0,-5-4-25,-3 0-1,-2 0 1,-11 82 0,4-89-380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9.346"/>
    </inkml:context>
    <inkml:brush xml:id="br0">
      <inkml:brushProperty name="width" value="0.05" units="cm"/>
      <inkml:brushProperty name="height" value="0.05" units="cm"/>
    </inkml:brush>
  </inkml:definitions>
  <inkml:trace contextRef="#ctx0" brushRef="#br0">0 43 10418,'14'0'4201,"20"-1"-2545,4-8-511,10-2-209,1-1-280,2 2-584,6 10-112</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49.779"/>
    </inkml:context>
    <inkml:brush xml:id="br0">
      <inkml:brushProperty name="width" value="0.05" units="cm"/>
      <inkml:brushProperty name="height" value="0.05" units="cm"/>
    </inkml:brush>
  </inkml:definitions>
  <inkml:trace contextRef="#ctx0" brushRef="#br0">12 351 8106,'-6'-17'7713,"0"-6"-5331,7-17-1233,1-1 1,10-52-1,-9 74-892,-2 11-179,0 1 32,0 0 1,0-1-1,1 1 0,0 0 1,3-9-1,-5 16-104,1-1-1,-1 1 0,0 0 1,0 0-1,0-1 1,0 1-1,0 0 0,0-1 1,1 1-1,-1 0 1,0 0-1,0 0 1,0-1-1,1 1 0,-1 0 1,0 0-1,0 0 1,1-1-1,-1 1 0,0 0 1,0 0-1,1 0 1,-1 0-1,0 0 0,0 0 1,1 0-1,-1 0 1,0 0-1,1 0 1,-1-1-1,0 1 0,1 1 1,-1-1-1,0 0 1,0 0-1,1 0 0,-1 0 1,0 0-1,1 0 1,-1 0-1,0 0 0,0 0 1,1 1-1,-1-1 1,0 0-1,0 0 1,1 0-1,-1 0 0,0 1 1,0-1-1,0 0 1,1 0-1,-1 1 0,0-1 1,0 0-1,0 0 1,0 1-1,0-1 0,1 0 1,-1 0-1,0 1 1,0-1-1,0 0 1,0 1-1,0-1 0,0 0 1,0 0-1,0 1 1,7 25 61,-6-23-57,7 30 28,2-1 0,1 0 0,1 0 1,20 34-1,-32-64-34,1-1 0,-1 0 0,1 0 0,0 0 0,-1 0 1,1 0-1,0 0 0,0-1 0,0 1 0,-1 0 0,1 0 1,0 0-1,0-1 0,0 1 0,0 0 0,0-1 0,1 1 1,-1-1-1,0 1 0,0-1 0,2 1 0,-2-2 2,0 1 0,0 0 1,0 0-1,0-1 0,0 1 0,0 0 0,0-1 0,0 1 1,0-1-1,0 0 0,0 1 0,0-1 0,0 0 0,-1 1 0,1-1 1,0 0-1,0 0 0,0-1 0,3-4 25,0 0 0,0-1 0,-1 1 0,0-1 0,3-8 0,-1-6 13,0 0-1,-1-1 1,-1 1 0,0-27-1,3-23 21,-6 71-64,0 0 0,0 0-1,0 0 1,0 0 0,0 0 0,0 0 0,0-1 0,0 1 0,0 0 0,0 0 0,0 0-1,1 0 1,-1 0 0,0 0 0,0 0 0,0 0 0,0 0 0,0 0 0,0-1 0,0 1 0,0 0-1,0 0 1,0 0 0,0 0 0,0 0 0,0 0 0,0 0 0,1 0 0,-1 0 0,0 0-1,0 0 1,0 0 0,0 0 0,0 0 0,0 0 0,0 0 0,0 0 0,0 0 0,1 0-1,-1 0 1,0 0 0,0 0 0,0 0 0,0 0 0,0 0 0,0 0 0,0 0 0,0 0 0,1 0-1,-1 0 1,0 0 0,0 0 0,0 0 0,0 0 0,0 0 0,0 0 0,0 0 0,0 0-1,0 0 1,0 1 0,8 7-7,6 13-1,6 23 14,-14-30 2,0-1-1,1 1 0,0-1 0,1-1 0,0 1 0,18 19 0,-24-30 0,0 0-1,0-1 0,0 1 0,1 0 0,-1-1 0,0 1 0,1-1 1,-1 0-1,1 0 0,0 0 0,-1 0 0,1 0 0,0-1 0,0 1 1,-1-1-1,1 0 0,0 0 0,5 0 0,-4-1 12,0 0-1,0 0 1,-1 0-1,1-1 1,0 1-1,0-1 0,-1 0 1,1 0-1,-1 0 1,1-1-1,4-4 1,0-1 36,-1 0 0,0 0 0,0-1 0,-1 1 0,0-2 1,-1 1-1,1-1 0,6-19 0,-10 22 4,1 0 1,-1-1-1,0 1 0,-1-1 1,0 0-1,0 0 0,-1 1 1,0-1-1,0 0 0,-1 0 1,-2-10-1,3 17-50,0 1-1,0-1 1,0 0-1,0 1 1,0-1 0,-1 1-1,1-1 1,0 0-1,0 1 1,-1-1-1,1 1 1,0-1-1,-1 0 1,1 1 0,-1-1-1,1 1 1,-1 0-1,1-1 1,-1 1-1,1-1 1,-1 1 0,1 0-1,-1-1 1,1 1-1,-1 0 1,0-1-1,1 1 1,-1 0 0,1 0-1,-1 0 1,-1-1-1,1 2 1,0 0 0,0-1 0,-1 1-1,1 0 1,0-1 0,0 1 0,0 0-1,0 0 1,0 0 0,0 0 0,0 0-1,1 0 1,-1 0 0,-1 2 0,-3 7 4,0 0 1,-8 20-1,10-19-12,-1-1 0,2 1 0,0 0 0,0 1 1,1-1-1,0 0 0,1 0 0,1 1 0,-1-1 0,2 0 0,-1 0 0,2 0 0,0 0 0,0 0 0,0-1 0,2 1 0,-1-1 0,1 0 0,1 0 0,6 9 1,-9-15 5,-1-1 1,1 0-1,0-1 1,-1 1-1,1 0 1,0-1-1,1 0 1,-1 0-1,0 0 1,1 0-1,-1 0 1,1-1-1,-1 1 1,1-1-1,0 0 1,0 0-1,0 0 1,-1-1-1,1 1 1,0-1-1,0 0 1,0 0-1,0-1 1,0 1-1,0-1 1,-1 1 0,1-1-1,0-1 1,0 1-1,-1 0 1,1-1-1,-1 0 1,1 0-1,3-2 1,-1 0 36,0 0 0,0-1 0,-1 1 0,1-1-1,-1 0 1,0-1 0,-1 1 0,1-1 0,-1 0 0,0 0 0,-1 0 0,1-1 0,-1 1 0,-1-1 0,1 0 0,-1 0 0,3-13 0,-4-8 156,-2-38 1,-1 2 16,2 62-207,0 0 0,0 1 0,0-1 0,1 1 0,-1-1 0,0 0 0,1 1 0,-1-1 1,1 1-1,-1-1 0,1 1 0,1-2 0,-2 2-7,0 1 1,0 0-1,1 0 1,-1-1-1,0 1 0,1 0 1,-1 0-1,0 0 1,1 0-1,-1 0 1,0 0-1,1-1 0,-1 1 1,0 0-1,1 0 1,-1 0-1,0 0 1,1 0-1,-1 0 0,1 0 1,-1 0-1,0 1 1,1-1-1,-1 0 1,0 0-1,1 0 0,-1 0 1,0 0-1,1 0 1,-1 1-1,0-1 1,1 1-1,4 3 10,-1 0 1,1 1-1,-1-1 1,6 11-1,2 0-23,-2-6-152,0 1 0,0-2-1,15 11 1,8 0 639</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0.138"/>
    </inkml:context>
    <inkml:brush xml:id="br0">
      <inkml:brushProperty name="width" value="0.05" units="cm"/>
      <inkml:brushProperty name="height" value="0.05" units="cm"/>
    </inkml:brush>
  </inkml:definitions>
  <inkml:trace contextRef="#ctx0" brushRef="#br0">162 328 8186,'-2'-1'4417,"3"5"-600,5 9-1417,3-2-800,-1 7-375,-4 4-657,-5 0-168,-5 14-48,-4-1 2208</inkml:trace>
  <inkml:trace contextRef="#ctx0" brushRef="#br0" timeOffset="1">0 0 11378,'6'1'4337,"16"9"-3264,4 5-353,16 23-1312</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0.493"/>
    </inkml:context>
    <inkml:brush xml:id="br0">
      <inkml:brushProperty name="width" value="0.05" units="cm"/>
      <inkml:brushProperty name="height" value="0.05" units="cm"/>
    </inkml:brush>
  </inkml:definitions>
  <inkml:trace contextRef="#ctx0" brushRef="#br0">37 8 10066,'-5'-6'4737,"-4"4"-1992,1 10-1177,0 10-848,1 9-384,8 9-256,-1 1-32,12-2-24,2-2-8,2-14 48,6-4 40,-2-14 897</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0.853"/>
    </inkml:context>
    <inkml:brush xml:id="br0">
      <inkml:brushProperty name="width" value="0.05" units="cm"/>
      <inkml:brushProperty name="height" value="0.05" units="cm"/>
    </inkml:brush>
  </inkml:definitions>
  <inkml:trace contextRef="#ctx0" brushRef="#br0">47 32 13491,'-1'0'374,"0"0"1,-1 0-1,1 0 0,0 1 1,0-1-1,0 0 0,-1 1 1,1-1-1,0 1 0,0-1 1,0 1-1,0 0 0,0-1 1,0 1-1,0 0 0,0 0 1,-1 1-1,-12 22 1304,11-15-1642,1 0 1,0 0 0,-2 16 0,4-21-26,0-1 0,0 1 0,0-1 1,0 1-1,0-1 0,1 0 0,0 1 0,0-1 0,0 0 1,0 1-1,0-1 0,0 0 0,1 0 0,0 0 0,-1 0 0,1 0 1,0-1-1,4 5 0,-4-5-23,0 0-1,1-1 1,-1 1-1,0-1 1,0 0 0,1 0-1,-1 0 1,0 0 0,1 0-1,-1 0 1,1-1 0,-1 1-1,1-1 1,0 0 0,-1 0-1,1 1 1,-1-2 0,1 1-1,-1 0 1,1 0-1,0-1 1,-1 0 0,1 1-1,-1-1 1,3-2 0,0 1-28,-1 0-1,1-1 1,-1 1 0,0-1 0,0 0 0,-1 0 0,1-1 0,-1 1-1,1-1 1,-1 0 0,0 0 0,0 0 0,-1 0 0,1 0 0,-1-1-1,0 1 1,2-7 0,-3 7 87,0 0 0,0 0-1,0 0 1,0-1 0,0 1-1,-1 0 1,0 0 0,0-1 0,0 1-1,-1 0 1,1 0 0,-1-1 0,0 1-1,0 0 1,-1 0 0,1 0 0,-1 0-1,0 0 1,-4-7 0,6 11-22,-1 0-1,1-1 1,0 1 0,0 0 0,0-1 0,0 1 0,-1 0 0,1-1 0,0 1-1,0 0 1,-1-1 0,1 1 0,0 0 0,-1 0 0,1-1 0,0 1-1,-1 0 1,1 0 0,0 0 0,-1-1 0,1 1 0,0 0 0,-1 0-1,1 0 1,-1 0 0,1 0 0,0 0 0,-1 0 0,0 0 0,-1 11 387,8 21-154,-2-22-241,1 0-1,0-1 1,0 1 0,1-1-1,1-1 1,-1 1 0,1-1-1,13 12 1,-18-18-10,1 1 1,-1-1-1,1 0 1,0 0-1,0 0 1,0-1-1,0 1 1,0-1-1,0 0 1,0 1-1,0-2 0,0 1 1,1 0-1,-1 0 1,0-1-1,1 0 1,-1 0-1,0 0 1,1 0-1,-1 0 1,0-1-1,0 1 1,1-1-1,-1 0 0,0 0 1,0 0-1,0 0 1,0-1-1,0 1 1,0-1-1,0 0 1,3-2-1,4-6 124,0 0 0,-1 0 0,-1-1 0,0 0 0,0 0-1,11-23 1,8-13 720,-15 29-463,-12 17-383,0 1 0,0 0 1,1-1-1,-1 1 0,0 0 0,0-1 0,0 1 0,0 0 0,1 0 0,-1-1 0,0 1 0,0 0 0,1 0 0,-1 0 1,0-1-1,0 1 0,1 0 0,-1 0 0,0 0 0,0 0 0,1-1 0,-1 1 0,0 0 0,1 0 0,-1 0 0,0 0 1,1 0-1,-1 0 0,0 0 0,1 0 0,-1 0 0,0 0 0,1 0 0,-1 0 0,0 0 0,1 0 0,-1 0 1,0 1-1,0-1 0,1 0 0,-1 0 0,0 0 0,1 0 0,-1 0 0,0 1 0,0-1 0,1 0 0,-1 0 0,0 1 1,0-1-1,0 0 0,1 0 0,-1 1 0,0-1 0,0 0 0,0 0 0,0 1 0,0-1 0,1 0 0,-1 1 0,0-1 1,0 0-1,0 1 0,0-1 0,0 0 0,0 1 0,0-1 0,6 26 57,-4-9-56,1-1 1,1 1-1,0 0 0,1-1 0,1 0 0,9 16 0,-2-12 1185</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1.536"/>
    </inkml:context>
    <inkml:brush xml:id="br0">
      <inkml:brushProperty name="width" value="0.05" units="cm"/>
      <inkml:brushProperty name="height" value="0.05" units="cm"/>
    </inkml:brush>
  </inkml:definitions>
  <inkml:trace contextRef="#ctx0" brushRef="#br0">382 128 8826,'-59'-47'5467,"43"33"-4581,-1 0 0,0 1 0,-30-16 0,44 27-826,-1 1 0,1-1 0,0 1 0,0 0 0,0 0 0,-1 0 0,1 1 0,-1-1 0,1 1 0,-1-1 0,1 1 0,0 0 0,-1 1 0,1-1 0,-1 1-1,1-1 1,0 1 0,-1 0 0,1 0 0,0 0 0,0 1 0,-1-1 0,1 1 0,1 0 0,-1 0 0,0 0 0,0 0 0,-3 4 0,-1 1-6,1 1 1,0-1 0,0 2-1,1-1 1,0 1-1,0-1 1,1 1-1,-6 19 1,1 2-10,2 0 0,1 0 1,2 1-1,1 0 0,1 36 1,15 155-6,-13-219-39,12 103 25,-3-37 56,0 92 0,-9-159-77,-4 37 148,4-38-125,0 0 0,0 0 0,0-1 0,0 1 0,-1 0 0,1 0 0,0-1 0,0 1 0,-1 0 0,1-1 0,0 1 0,-1 0 0,1-1 0,0 1 0,-1 0 0,1-1 0,-1 1 0,1-1 0,-1 1 0,0-1 0,1 1 0,-1-1 0,1 1 0,-1-1 0,0 1 0,1-1 0,-1 0 0,0 1 0,0-1 0,1 0 0,-1 0 0,0 0 0,0 0 0,1 1 0,-1-1-1,0 0 1,0 0 0,1 0 0,-1-1 0,0 1 0,0 0 0,1 0 0,-1 0 0,0 0 0,-1-1 0,-2-2 95,1 0 0,-1 0 0,1 0 0,0 0 0,0 0 0,0-1 0,0 1 0,0-1 0,1 0 0,0 0-1,0 0 1,0 0 0,0 0 0,0 0 0,1-1 0,-1-4 0,-2-7 61,1 1-1,0-1 1,0-24 0,3 21-145,1 1 1,0-1 0,2 1-1,0-1 1,1 1-1,1 0 1,0 0-1,1 1 1,2 0-1,17-33 1,-23 47-48,0 0 0,0 0 0,0 0 1,1 0-1,-1 1 0,1-1 0,0 1 1,0-1-1,0 1 0,0 0 0,6-3 1,-7 5 0,0-1 1,0 1-1,-1-1 1,1 1-1,0 0 1,0-1-1,-1 1 1,1 0-1,0 0 1,0 1-1,0-1 1,-1 0-1,1 1 1,0-1 0,-1 1-1,1-1 1,0 1-1,-1 0 1,1 0-1,0-1 1,-1 1-1,0 0 1,1 1-1,-1-1 1,2 2-1,10 10-160,-2 1 0,0 0-1,16 27 1,13 17-1273,-17-31 333</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1.883"/>
    </inkml:context>
    <inkml:brush xml:id="br0">
      <inkml:brushProperty name="width" value="0.05" units="cm"/>
      <inkml:brushProperty name="height" value="0.05" units="cm"/>
    </inkml:brush>
  </inkml:definitions>
  <inkml:trace contextRef="#ctx0" brushRef="#br0">33 1 6353,'-2'0'466,"1"0"-1,0 0 0,-1 0 1,1 0-1,0 0 0,-1 0 1,1 0-1,0 1 0,0-1 1,-1 1-1,1-1 0,0 1 1,0-1-1,0 1 0,-1 0 1,1-1-1,0 1 1,0 0-1,0 0 0,0 0 1,0 1-1,0 0-224,0-1 0,0 1 0,1-1 0,-1 1 0,1-1 0,-1 1 0,1 0 0,0-1 0,-1 1 0,1 0-1,0 0 1,0-1 0,0 1 0,1 2 0,0 1-94,0 1-1,1-1 1,-1 0-1,1 0 1,0 0-1,1 0 1,-1 0-1,1 0 0,4 5 1,-3-5-51,0 0 1,1-1-1,-1 1 1,1-1-1,0 0 1,0 0-1,1-1 0,-1 1 1,1-1-1,11 4 1,-14-6-41,-1 0 0,1-1 0,-1 1 0,1-1-1,0 1 1,-1-1 0,1 0 0,-1 0 0,1 0 0,0-1 0,-1 1 0,1-1 0,-1 1 0,1-1 0,-1 0 0,1 0 0,-1 0 0,1 0 0,-1 0 0,0-1 0,0 1 0,1-1 0,-1 1 0,0-1-1,0 0 1,-1 0 0,1 0 0,0 0 0,1-2 0,-2 2-12,0 0 0,0 1 0,0-1 0,0 0 0,0 0 0,0 1-1,0-1 1,-1 0 0,1 0 0,-1 0 0,1 0 0,-1 0 0,0 0 0,0 0-1,0 0 1,0 0 0,0 0 0,0 0 0,-1 0 0,0-3 0,0 1 0,-1 1 1,1 0 0,-1 0 0,0 0-1,0 0 1,0 0 0,0 1 0,-1-1-1,1 1 1,-1-1 0,-3-1 0,0-1-77,0 1 0,0 0 0,-1 0 0,0 1 0,1 0 0,-1 0 0,0 1 0,-1-1 0,1 2 0,-12-3 0,8 4-263</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2.274"/>
    </inkml:context>
    <inkml:brush xml:id="br0">
      <inkml:brushProperty name="width" value="0.05" units="cm"/>
      <inkml:brushProperty name="height" value="0.05" units="cm"/>
    </inkml:brush>
  </inkml:definitions>
  <inkml:trace contextRef="#ctx0" brushRef="#br0">1 193 11554,'2'-4'4641,"13"-1"-2968,5 5-385,3 17-744,8 16-56,-12 22-248,-4 11-80,-7 7 56,-11-7-152,1-9-568</inkml:trace>
  <inkml:trace contextRef="#ctx0" brushRef="#br0" timeOffset="1">194 1 11883,'13'16'4681,"7"12"-2833,5 20-1224,1 6 80,-7 18-88,-5-2-96,-6-4 129,0 2 1983</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2.614"/>
    </inkml:context>
    <inkml:brush xml:id="br0">
      <inkml:brushProperty name="width" value="0.05" units="cm"/>
      <inkml:brushProperty name="height" value="0.05" units="cm"/>
    </inkml:brush>
  </inkml:definitions>
  <inkml:trace contextRef="#ctx0" brushRef="#br0">1 175 11362,'17'-6'4369,"24"6"-3040,7 7-489,5 8-152,-7 8-176,-6-1-208,-11 0 32,-10 1-896,-3-4-944</inkml:trace>
  <inkml:trace contextRef="#ctx0" brushRef="#br0" timeOffset="1">74 145 11755,'12'-7'5057,"16"-8"-2609,3-4-768,14-5-471,-5-2-321,-1 0-232,-2-1 328</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3.515"/>
    </inkml:context>
    <inkml:brush xml:id="br0">
      <inkml:brushProperty name="width" value="0.05" units="cm"/>
      <inkml:brushProperty name="height" value="0.05" units="cm"/>
    </inkml:brush>
  </inkml:definitions>
  <inkml:trace contextRef="#ctx0" brushRef="#br0">13 362 6873,'-9'23'5883,"6"-14"-3961,3-18 1086,33-153-2197,1-5-752,-32 132 37,-1 15 103,2 32 634,1 28-358,18 76 0,-19-103-451,1-1 0,0 0-1,1-1 1,0 1 0,1-1 0,0 0-1,1 0 1,0-1 0,1 0-1,12 13 1,-18-21-17,-1 0 0,1-1 0,0 1 0,-1 0 0,1-1 0,0 0 0,0 1 0,0-1 0,0 0 0,0 0 0,0 0 0,0 0 0,0-1 0,1 1 0,-1 0 0,0-1 0,0 0-1,1 1 1,-1-1 0,0 0 0,1 0 0,-1 0 0,0-1 0,1 1 0,-1 0 0,0-1 0,0 0 0,0 1 0,1-1 0,-1 0 0,0 0 0,0 0 0,0 0 0,0-1 0,-1 1 0,1 0 0,0-1 0,0 0 0,-1 1 0,3-4 0,3-4 17,-1 1 1,-1-1 0,0 0-1,0-1 1,-1 1 0,0-1-1,4-14 1,-4 11-5,19-83 110,-21 86-106,-1 0 0,0 0 0,-1 0 0,0 0 1,0 1-1,-1-1 0,-4-18 0,3 24 72,0 5-30,0 13 7,1 25 2,3-8-33,1 1 0,9 37 0,-8-54-29,0 0 1,1-1-1,1 1 0,0-1 0,1 0 1,16 24-1,7 0-114</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3.890"/>
    </inkml:context>
    <inkml:brush xml:id="br0">
      <inkml:brushProperty name="width" value="0.05" units="cm"/>
      <inkml:brushProperty name="height" value="0.05" units="cm"/>
    </inkml:brush>
  </inkml:definitions>
  <inkml:trace contextRef="#ctx0" brushRef="#br0">4 46 11578,'-1'1'391,"1"0"0,-1 1-1,1-1 1,-1 0-1,1 1 1,0-1-1,0 1 1,-1-1 0,1 1-1,0-1 1,0 1-1,1-1 1,-1 2-1,10 20 1693,-3-13-2152,0-1 1,14 14-1,-6-6 713,15 23-299,-20-26-248,0 0 0,1 0 0,1-1 0,20 18 1,-30-29-88,0-1 0,-1 0 0,1 1 0,0-1 0,0 0 1,0 0-1,0-1 0,0 1 0,0 0 0,0 0 0,0-1 0,0 1 1,0-1-1,0 0 0,0 0 0,3 0 0,-3 0 3,-1 0 1,0-1-1,0 1 0,1-1 0,-1 0 0,0 1 1,0-1-1,0 0 0,0 1 0,0-1 0,0 0 0,0 0 1,0 0-1,0 0 0,0 0 0,0 0 0,0 0 1,-1-1-1,2 0 0,1-5 59,-1 0 0,0 0-1,0 0 1,0 0 0,-1-1 0,0 1 0,0-10 0,1-172 281,-1 175-3183</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4.231"/>
    </inkml:context>
    <inkml:brush xml:id="br0">
      <inkml:brushProperty name="width" value="0.05" units="cm"/>
      <inkml:brushProperty name="height" value="0.05" units="cm"/>
    </inkml:brush>
  </inkml:definitions>
  <inkml:trace contextRef="#ctx0" brushRef="#br0">100 12 7666,'-2'-12'10167,"-6"14"-6945,-1 2-2439,1-1-463,1 0 0,-1 0 0,0 1 0,1 1 0,0-1-1,-7 7 1,12-10-308,1 0-1,-1 0 0,1 0 0,0 0 0,0 1 1,-1-1-1,1 1 0,0-1 0,0 0 1,1 1-1,-1 0 0,0-1 0,0 1 0,1 0 1,-1-1-1,1 1 0,-1 0 0,1 0 0,0-1 1,0 1-1,-1 0 0,2 0 0,-1-1 1,0 1-1,0 0 0,0 0 0,1 0 0,-1-1 1,1 1-1,-1 0 0,1-1 0,0 1 1,0 0-1,-1-1 0,3 3 0,4 4-7,1 0 0,0 0 0,0-1 0,0-1-1,12 8 1,-8-5 2,0-1 0,19 20 0,-28-25-4,-1 0 0,1 0-1,-1 0 1,0 0 0,0 0 0,0 0 0,-1 0-1,1 1 1,-1-1 0,0 1 0,0-1-1,0 1 1,0-1 0,-1 1 0,1 7 0,-1-8 2,-1 1 0,0-1 0,0 0 1,0 1-1,0-1 0,-1 0 0,1 0 1,-1 0-1,0 0 0,0 0 1,0 0-1,0 0 0,0 0 0,-1-1 1,1 0-1,-1 1 0,0-1 0,1 0 1,-1 0-1,0 0 0,-4 1 0,0 1 14,0 0-1,-1-1 1,0 0-1,1 0 1,-1 0-1,0-1 1,-16 2-1,23-4-23,0 0 0,1 0 0,-1 1 0,0-1 0,0 0 0,0 0 0,0 0 0,0 0 1,0 0-1,0-1 0,0 1 0,0 0 0,0 0 0,0 0 0,1-1 0,-1 1 0,0-1 0,0 1 0,0 0 0,0-1 0,1 0 0,-1 1 0,0-1 1,1 1-1,-1-1 0,0 0 0,1 1 0,-1-1 0,1 0 0,-1 0 0,1 0 0,-1 1 0,1-1 0,-1 0 0,1 0 0,0 0 0,0 0 0,-1 0 0,1-2 1,2-21 399</inkml:trace>
  <inkml:trace contextRef="#ctx0" brushRef="#br0" timeOffset="1">257 95 11386,'5'7'4369,"10"12"-3008,-1-1-729,2 11 136,-4-1 24</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4.619"/>
    </inkml:context>
    <inkml:brush xml:id="br0">
      <inkml:brushProperty name="width" value="0.05" units="cm"/>
      <inkml:brushProperty name="height" value="0.05" units="cm"/>
    </inkml:brush>
  </inkml:definitions>
  <inkml:trace contextRef="#ctx0" brushRef="#br0">0 1 8418,'10'13'2872,"14"19"-2560,0 0 89</inkml:trace>
  <inkml:trace contextRef="#ctx0" brushRef="#br0" timeOffset="1">271 201 7434,'-5'-1'4176,"-7"1"-743,4 4-1368,3 15-1129,-2 7-304,9 15-208,5 7-24,11-8-136,5-6-48,7-18 16,-2-13 104,4-12 96,1-10 41,-6-12 2175</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5.350"/>
    </inkml:context>
    <inkml:brush xml:id="br0">
      <inkml:brushProperty name="width" value="0.05" units="cm"/>
      <inkml:brushProperty name="height" value="0.05" units="cm"/>
    </inkml:brush>
  </inkml:definitions>
  <inkml:trace contextRef="#ctx0" brushRef="#br0">244 102 11418,'-24'-17'3209,"8"4"-2396,0 2 1,-1 0-1,0 1 0,0 1 0,-1 0 0,-32-10 0,48 19-784,0-1 0,0 1 0,0-1 0,0 1 0,0-1 0,0 1 1,0 0-1,0 0 0,0 0 0,0 0 0,0 0 0,0 1 0,0-1 0,0 1 0,0-1 0,0 1 0,0 0 0,0-1 0,0 1 1,0 0-1,1 0 0,-1 1 0,0-1 0,1 0 0,-1 0 0,1 1 0,-1-1 0,1 1 0,0-1 0,0 1 0,-1 0 0,1 0 1,0-1-1,0 1 0,1 0 0,-1 0 0,0 0 0,1 0 0,-1 0 0,1 0 0,-1 2 0,0 9-24,-1 0 1,2 0-1,0-1 0,0 1 0,4 18 0,8 38-17,4-1 1,29 83-1,-21-79-31,24 124 1,-46-183 33,-1-9 10,0 0 0,0 0 0,-1 1 0,1-1 0,-1 1 0,0-1 0,0 0 0,-1 1 0,1-1 0,-1 1 0,0-1 0,-1 4 0,1-7 5,1-1 0,0 0 0,0 1 0,0-1 0,0 1 0,-1-1 0,1 0 0,0 0 0,0 1 0,-1-1 0,1 0 0,0 1 0,-1-1 0,1 0 0,0 0 0,-1 1-1,1-1 1,0 0 0,-1 0 0,1 0 0,0 0 0,-1 0 0,1 1 0,-1-1 0,1 0 0,0 0 0,-1 0 0,1 0 0,-1 0 0,1 0 0,-1 0 0,-12-9 250,-7-18 213,6 4-259,2-1-1,1 1 0,1-2 0,-9-30 1,14 38-206,1 0 1,1 0 0,1 0 0,0 0-1,1 0 1,0-1 0,4-22 0,-3 35-19,1 0 0,0 0 0,0 0 0,1 0 0,-1 0-1,1 1 1,0-1 0,0 1 0,1-1 0,-1 1 0,1 0 0,0 0 0,6-6 0,-7 8 4,0 0 1,1 1-1,-1-1 0,1 1 0,0-1 1,-1 1-1,1 0 0,0 0 0,0 0 1,0 0-1,0 1 0,-1-1 0,1 1 1,0 0-1,0 0 0,0 0 0,0 0 0,0 0 1,0 1-1,0-1 0,0 1 0,0 0 1,4 1-1,4 3 6,1 1 0,-1 0 0,-1 0 0,1 1 0,-1 0 0,13 13 0,-11-11 73,-1 0-1,1 0 1,0-1-1,19 9 1,-21-12 249,-5-2 213</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5.693"/>
    </inkml:context>
    <inkml:brush xml:id="br0">
      <inkml:brushProperty name="width" value="0.05" units="cm"/>
      <inkml:brushProperty name="height" value="0.05" units="cm"/>
    </inkml:brush>
  </inkml:definitions>
  <inkml:trace contextRef="#ctx0" brushRef="#br0">6 226 5849,'5'-2'982,"1"-1"0,-1 1 0,1-1-1,-1 0 1,0-1 0,0 1 0,5-5-1,-6 3-545,0 0-1,0 0 0,0 0 0,0-1 0,-1 1 1,0-1-1,0 0 0,-1 0 0,1 0 0,1-9 1,-1 7-92,0-3 168,0-1 1,0 1-1,1-22 0,-4 31-445,1 0-1,-1 0 1,0 0 0,0 0 0,-1 0-1,1 0 1,0 0 0,-1 0-1,1 0 1,-1 0 0,1 0-1,-1 0 1,0 0 0,0 1-1,0-1 1,0 0 0,0 0 0,0 1-1,0-1 1,-1 1 0,1-1-1,-1 1 1,1 0 0,-1-1-1,1 1 1,-1 0 0,0 0-1,0 0 1,-2-1 0,2 2-46,0-1-1,1 1 1,-1 0 0,0 0 0,0 0 0,0 0-1,0 0 1,0 0 0,0 1 0,0-1 0,0 0-1,1 1 1,-1 0 0,0-1 0,0 1-1,1 0 1,-1 0 0,0 0 0,1 0 0,-1 0-1,1 0 1,-1 1 0,1-1 0,0 0-1,-1 1 1,1-1 0,0 1 0,0 0 0,0-1-1,-1 3 1,-2 2-23,1 1 1,-1 0-1,1 0 0,1 1 0,-1-1 1,-1 10-1,3-9-11,0 0 1,0 0-1,1 0 0,0 0 1,0 0-1,1 0 1,0-1-1,0 1 0,1 0 1,0 0-1,0-1 0,1 1 1,0-1-1,1 0 1,-1 0-1,1 0 0,1 0 1,-1-1-1,1 0 0,0 1 1,1-2-1,-1 1 1,1-1-1,0 0 0,1 0 1,-1 0-1,1-1 0,0 0 1,0 0-1,0-1 0,0 0 1,1 0-1,11 2 1,-9-3-395,1 0 1,0 0-1,0-2 1,0 1-1,0-1 1,0-1-1,0 1 1,0-2-1,0 0 0,13-4 1,12-10-4079</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6.051"/>
    </inkml:context>
    <inkml:brush xml:id="br0">
      <inkml:brushProperty name="width" value="0.05" units="cm"/>
      <inkml:brushProperty name="height" value="0.05" units="cm"/>
    </inkml:brush>
  </inkml:definitions>
  <inkml:trace contextRef="#ctx0" brushRef="#br0">71 1 8858,'-5'4'2119,"-1"0"0,1 1 1,-9 10-1,7-7-1073,0 1 0,1 0 0,-9 18 0,14-26-987,0 0-1,1 0 0,-1 1 0,1-1 1,-1 1-1,1-1 0,-1 1 0,1-1 1,0 1-1,-1-1 0,1 1 0,0-1 1,0 1-1,0-1 0,1 1 0,-1-1 1,0 1-1,0-1 0,1 3 1,0-4-38,0 1 0,-1 0 0,1 0 0,0 0 0,0-1 0,0 1 0,0 0 0,-1-1 0,1 1 0,0-1 0,0 1 0,0-1 0,0 1 0,0-1 0,0 0 0,1 1 0,-1-1 0,0 0 0,0 0 0,1 0 0,4 0-8,-1 0 0,1 0 0,-1-1 1,1 0-1,-1 0 0,1 0 0,-1-1 1,0 0-1,6-2 0,-5 0-5,0 1 0,0-1 0,0 0 0,0 0-1,0-1 1,8-9 0,-11 11 0,-1 0 0,0 0 0,1 0-1,-1 0 1,-1-1 0,1 1 0,0 0 0,-1-1-1,0 0 1,0 1 0,0-1 0,0 0 0,-1 0 0,1-7-1,-4 1 159,-3 14 213,-6 18 237,10-20-586,1 1 0,1 0 1,-1 0-1,0 0 1,1 0-1,-1 0 0,1 0 1,0 0-1,0 0 1,0 0-1,0 0 0,1 0 1,-1-1-1,1 1 0,0 0 1,0 0-1,0 0 1,0 0-1,0-1 0,1 1 1,1 2-1,1 1 21,0-1 0,0-1 0,1 1-1,0 0 1,-1-1 0,2 0 0,-1 0-1,11 5 1,5 3 1479</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6.467"/>
    </inkml:context>
    <inkml:brush xml:id="br0">
      <inkml:brushProperty name="width" value="0.05" units="cm"/>
      <inkml:brushProperty name="height" value="0.05" units="cm"/>
    </inkml:brush>
  </inkml:definitions>
  <inkml:trace contextRef="#ctx0" brushRef="#br0">0 0 7314,'11'0'3720,"9"4"-879,3 9-865,3 15-695,0 6-177,-5 14-416,-6 7-232,-6 11-56,-6-3-176</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2:56.825"/>
    </inkml:context>
    <inkml:brush xml:id="br0">
      <inkml:brushProperty name="width" value="0.05" units="cm"/>
      <inkml:brushProperty name="height" value="0.05" units="cm"/>
    </inkml:brush>
  </inkml:definitions>
  <inkml:trace contextRef="#ctx0" brushRef="#br0">0 138 10338,'47'-40'5101,"7"5"-3974,-44 29-1159,2 0 1,-1 1 0,0 1-1,1 0 1,0 1 0,0 0-1,0 0 1,14 0-1,-24 3-59,1-1 0,-1 1-1,1 0 1,-1 0-1,1 0 1,0 1-1,-1-1 1,1 1-1,-1-1 1,1 1 0,-1 0-1,1 0 1,-1 0-1,0 0 1,1 0-1,-1 1 1,0-1-1,0 1 1,0-1-1,0 1 1,0 0 0,0 0-1,2 3 1,-1 2 158,0-1 0,0 1 0,-1 0 0,0 0 0,0 0 1,2 13-1,1 8 1896,-4-22-1591,1 1 0,0-1 0,1 0 0,-1-1 0,1 1 0,0 0 0,0-1 0,1 1 0,0-1 0,0 0 0,0 0 0,8 6 0,-9-8-291,0-1-1,-1 0 1,1-1-1,0 1 0,0 0 1,1-1-1,-1 0 1,0 0-1,0 0 1,1 0-1,-1 0 0,1 0 1,-1-1-1,0 0 1,1 0-1,-1 0 0,1 0 1,-1 0-1,1-1 1,-1 1-1,0-1 0,1 0 1,-1 0-1,0-1 1,4-1-1,-2 1-50,-1-1 0,1 0 0,-1-1 0,0 1 0,0-1 0,0 0 0,0 0-1,0 0 1,-1 0 0,0 0 0,0-1 0,0 0 0,-1 0 0,1 1 0,-1-2 0,0 1 0,-1 0 0,3-8 0,-3 5 41,1 0 0,-1-1 1,0 1-1,-1 0 1,0-1-1,0 1 1,-1-1-1,0 1 0,0 0 1,-1-1-1,-3-9 1,3 15-32,1 0 0,-1 1 1,1 0-1,-1-1 0,0 1 1,0 0-1,0 0 0,-3-3 1,5 5-35,0-1 0,-1 1 0,1-1 0,0 1-1,-1-1 1,1 1 0,-1 0 0,1-1 0,-1 1 0,1 0 0,-1-1 0,1 1 0,-1 0 0,1 0 0,-1-1 0,1 1 0,-1 0-1,1 0 1,-1 0 0,0 0 0,1 0 0,-1 0 0,1 0 0,-1 0 0,0 0 0,1 0 0,-1 0 0,1 0 0,-1 0 0,1 1-1,-1-1 1,1 0 0,-1 0 0,1 0 0,-1 1 0,1-1 0,-1 0 0,1 1 0,-2 0 0,2-1-11,0 1 0,0-1 0,0 1 0,0-1-1,0 0 1,0 1 0,0-1 0,0 1 0,0-1 0,1 0 0,-1 1 0,0-1 0,0 1 0,0-1 0,0 0 0,0 1 0,1-1 0,-1 0 0,0 1-1,0-1 1,1 0 0,-1 1 0,0-1 0,1 0 0,-1 1 0,0-1 0,1 0 0,-1 0 0,0 1 0,1-1 0,-1 0 0,1 0 0,18 10-752,-12-6-57,16 9-4559</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07.381"/>
    </inkml:context>
    <inkml:brush xml:id="br0">
      <inkml:brushProperty name="width" value="0.05" units="cm"/>
      <inkml:brushProperty name="height" value="0.05" units="cm"/>
    </inkml:brush>
  </inkml:definitions>
  <inkml:trace contextRef="#ctx0" brushRef="#br0">44 278 4961,'6'18'5750,"-2"9"3497,-4-27-9191,-5-7 1502,-3-12-703,-4-22-447,2-1-1,-8-69 0,18 104-403,-1 1 1,2-1-1,-1 1 1,1-1-1,0 1 0,0-1 1,1 1-1,3-10 0,-5 14-6,1 0 0,0 0 0,1 0-1,-1 0 1,0 0 0,0 0 0,1 0-1,-1 1 1,1-1 0,0 0 0,-1 1-1,1-1 1,0 1 0,0 0-1,0 0 1,0 0 0,0 0 0,0 0-1,0 0 1,1 0 0,-1 0 0,0 1-1,0 0 1,0-1 0,1 1 0,-1 0-1,4 0 1,-1 1-7,1-1 0,-1 1 0,1 1 0,-1-1 0,0 1 0,1 0 0,-1 0 0,9 6 0,37 27-485,-45-30 361,33 25-771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07.740"/>
    </inkml:context>
    <inkml:brush xml:id="br0">
      <inkml:brushProperty name="width" value="0.05" units="cm"/>
      <inkml:brushProperty name="height" value="0.05" units="cm"/>
    </inkml:brush>
  </inkml:definitions>
  <inkml:trace contextRef="#ctx0" brushRef="#br0">10 0 11530,'0'18'4577,"-9"5"-2696,16 11-1353,4 5-232,2-2-48,8 3 48,-9-5-376</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08.178"/>
    </inkml:context>
    <inkml:brush xml:id="br0">
      <inkml:brushProperty name="width" value="0.05" units="cm"/>
      <inkml:brushProperty name="height" value="0.05" units="cm"/>
    </inkml:brush>
  </inkml:definitions>
  <inkml:trace contextRef="#ctx0" brushRef="#br0">0 7 10482,'3'-2'4065,"8"-3"-2777,10 5-792,12 8-616,6 8-312</inkml:trace>
  <inkml:trace contextRef="#ctx0" brushRef="#br0" timeOffset="1">310 499 9882,'-5'-15'4369,"-6"-20"-2064,3-8-337,7-5-480,3-5-287,13 7-529,6 8-224,7 26-312,4 12-64,-3 20-56,-1 8-16,-6 13-56,-10 1-224,2 3-704,-6-5-681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08.535"/>
    </inkml:context>
    <inkml:brush xml:id="br0">
      <inkml:brushProperty name="width" value="0.05" units="cm"/>
      <inkml:brushProperty name="height" value="0.05" units="cm"/>
    </inkml:brush>
  </inkml:definitions>
  <inkml:trace contextRef="#ctx0" brushRef="#br0">388 109 6825,'4'-12'4208,"6"-14"741,-8 21-4410,-1 1 0,1 0 0,-1-1 0,0 0 1,0 1-1,0-1 0,-1 0 0,0 0 0,0 1 1,-1-9-1,1 12-490,0 1 0,-1-1 1,1 1-1,0-1 0,0 0 0,-1 1 1,1-1-1,0 1 0,-1-1 1,1 1-1,-1-1 0,1 1 1,0-1-1,-1 1 0,1 0 0,-1-1 1,1 1-1,-1 0 0,0-1 1,1 1-1,-1 0 0,1 0 0,-1-1 1,0 1-1,1 0 0,-1 0 1,1 0-1,-1 0 0,0 0 1,1 0-1,-1 0 0,0 0 0,1 0 1,-1 0-1,1 0 0,-1 0 1,0 1-1,1-1 0,-1 0 0,1 0 1,-1 1-1,0-1 0,1 0 1,-1 1-1,1-1 0,-1 0 1,1 1-1,-1 0 0,-26 20 476,13-6-386,0 0 0,-18 25-1,27-33-129,1 0 0,0 0-1,1 0 1,-1 0 0,1 0-1,1 1 1,-1-1 0,1 1-1,-1 12 1,2-15-8,1 0 0,1-1-1,-1 1 1,1 0 0,0-1 0,0 1-1,0-1 1,0 1 0,1-1 0,0 1 0,0-1-1,0 0 1,4 6 0,5 4-7,0 1 0,17 15 1,-19-21-9,0 1 0,-1-1 1,0 2-1,11 17 0,-15-19 2,-1 1 0,1-1 0,-1 0 0,-1 1 0,0 0 0,0-1 0,-1 1 0,0 0 0,-1 0 0,-1 16 0,-1-12 8,-1 0 1,0 0-1,0-1 1,-1 0-1,-1 1 1,-1-1-1,-6 12 1,2-8 76,0 0 1,-1-1-1,-1 0 1,-1-1-1,0-1 1,-1 0-1,0 0 1,-1-1-1,-1-1 1,-30 18 0,35-24 33,-1 0 1,0-1-1,0 0 1,0-1-1,-1 0 1,1-1 0,-1 0-1,0-1 1,0-1-1,0 0 1,-24-2-1,15-5 1167</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09.982"/>
    </inkml:context>
    <inkml:brush xml:id="br0">
      <inkml:brushProperty name="width" value="0.05" units="cm"/>
      <inkml:brushProperty name="height" value="0.05" units="cm"/>
    </inkml:brush>
  </inkml:definitions>
  <inkml:trace contextRef="#ctx0" brushRef="#br0">219 66 9362,'-9'-8'1694,"0"-1"-749,-1 1 0,1 1 1,-1-1-1,-22-10 0,30 17-899,-1 0 0,0-1 0,1 2 1,-1-1-1,0 0 0,0 1 0,0-1 0,0 1 1,0 0-1,1 0 0,-1 0 0,0 0 0,0 0 1,0 1-1,0-1 0,0 1 0,0 0 0,1 0 0,-1 0 1,0 0-1,1 0 0,-1 1 0,1-1 0,-1 1 1,1 0-1,-4 3 0,0 1-20,1 1 0,0-1 0,0 1 0,1 1 0,0-1 0,0 0 0,1 1 0,0 0 0,0 0 0,1 0 1,0 0-1,0 0 0,1 1 0,0-1 0,0 10 0,0 20-48,2-1 1,6 39 0,-7-74 21,31 177-35,-19-130 82,-3 2-1,-2-1 1,1 80-1,-14-66 79,5-58-88,0 0 1,0 0-1,-1 0 1,0 0-1,0 0 0,0-1 1,-1 1-1,-4 5 1,7-11-32,0 1 0,0-1 0,0 0 0,-1 0 1,1 1-1,0-1 0,0 0 0,-1 0 1,1 0-1,0 0 0,0 0 0,-1 1 1,1-1-1,0 0 0,-1 0 0,1 0 1,0 0-1,0 0 0,-1 0 0,1 0 1,0 0-1,-1 0 0,1 0 0,0 0 1,0 0-1,-1 0 0,1 0 0,0 0 1,-1 0-1,1 0 0,0-1 0,0 1 1,-1 0-1,1 0 0,0 0 0,0 0 1,-1-1-1,1 1 0,0 0 0,0 0 1,0 0-1,-1-1 0,1 1 0,-4-5 72,0 0-1,0 1 1,1-2-1,0 1 1,0 0-1,0 0 1,0-1-1,1 0 1,0 1-1,0-1 1,1 0-1,-2-8 1,-1-11 390,-2-42 1,5 45-340,2 0 0,0 1 0,1-1 1,1 0-1,1 1 0,1 0 0,1 0 0,11-24 1,-15 40-139,0 0 0,0 0 0,1 0 0,0 0 0,0 1 0,0-1 0,1 1 0,4-4 0,-6 6 0,0 1 0,0-1 0,0 1-1,0 0 1,0 0 0,0 0 0,0 0 0,1 0 0,-1 1 0,0-1 0,0 1-1,1-1 1,-1 1 0,0 0 0,1 0 0,-1 0 0,1 0 0,-1 0 0,0 0-1,1 1 1,2 0 0,9 5-15,1 0-1,-1 1 1,-1 0-1,1 1 1,-1 1 0,-1 0-1,14 13 1,12 6-408,-19-14-96</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0.324"/>
    </inkml:context>
    <inkml:brush xml:id="br0">
      <inkml:brushProperty name="width" value="0.05" units="cm"/>
      <inkml:brushProperty name="height" value="0.05" units="cm"/>
    </inkml:brush>
  </inkml:definitions>
  <inkml:trace contextRef="#ctx0" brushRef="#br0">61 69 8578,'-2'-2'589,"-1"1"0,0-1 0,1 1 0,-1 0 0,0 0 0,0 0 0,0 1-1,0-1 1,0 1 0,0-1 0,0 1 0,-4 0 0,5 1-537,1-1 0,0 1 0,0-1 0,0 1 1,0 0-1,0 0 0,0 0 0,0-1 0,0 1 0,0 0 0,0 0 0,0 0 0,0 0 0,1 0 0,-1 1 0,0-1 0,1 0 0,-1 0 0,1 0 0,-1 1 0,1-1 0,0 0 0,-1 0 0,1 1 1,0-1-1,0 0 0,0 1 0,0-1 0,0 0 0,1 2 0,-1 6-27,0 0 0,1 1 0,0-1 0,1 0 0,0 0 0,0 0 0,1 0 0,5 11 0,-6-16-20,-1 0 1,1 0-1,0-1 0,0 1 1,0-1-1,1 0 0,-1 0 1,1 0-1,0 0 0,0 0 1,0 0-1,0-1 0,0 0 1,1 1-1,-1-1 1,1 0-1,-1-1 0,1 1 1,0 0-1,0-1 0,6 1 1,-9-1 0,1-1 0,0 0 0,0 0 0,0 0 1,-1 0-1,1 0 0,0-1 0,0 1 0,-1 0 1,1-1-1,0 1 0,-1-1 0,1 0 1,0 1-1,-1-1 0,1 0 0,-1 0 0,1 0 1,-1 0-1,1 0 0,-1-1 0,0 1 1,0 0-1,0-1 0,0 1 0,0-1 0,0 1 1,0-1-1,0 1 0,0-1 0,-1 0 0,1 1 1,0-1-1,-1 0 0,0 1 0,1-4 1,0-3 51,0-1 1,-1 0-1,0 1 1,0-1 0,-1 0-1,-2-9 1,-10-30 629,10 39-469,0 1 0,1-1 1,0 0-1,0 0 0,1 0 1,0-16-1,1 25-214,0-1-1,0 1 1,0-1 0,0 1-1,0 0 1,0-1 0,0 1-1,0 0 1,0-1 0,0 1-1,0-1 1,0 1 0,0 0-1,0-1 1,0 1 0,1 0-1,-1-1 1,0 1 0,0 0-1,0 0 1,1-1 0,-1 1-1,0 0 1,0-1 0,1 1-1,-1 0 1,0 0 0,0-1-1,1 1 1,-1 0 0,0 0-1,1 0 1,-1 0 0,0 0-1,1-1 1,-1 1 0,1 0-1,-1 0 1,0 0 0,1 0-1,-1 0 1,0 0 0,1 0-1,-1 0 1,1 0 0,-1 0-1,0 0 1,1 0 0,-1 1-1,0-1 1,1 0 0,-1 0-1,0 0 1,1 0 0,-1 1-1,0-1 1,1 0 0,-1 0-1,0 1 1,0-1 0,1 0-1,-1 0 1,0 1 0,19 18-26,-19-18 23,15 19 20,23 42 0,-16-23-358,-3-7-142</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0.700"/>
    </inkml:context>
    <inkml:brush xml:id="br0">
      <inkml:brushProperty name="width" value="0.05" units="cm"/>
      <inkml:brushProperty name="height" value="0.05" units="cm"/>
    </inkml:brush>
  </inkml:definitions>
  <inkml:trace contextRef="#ctx0" brushRef="#br0">106 0 10002,'-24'5'6844,"-10"-4"-2884,31-1-3519,9 5 1030,9 3-1444,-7-5-19,-1 1 1,1 0-1,-1 0 1,0 1 0,-1-1-1,1 2 1,-1-1-1,0 1 1,0 0-1,9 12 1,-13-15-3,1 0 0,-1 0 0,0 1 1,-1-1-1,1 1 0,-1 0 0,1 0 0,-1-1 1,0 1-1,0 0 0,-1 0 0,1 0 1,-1 0-1,0 0 0,0 0 0,0 0 0,-1 0 1,1 0-1,-1 0 0,0-1 0,0 1 1,0 0-1,-1 0 0,-3 6 0,1-2 35,-2-1-1,1 1 1,-1-1-1,0 0 1,0-1-1,-1 1 0,0-1 1,0-1-1,-1 1 1,0-1-1,1-1 1,-2 1-1,1-1 1,-17 5-1,23-8-26,-1-1-1,1 1 0,0-1 1,0 1-1,0-1 1,-1 0-1,1 0 1,0 0-1,0 0 1,-3-1-1,4 1-2,1-1 0,-1 1-1,1 0 1,-1 0 0,1-1 0,-1 1-1,1 0 1,-1-1 0,1 1-1,-1-1 1,1 1 0,-1-1 0,1 1-1,0-1 1,-1 1 0,1-1 0,0 1-1,-1-1 1,1 1 0,0-1-1,0 0 1,0 1 0,0-1 0,-1 1-1,1-1 1,0 0 0,0 1 0,0-1-1,0 0 1,0 1 0,0-1 0,0 1-1,1-1 1,-1 0 0,0 1-1,0-1 1,0 1 0,1-1 0,-1 0-1,0 1 1,1-2 0,14-24 1835</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1.055"/>
    </inkml:context>
    <inkml:brush xml:id="br0">
      <inkml:brushProperty name="width" value="0.05" units="cm"/>
      <inkml:brushProperty name="height" value="0.05" units="cm"/>
    </inkml:brush>
  </inkml:definitions>
  <inkml:trace contextRef="#ctx0" brushRef="#br0">1 3 11674,'2'0'4810,"2"-2"-2898,6 7-520,4 9-496,-3 12-191,15 25-281,-3 10-120,-11 9-160,3 6-312,-10-8 2808</inkml:trace>
  <inkml:trace contextRef="#ctx0" brushRef="#br0" timeOffset="1">58 275 8762,'21'-2'4105,"6"-10"-1697,17 17-1528,0-1-207,-6 4 3415</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1.427"/>
    </inkml:context>
    <inkml:brush xml:id="br0">
      <inkml:brushProperty name="width" value="0.05" units="cm"/>
      <inkml:brushProperty name="height" value="0.05" units="cm"/>
    </inkml:brush>
  </inkml:definitions>
  <inkml:trace contextRef="#ctx0" brushRef="#br0">119 35 7898,'-2'-1'448,"1"0"0,0 1-1,-1-1 1,1 1 0,-1-1 0,1 1 0,-1 0 0,1-1 0,-1 1 0,0 0 0,1 0 0,-1 0 0,1 0-1,-1 0 1,1 1 0,-3-1 0,1 1-77,0 0 1,1 1-1,-1-1 0,0 0 0,1 1 0,-1-1 0,-4 5 1,0 0 17,1 0 0,0 1 1,0 0-1,-8 13 0,11-14-256,-1 0 0,1 0 0,0 1 0,1-1 0,-1 1 0,1 0-1,1-1 1,-1 1 0,1 0 0,0 0 0,1 9 0,0-13-124,0 0 1,0-1 0,0 1-1,1-1 1,-1 1-1,1 0 1,0-1-1,0 1 1,0-1 0,0 0-1,0 1 1,0-1-1,1 0 1,-1 1 0,1-1-1,0 0 1,-1 0-1,1 0 1,0-1 0,0 1-1,0 0 1,0-1-1,1 1 1,-1-1-1,0 0 1,1 0 0,-1 0-1,1 0 1,-1 0-1,1 0 1,-1-1 0,1 1-1,2 0 1,-1-1-2,0 0 1,-1 0-1,1 0 1,0 0-1,-1 0 1,1-1-1,0 1 1,-1-1 0,1 0-1,-1 0 1,1-1-1,-1 1 1,1-1-1,-1 1 1,0-1-1,0 0 1,0 0-1,0-1 1,0 1-1,0-1 1,-1 1-1,1-1 1,-1 0-1,0 0 1,1 0 0,-1 0-1,-1 0 1,3-5-1,0 0 19,-1-1 1,0 1-1,0-1 0,-1 0 0,0 1 0,0-1 1,-1 0-1,0 0 0,-1-1 0,-1-14 1,-10-29 12,15 69-149,0 3 89,0 0-1,2-1 1,8 20 0,-12-34 24,0 1 0,0-1 0,0 0 0,0 0 0,1 0 1,0 0-1,0-1 0,0 1 0,0-1 0,0 1 0,1-1 1,-1 0-1,1 0 0,0-1 0,0 1 0,0-1 0,0 0 0,1 0 1,-1 0-1,5 1 0,-6-3 11,0 0 0,-1-1 0,1 1 1,0 0-1,-1-1 0,1 1 0,0-1 0,-1 0 0,1 0 1,-1 0-1,1 0 0,-1-1 0,0 1 0,1-1 0,-1 1 1,0-1-1,0 0 0,0 0 0,0 0 0,-1 0 0,1 0 1,0 0-1,-1 0 0,2-3 0,6-9 163,-1-1 0,11-24 0,-16 32-119,1-1 14,23-45 302,-26 50-361,1 1 0,-1-1 0,1 1-1,0 0 1,-1 0 0,1 0 0,0 0-1,1 0 1,-1 0 0,0 0 0,0 1 0,1-1-1,-1 1 1,1 0 0,-1-1 0,1 1-1,3-1 1,-5 2-13,0 1-1,0-1 0,0 0 1,0 0-1,0 1 0,-1-1 1,1 0-1,0 1 1,0-1-1,0 1 0,0-1 1,-1 1-1,1-1 1,0 1-1,-1-1 0,1 1 1,0 0-1,-1 0 0,1-1 1,-1 1-1,1 0 1,-1 0-1,1-1 0,-1 1 1,0 0-1,1 0 0,-1 0 1,0 0-1,0 1 1,7 32-12,-6-28 12,0 2-122,0 0 0,0-1 1,1 1-1,0 0 1,1-1-1,0 1 1,0-1-1,0 0 1,8 11-1,5 3-2612</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1.773"/>
    </inkml:context>
    <inkml:brush xml:id="br0">
      <inkml:brushProperty name="width" value="0.05" units="cm"/>
      <inkml:brushProperty name="height" value="0.05" units="cm"/>
    </inkml:brush>
  </inkml:definitions>
  <inkml:trace contextRef="#ctx0" brushRef="#br0">137 318 10242,'-1'0'412,"-1"1"0,1-1 0,0 1 0,-1-1 0,1 1-1,0 0 1,0-1 0,0 1 0,-1 0 0,1 0 0,0 0 0,0 0 0,0 0-1,0 0 1,1 0 0,-3 2 0,2 0-85,-1 0 0,0 1 1,1-1-1,0 0 0,0 1 0,-1 4 0,0 5-118,0 1 0,1 20-1,1-31 26,1 11-112,-1 1 0,2-1 0,4 19 0,-5-28-108,0 0 0,1 0 0,0 1 0,0-1 0,0 0 0,0-1 0,1 1 0,0 0 0,0-1 0,0 1 0,8 6 0,-11-10-5,1 0 1,0 0-1,0 0 0,0-1 1,0 1-1,0 0 1,0-1-1,0 1 0,0-1 1,0 1-1,0-1 1,0 1-1,0-1 0,0 0 1,0 0-1,1 1 1,-1-1-1,0 0 0,0 0 1,0 0-1,0 0 1,1-1-1,-1 1 0,0 0 1,0 0-1,0-1 1,0 1-1,0 0 0,0-1 1,0 1-1,0-1 1,0 0-1,0 1 0,0-1 1,0 0-1,0 1 1,0-1-1,0 0 0,-1 0 1,1 0-1,0 0 1,0 0-1,-1 0 0,1 0 1,-1 0-1,1-1 1,2-4 128,0 0 0,0-1 0,-1 1 0,0-1 0,0 0 0,-1 1 0,1-9-1,0-6 221,-1 0-1,-1 0 0,0 0 0,-2 0 0,0 0 0,-2 0 0,0 0 1,-1 1-1,-2 0 0,0 0 0,0 0 0,-2 1 0,-1 0 0,-13-20 1,-91-115 149,113 153-500,-14-17 892</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2.348"/>
    </inkml:context>
    <inkml:brush xml:id="br0">
      <inkml:brushProperty name="width" value="0.05" units="cm"/>
      <inkml:brushProperty name="height" value="0.05" units="cm"/>
    </inkml:brush>
  </inkml:definitions>
  <inkml:trace contextRef="#ctx0" brushRef="#br0">0 0 6833,'9'14'3049,"7"17"-1184,9 16-905,0 28-304,-2 5-136,-14 9-240,-11 0-128</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2.735"/>
    </inkml:context>
    <inkml:brush xml:id="br0">
      <inkml:brushProperty name="width" value="0.05" units="cm"/>
      <inkml:brushProperty name="height" value="0.05" units="cm"/>
    </inkml:brush>
  </inkml:definitions>
  <inkml:trace contextRef="#ctx0" brushRef="#br0">0 0 8770,'14'2'3705,"23"9"-1905,6 7-656,-1 8-488,-1 7 25,-13 11-201,-16-2-32,-11 13-72,-14-1-112,-22-5-64,-2 7-16,0-14-32,8-4-40,22-23-128,24-10-264,23-18 3689</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3.127"/>
    </inkml:context>
    <inkml:brush xml:id="br0">
      <inkml:brushProperty name="width" value="0.05" units="cm"/>
      <inkml:brushProperty name="height" value="0.05" units="cm"/>
    </inkml:brush>
  </inkml:definitions>
  <inkml:trace contextRef="#ctx0" brushRef="#br0">22 225 7250,'18'-22'3720,"5"-12"-1159,3-5-993,0 0-71,-12 7-361,-8 3-32,-10 7-96,-5 14-152,-18 16-263,-3 7-201,1 23-320,-1-1-32,24 12-16,11 7-8,24-7-8,4-4 40,11-14-240,5-12-376</inkml:trace>
  <inkml:trace contextRef="#ctx0" brushRef="#br0" timeOffset="1">255 341 12539,'8'-23'5321,"2"-33"-3049,6-4-383,-1-1-745,2 5-312,5 15-416,-5 9-184,6 29-128,-8 5-176,5 24-728,0 4 2809</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3.582"/>
    </inkml:context>
    <inkml:brush xml:id="br0">
      <inkml:brushProperty name="width" value="0.05" units="cm"/>
      <inkml:brushProperty name="height" value="0.05" units="cm"/>
    </inkml:brush>
  </inkml:definitions>
  <inkml:trace contextRef="#ctx0" brushRef="#br0">69 8 10778,'-12'-4'4961,"-1"1"-2232,-3 2-609,0 12-1007,9 15-441,3 12-528,6 8-80,18 12-24,4-6-8,14-12 32,2-10 8,10-17 24,-1-13 16,-15-15 24,-3-11 8,-16-15-8,-6-1-264</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3.951"/>
    </inkml:context>
    <inkml:brush xml:id="br0">
      <inkml:brushProperty name="width" value="0.05" units="cm"/>
      <inkml:brushProperty name="height" value="0.05" units="cm"/>
    </inkml:brush>
  </inkml:definitions>
  <inkml:trace contextRef="#ctx0" brushRef="#br0">1 69 12067,'0'0'5338,"3"2"-4023,3 5-747,0 0 1,0 1-1,-1-1 1,8 16-1,4 6-248,-13-24-277,4 7 6,-1 0 0,2 0 0,0-1 0,0 0 1,1-1-1,0 0 0,1 0 0,14 9 0,-24-18-40,0-1-1,1 1 0,-1 0 0,0 0 1,1-1-1,-1 1 0,1-1 0,-1 1 1,1-1-1,-1 0 0,1 0 0,-1 1 0,1-1 1,-1 0-1,1 0 0,-1-1 0,1 1 1,-1 0-1,1 0 0,-1-1 0,1 1 1,-1-1-1,1 1 0,-1-1 0,2-1 1,0 0 7,-1 0 0,0 0 0,0 0 0,0-1 0,0 1 0,-1 0 0,1-1 0,-1 0 0,1 1 0,-1-1 0,0 0 1,1-3-1,1-8 42,0 1 0,0-1 1,-1 0-1,-1-21 0,-1 21-6,-1-1-1,0 0 1,-5-17-1,5 28-68,0 0 0,0-1 0,0 1-1,-1 0 1,1 0 0,-1 0-1,0 0 1,0 1 0,-1-1-1,1 0 1,-1 1 0,0 0 0,0-1-1,-6-4 1,9 8 1,0 0-1,0 0 1,0 0-1,0-1 1,-1 1 0,1 0-1,0 0 1,0 0-1,0 0 1,0 0 0,0 0-1,0 0 1,0 0-1,-1 0 1,1 0 0,0 0-1,0 0 1,0 0-1,0 0 1,0 0 0,0 0-1,-1 0 1,1 0-1,0 0 1,0 0 0,0 0-1,0 0 1,0 0-1,0 0 1,0 0 0,-1 0-1,1 0 1,0 0-1,0 0 1,0 0 0,0 0-1,0 1 1,0-1-1,0 0 1,0 0 0,-1 0-1,1 0 1,0 0-1,0 0 1,0 0 0,0 0-1,0 1 1,0-1-1,0 0 1,0 0 0,0 0-1,0 0 1,0 0-1,-1 12-1146</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4.308"/>
    </inkml:context>
    <inkml:brush xml:id="br0">
      <inkml:brushProperty name="width" value="0.05" units="cm"/>
      <inkml:brushProperty name="height" value="0.05" units="cm"/>
    </inkml:brush>
  </inkml:definitions>
  <inkml:trace contextRef="#ctx0" brushRef="#br0">132 9 9306,'0'0'583,"-1"-1"0,0 0 0,0 0 0,1 1 0,-1-1-1,0 0 1,0 1 0,0-1 0,0 1 0,0-1 0,0 1 0,0 0 0,0-1 0,0 1 0,0 0 0,0 0 0,0-1-1,0 1 1,0 0 0,-1 0 0,-1 1-168,0-1 0,0 1-1,0-1 1,0 1 0,0 0 0,0 0-1,-3 2 1,-3 2-342,0 0 0,1 0-1,-12 11 1,19-16-70,0 1 1,0-1-1,0 1 0,1 0 1,-1-1-1,0 1 0,0 0 1,1 0-1,-1 0 0,0 0 1,1-1-1,-1 1 0,1 0 1,-1 0-1,1 0 0,0 0 1,-1 0-1,1 0 0,0 0 0,0 1 1,0-1-1,-1 0 0,1 0 1,0 0-1,0 0 0,1 0 1,-1 0-1,0 0 0,0 0 1,0 0-1,1 0 0,-1 0 1,1 0-1,-1 0 0,1 0 1,-1 0-1,1 0 0,-1 0 1,1 0-1,0-1 0,-1 1 1,2 1-1,5 4-17,-1-1 0,1-1 0,-1 1 0,15 6 0,-2 0 22,-15-9-7,0 1 0,-1 0 0,1 0 0,-1 0 0,1 1-1,-1-1 1,0 1 0,-1 0 0,1 0 0,-1-1-1,1 2 1,-1-1 0,0 0 0,1 5 0,-2-6 1,-1 1 0,0-1 0,0 0 1,1 0-1,-2 1 0,1-1 0,0 0 0,-1 1 1,1-1-1,-1 0 0,0 0 0,0 0 0,-1 0 1,1 0-1,0 0 0,-1 0 0,0 0 0,0 0 1,0-1-1,-2 4 0,-4 2 15,1 0 0,-1-1 0,-14 11-1,19-16-9,-1 1 0,0 0 0,0-1 0,0 0 0,-1 0 0,1 0-1,0 0 1,-1-1 0,1 0 0,-8 1 0,11-1-11,0-1 1,0 0-1,-1-1 1,1 1 0,0 0-1,0 0 1,0 0-1,0-1 1,0 1-1,0 0 1,0-1-1,0 1 1,0-1 0,0 1-1,1-1 1,-1 0-1,0 1 1,0-1-1,0 0 1,1 1-1,-1-1 1,0 0-1,1 0 1,-1 0 0,0 0-1,1 0 1,-1 0-1,1 0 1,0 0-1,-1-1 1,0 0-70,1-1 0,-1 1 1,1-1-1,0 1 0,0-1 0,0 1 0,0-1 1,0 1-1,1-1 0,-1 1 0,2-6 1,14-24-3278</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4.650"/>
    </inkml:context>
    <inkml:brush xml:id="br0">
      <inkml:brushProperty name="width" value="0.05" units="cm"/>
      <inkml:brushProperty name="height" value="0.05" units="cm"/>
    </inkml:brush>
  </inkml:definitions>
  <inkml:trace contextRef="#ctx0" brushRef="#br0">178 9 10690,'-16'-8'8634,"-4"7"-4049,19 1-4513,0 0 0,0 0 0,-1 1 0,1-1 0,0 0 0,0 1 0,0-1 0,0 1-1,0-1 1,0 1 0,0 0 0,0-1 0,0 1 0,0 0 0,0 0 0,0-1 0,0 1 0,0 0 0,1 0 0,-1 0 0,0 0-1,1 0 1,-1 0 0,1 0 0,-1 0 0,1 1 0,-1-1 0,1 2 0,-1 6-62,1 0 0,1 0 0,0 1 0,0-1 0,1 0 0,0 0 0,1-1 0,4 13 0,-3-9-5,0 0-1,-1 0 0,0 0 0,1 15 0,-4-24 0,0 1 1,0 0-1,0 0 0,-1-1 0,1 1 0,-1 0 0,0-1 0,0 1 0,-1-1 0,1 1 0,0-1 1,-1 1-1,0-1 0,0 0 0,0 0 0,0 0 0,-1 0 0,-2 3 0,-3 1-35,0-1-1,0 1 1,-1-2 0,0 1-1,0-1 1,0 0-1,0-1 1,-1 0 0,0 0-1,-19 3 1,22-7-467,7-2 1451</inkml:trace>
  <inkml:trace contextRef="#ctx0" brushRef="#br0" timeOffset="1">290 99 9882,'3'4'4777,"4"6"-1728,0 0-1617,5 2-192,2 13-664,2 4-199,-5 6-177,-8 2 2680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5.028"/>
    </inkml:context>
    <inkml:brush xml:id="br0">
      <inkml:brushProperty name="width" value="0.05" units="cm"/>
      <inkml:brushProperty name="height" value="0.05" units="cm"/>
    </inkml:brush>
  </inkml:definitions>
  <inkml:trace contextRef="#ctx0" brushRef="#br0">1 1 8674,'9'-1'3097,"13"7"-2425,0-2-352,7 15 32,-5-2 488</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5.353"/>
    </inkml:context>
    <inkml:brush xml:id="br0">
      <inkml:brushProperty name="width" value="0.05" units="cm"/>
      <inkml:brushProperty name="height" value="0.05" units="cm"/>
    </inkml:brush>
  </inkml:definitions>
  <inkml:trace contextRef="#ctx0" brushRef="#br0">1 38 5857,'5'6'5725,"5"20"-1982,-3 19-1257,-2-18-1277,13 48 0,-16-67-1142,1-1-1,0 1 0,1-1 1,0 1-1,0-1 0,0-1 1,1 1-1,0 0 0,0-1 1,10 9-1,-12-13-31,-1 0 0,1 0 0,0 0 0,0 0 0,0-1 0,0 1 0,0-1 0,0 0 0,0 1 0,1-1 0,-1-1 0,0 1 0,1 0 0,-1-1 0,1 0 0,-1 0 0,4 0 0,-2-1 26,1 0 0,-1 0 0,0-1 1,0 0-1,0 0 0,0 0 0,0 0 0,-1-1 0,1 1 0,4-5 1,3-3 79,1-1 0,-1-1 0,-1 0 0,0-1 1,17-26-1,-20 27-88,-1 0 1,0 0-1,-1 0 1,0-1-1,-1 0 1,0 0-1,-1-1 1,2-15-1,3 64-94,-7-22 27,1 1 1,1-1-1,0 0 1,0 0-1,2-1 0,-1 1 1,2-1-1,-1 0 1,12 14-1,-17-25 7,1 1 0,0 0 0,-1 0 0,1-1 0,0 1 0,0-1-1,0 0 1,0 1 0,0-1 0,0 0 0,1 0 0,-1 0 0,0-1 0,0 1 0,1 0 0,-1-1 0,1 0 0,-1 1 0,0-1-1,5 0 1,-3-1 5,0 0-1,-1 0 1,1 0-1,-1-1 1,1 1-1,-1-1 1,1 0-1,-1 0 1,0 0-1,0 0 1,6-6-1,0-1 42,-1 0 0,0-1-1,0-1 1,-1 1 0,0-1-1,11-23 1,-15 25 32,0 1 1,-1-1-1,0 0 1,0 0-1,-1 0 0,0 0 1,0-10-1,-1 16-45,0 0 0,0 0 0,0 1 0,0-1 0,-1 0 0,1 1 0,-1-1 0,0 0 0,1 1 0,-1-1 0,0 0 0,-1 1 0,1-1 0,0 1 0,-1 0 0,1 0 0,-1-1 0,0 1 0,0 0 0,0 0 0,0 0 0,0 1 0,0-1 0,0 0 0,-1 1 0,1 0 0,-5-3 0,6 4-25,0-1 0,0 1 0,0 0 0,0 0 0,0 0 0,0 0-1,0-1 1,0 1 0,-1 0 0,1 1 0,0-1 0,0 0 0,0 0 0,0 0 0,0 1 0,0-1 0,0 0 0,0 1 0,0-1 0,1 1-1,-1-1 1,0 1 0,0-1 0,-1 2 0,0 0-4,1 0 0,0 0-1,0 0 1,0 0 0,0 0 0,0 0-1,0 0 1,0 0 0,1 0 0,-1 0-1,0 3 1,0 4-13,1-1 0,0 1-1,0-1 1,0 1 0,4 15 0,1-5 5,1 0 1,0 0-1,2-1 1,0 0-1,16 26 1,-16-32 8,-1-1 1,1 0-1,1 0 0,0-1 1,1-1-1,-1 1 0,2-1 1,22 14-1,-27-19 12,-1-1 0,2-1-1,-1 1 1,0-1 0,0-1-1,1 1 1,-1-1 0,1 0-1,-1 0 1,1-1-1,-1 1 1,1-2 0,0 1-1,-1-1 1,1 0 0,-1 0-1,1-1 1,-1 0 0,0 0-1,0 0 1,0-1 0,0 0-1,0 0 1,0 0 0,-1-1-1,1 0 1,-1 0 0,7-7-1,21-24-3089</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6.293"/>
    </inkml:context>
    <inkml:brush xml:id="br0">
      <inkml:brushProperty name="width" value="0.05" units="cm"/>
      <inkml:brushProperty name="height" value="0.05" units="cm"/>
    </inkml:brush>
  </inkml:definitions>
  <inkml:trace contextRef="#ctx0" brushRef="#br0">130 0 10986,'-6'1'611,"0"-1"-1,0 1 0,1 1 0,-1-1 1,0 1-1,1 0 0,-1 0 0,1 1 1,-1-1-1,-8 7 0,10-6-460,-1 1 1,1 0-1,-1 0 0,1 1 1,1-1-1,-1 1 1,1 0-1,-1 0 0,-3 9 1,4-7-164,0 0-1,1 0 1,0 1 0,0-1 0,1 1 0,0-1 0,0 1 0,1-1 0,-1 1 0,2-1-1,-1 1 1,1-1 0,1 1 0,-1-1 0,1 0 0,0 0 0,5 10 0,-2-8 14,0 0 1,1 0 0,0-1 0,0 0-1,1 0 1,0-1 0,0 0-1,1 0 1,0 0 0,0-1-1,11 6 1,-15-10-12,0 0 0,0 0 0,1 0 1,-1-1-1,0 1 0,0-1 0,1 0 0,-1 0 0,1-1 0,-1 1 0,1-1 1,6 0-1,-8-1-7,0 0 1,0 0-1,0 0 0,0 0 1,0 0-1,0 0 1,0-1-1,0 0 0,-1 1 1,1-1-1,0 0 0,-1 0 1,0-1-1,1 1 1,-1 0-1,0-1 0,0 1 1,0-1-1,1-4 1,0 2 19,-1 0-1,0 0 1,0-1 0,-1 1 0,1-1 0,-1 1 0,0-1 0,-1 0 0,0 1 0,1-1 0,-2 0 0,1 1 0,-1-1 0,0 0 0,0 1-1,0-1 1,-1 1 0,0 0 0,0-1 0,-3-5 0,-3-4 328,0 0 0,0 1-1,-2 0 1,1 1 0,-20-20-1,13 13 542,11 14-402,9 8-29,194 161 48,-163-134 344</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6.706"/>
    </inkml:context>
    <inkml:brush xml:id="br0">
      <inkml:brushProperty name="width" value="0.05" units="cm"/>
      <inkml:brushProperty name="height" value="0.05" units="cm"/>
    </inkml:brush>
  </inkml:definitions>
  <inkml:trace contextRef="#ctx0" brushRef="#br0">121 11 11034,'-11'-3'5009,"-11"-4"-2120,1 7-696,-2 2-769,2 5-392,6 14-648,8-1-200,17 18-168,10 6-8,15 1 8,7-2 0,8-15-120,0-9-272</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7.048"/>
    </inkml:context>
    <inkml:brush xml:id="br0">
      <inkml:brushProperty name="width" value="0.05" units="cm"/>
      <inkml:brushProperty name="height" value="0.05" units="cm"/>
    </inkml:brush>
  </inkml:definitions>
  <inkml:trace contextRef="#ctx0" brushRef="#br0">30 82 12867,'-3'3'617,"0"1"0,0-1 0,0 0 1,1 1-1,0 0 0,-1-1 0,1 1 0,1 0 1,-1 0-1,-1 5 0,2-6-452,1 1-1,-1-1 1,1 1-1,-1-1 1,1 1-1,0-1 1,1 1-1,-1 0 1,0-1-1,1 0 1,1 4-1,-1-3-144,1 0 1,0 0-1,0 0 0,0-1 0,0 1 1,1-1-1,-1 0 0,1 0 0,0 1 1,0-2-1,0 1 0,0 0 0,1-1 0,-1 1 1,1-1-1,-1 0 0,1 0 0,0 0 1,0-1-1,0 1 0,6 0 0,-3 0 5,0-1 0,0 0 0,0-1 0,0 0-1,0 0 1,0 0 0,0-1 0,0 0 0,0 0-1,0-1 1,0 0 0,-1 0 0,1-1 0,-1 0-1,8-4 1,-10 5 12,0 0-1,0-1 1,-1 0-1,1 0 1,-1 1-1,0-2 1,0 1-1,0 0 1,0-1-1,0 1 1,-1-1-1,1 0 1,-1 0-1,0 0 1,0 0-1,-1 0 1,1-1-1,-1 1 1,0 0-1,0-1 1,-1 1-1,1-1 1,-1 1-1,0-7 1,-1 7 26,1-1 1,-2 1-1,1-1 1,0 1-1,-1-1 1,0 1-1,0 0 1,0 0-1,-1 0 1,1 0-1,-1 0 0,0 1 1,0-1-1,0 1 1,-1-1-1,1 1 1,-1 0-1,0 1 1,1-1-1,-7-2 1,0-1 2,-1 0 1,0 2 0,-1-1-1,1 1 1,-1 1-1,-19-3 1,28 5-124,-1 0 0,1 1 1,0 0-1,-1-1 0,1 1 0,-1 1 0,1-1 1,0 0-1,-1 1 0,1 0 0,0 0 0,-1 0 0,1 0 1,-6 3-1,-6 7-1062</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7.422"/>
    </inkml:context>
    <inkml:brush xml:id="br0">
      <inkml:brushProperty name="width" value="0.05" units="cm"/>
      <inkml:brushProperty name="height" value="0.05" units="cm"/>
    </inkml:brush>
  </inkml:definitions>
  <inkml:trace contextRef="#ctx0" brushRef="#br0">0 94 8338,'0'-1'326,"1"0"1,-1 1-1,1-1 1,-1 0-1,0 1 1,1-1-1,-1 0 1,1 1-1,0-1 1,-1 1-1,1-1 1,-1 1-1,1 0 1,0-1-1,-1 1 1,1-1-1,0 1 1,-1 0-1,1 0 1,0-1-1,0 1 1,-1 0-1,1 0 1,1 0-1,0 0-89,1 0 1,-1 1-1,0-1 1,0 1-1,0-1 0,0 1 1,0 0-1,0 0 1,2 1-1,5 3-127,0 1 0,15 14 0,-22-18 280,62 62 577,-5-4-581,-58-58-375,0-1 0,1 0 0,-1 1 0,1-1 0,-1 0 0,1 0 0,0 0 0,0 0 0,-1-1 0,1 1 0,0 0 0,0-1-1,0 1 1,0-1 0,0 0 0,0 1 0,0-1 0,-1 0 0,1 0 0,0 0 0,3-1 0,-3 0 13,0 0 0,0 0 0,0 0 0,0 0-1,-1 0 1,1-1 0,0 1 0,-1 0 0,1-1 0,-1 0 0,1 1 0,-1-1 0,0 0-1,1 0 1,-1 1 0,0-1 0,0 0 0,0-3 0,2-3 144,-1 1 0,0 0-1,0-1 1,-1 0 0,0 1 0,0-1 0,-1 0-1,0 1 1,-1-11 0,-3-9 414,-9-34 0,10 44-534,-4-4-157,1 3-213</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7.872"/>
    </inkml:context>
    <inkml:brush xml:id="br0">
      <inkml:brushProperty name="width" value="0.05" units="cm"/>
      <inkml:brushProperty name="height" value="0.05" units="cm"/>
    </inkml:brush>
  </inkml:definitions>
  <inkml:trace contextRef="#ctx0" brushRef="#br0">154 145 10138,'0'-1'426,"1"0"-1,0 1 1,-1-1-1,1 0 1,-1 1-1,1-1 1,-1 0-1,0 1 1,1-1-1,-1 0 1,0 0-1,1 0 1,-1 0-1,0 1 1,0-1-1,0 0 1,1 0-1,-1 0 1,0 0-1,0 0 1,-1 1-1,1-3 1,0 3-333,0-1 1,-1 1-1,1 0 1,0-1-1,-1 1 1,1 0-1,0-1 1,-1 1 0,1 0-1,-1 0 1,1-1-1,-1 1 1,1 0-1,0 0 1,-1 0-1,1-1 1,-1 1-1,1 0 1,-1 0-1,1 0 1,-1 0-1,1 0 1,-1 0 0,1 0-1,-1 0 1,1 0-1,-1 0 1,1 0-1,-1 0 1,1 1-1,-1-1 1,1 0-1,0 0 1,-1 0-1,1 1 1,-1-1-1,1 0 1,0 0 0,-1 1-1,1-1 1,-1 1-1,-5 3 173,0 0 0,0 0 0,1 1 0,0 0 0,-7 7 0,11-11-247,0 0 1,0 0-1,0 0 1,0 0 0,0 1-1,0-1 1,0 0 0,1 0-1,-1 1 1,0-1-1,1 0 1,-1 1 0,1-1-1,-1 1 1,1-1 0,0 1-1,-1-1 1,1 1-1,0-1 1,0 1 0,0-1-1,0 1 1,1-1 0,-1 1-1,0-1 1,0 0-1,1 1 1,-1-1 0,1 1-1,0-1 1,-1 0 0,2 2-1,3 2-1,1 0 0,0-1 1,0 0-1,0 0 0,1 0 0,12 5 0,-14-8-13,1 1 1,-2 0-1,1 1 1,0 0-1,0-1 1,-1 1-1,1 1 0,-1-1 1,0 1-1,0-1 1,0 1-1,-1 0 1,6 8-1,-8-10-3,0 1-1,-1-1 1,1 0-1,-1 0 1,1 0-1,-1 0 1,0 1-1,0-1 1,0 0 0,0 0-1,0 0 1,0 1-1,-1-1 1,1 0-1,-1 0 1,1 0 0,-1 0-1,0 0 1,0 0-1,0 0 1,0 0-1,0 0 1,-1 0 0,1 0-1,0 0 1,-1-1-1,0 1 1,-2 1-1,-5 5 1,0 0 0,-1-1 0,-19 11 0,26-17-3,2 0-2,-9 5-90,0 0 0,0 0 0,0-1 0,-1-1 1,0 1-1,0-2 0,0 0 0,-20 3 0,7-5-598</inkml:trace>
  <inkml:trace contextRef="#ctx0" brushRef="#br0" timeOffset="1">250 50 7009,'-7'-12'4545,"5"-9"441,8 9-2530,17 8-1096,9 10-327,1 15-473,-3 1-152,1 23-256,-5 4-32,-4 11 88,-3 5 2352</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8.207"/>
    </inkml:context>
    <inkml:brush xml:id="br0">
      <inkml:brushProperty name="width" value="0.05" units="cm"/>
      <inkml:brushProperty name="height" value="0.05" units="cm"/>
    </inkml:brush>
  </inkml:definitions>
  <inkml:trace contextRef="#ctx0" brushRef="#br0">0 410 9282,'19'-12'3929,"22"-10"-2041,2 4-367,-2 8-577,-4 5-232,-8 14-456,-2 8-144,-9 0-80,-4 6-16,-4-6-32,5-4-8,2 2 0,3 0 0,0-3 8,-3 0 8,-3 3 32,0-1 352</inkml:trace>
  <inkml:trace contextRef="#ctx0" brushRef="#br0" timeOffset="1">203 1 6337,'3'-1'3041,"11"1"-1385,11 12-503,13 15-1001,9 9-16</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18.556"/>
    </inkml:context>
    <inkml:brush xml:id="br0">
      <inkml:brushProperty name="width" value="0.05" units="cm"/>
      <inkml:brushProperty name="height" value="0.05" units="cm"/>
    </inkml:brush>
  </inkml:definitions>
  <inkml:trace contextRef="#ctx0" brushRef="#br0">64 0 13243,'-14'5'5105,"-15"8"-3649,9 5-576,19 12-487,9 5-169,21 6-184,8 4-16,9-9-8,7-4 0,-6-26 24,-4-15 32,-12-20 2776</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20.335"/>
    </inkml:context>
    <inkml:brush xml:id="br0">
      <inkml:brushProperty name="width" value="0.05" units="cm"/>
      <inkml:brushProperty name="height" value="0.05" units="cm"/>
    </inkml:brush>
  </inkml:definitions>
  <inkml:trace contextRef="#ctx0" brushRef="#br0">0 1 4881,'1'16'2361,"8"23"-689,-3 6-376,1 3-336,6 3-231,-9-1-201,1 7 568</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20.753"/>
    </inkml:context>
    <inkml:brush xml:id="br0">
      <inkml:brushProperty name="width" value="0.05" units="cm"/>
      <inkml:brushProperty name="height" value="0.05" units="cm"/>
    </inkml:brush>
  </inkml:definitions>
  <inkml:trace contextRef="#ctx0" brushRef="#br0">1 30 7146,'13'-7'2520,"13"-14"-2056,26 20-976</inkml:trace>
  <inkml:trace contextRef="#ctx0" brushRef="#br0" timeOffset="1">482 568 7434,'3'-19'3384,"0"-24"-1447,2 0-233,4-4-240,1 8-151,0 9-321,3 18-248,3 21-400,-7 7-160,7 21-152,-3 0 8,6 3 88,5 3-120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21.188"/>
    </inkml:context>
    <inkml:brush xml:id="br0">
      <inkml:brushProperty name="width" value="0.05" units="cm"/>
      <inkml:brushProperty name="height" value="0.05" units="cm"/>
    </inkml:brush>
  </inkml:definitions>
  <inkml:trace contextRef="#ctx0" brushRef="#br0">208 2 10066,'-5'-1'1189,"-1"1"0,0-1 0,0 1 0,1 0 0,-1 1 0,-11 1 0,8 1-482,0-1 1,1 1-1,-16 7 0,10-2-467,1 0 0,-1 1-1,2 0 1,-19 18 0,28-25-222,1 0 0,0 0 0,0 1 0,0-1 0,0 1 0,0 0 0,1-1 0,-1 1 0,1 0 0,-2 4 0,3-6-18,0 1-1,-1-1 1,1 0 0,0 1 0,0-1 0,0 1-1,0-1 1,1 0 0,-1 1 0,0-1-1,1 1 1,-1-1 0,0 0 0,1 1 0,0-1-1,-1 0 1,1 0 0,0 1 0,-1-1 0,1 0-1,0 0 1,0 0 0,0 0 0,0 0-1,0 0 1,0 0 0,3 1 0,10 7-17,1-1 1,0-1-1,0-1 1,27 9-1,-24-9 20,0 0-1,-1 1 1,29 16 0,-45-22-1,-1-1 0,1 1 0,0 0 0,0-1 0,0 1 0,0 0 0,-1-1 0,1 1 0,0 0 0,-1 0 0,1 0 0,-1 0 0,1 0 0,-1-1 0,1 1 0,-1 0 0,1 0 0,-1 0 0,0 0 0,0 0 0,1 1 0,-1-1 0,0 0 0,0 0 0,0 0 0,0 0 0,0 0 0,0 0 0,-1 0 0,1 0 0,0 0 0,-1 0-1,1 0 1,0 0 0,-1 0 0,1 0 0,-1 0 0,1 0 0,-1-1 0,0 1 0,1 0 0,-1 0 0,0 0 0,0-1 0,0 2 0,-7 5 21,0 0-1,0 0 1,-16 9-1,15-10-8,-5 3-4,4 0-16,-1-2-1,0 0 0,0 0 1,-1-1-1,0 0 0,-25 7 1,36-12-26,-1-1 0,1 0 1,0 0-1,-1 0 1,1 0-1,0 0 1,-1 0-1,1-1 1,-1 1-1,1 0 1,0-1-1,0 1 1,-1-1-1,1 1 0,0-1 1,-2 0-1,-11-16-778</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21.637"/>
    </inkml:context>
    <inkml:brush xml:id="br0">
      <inkml:brushProperty name="width" value="0.05" units="cm"/>
      <inkml:brushProperty name="height" value="0.05" units="cm"/>
    </inkml:brush>
  </inkml:definitions>
  <inkml:trace contextRef="#ctx0" brushRef="#br0">0 9 9866,'5'-1'4225,"3"-6"-2249,6 12-1207,9 7-121,-4 12-296,9 19-48,1 26-96,-5 4-16,5 11 40,-9-2-184</inkml:trace>
  <inkml:trace contextRef="#ctx0" brushRef="#br0" timeOffset="1">50 302 5009,'1'0'566,"1"0"1,0 0-1,-1 1 0,1-1 1,-1 0-1,1 1 1,-1-1-1,0 1 0,1 0 1,-1 0-1,2 0 0,22 22 1068,-15-13-911,19 16 311,70 60 540,-85-75-1407,1-1 0,0 0 0,0-2 0,1 1 0,20 6 0,-34-14-118,-1-1 1,0 0-1,0 1 1,1-1 0,-1 0-1,0 0 1,0 0-1,1 0 1,-1 0-1,0 0 1,1-1-1,-1 1 1,0 0-1,0-1 1,0 1-1,1 0 1,-1-1 0,0 0-1,0 1 1,0-1-1,0 0 1,0 1-1,0-1 1,0 0-1,0 0 1,0 0-1,0 0 1,-1 0 0,1 0-1,0 0 1,-1 0-1,1 0 1,0 0-1,-1-1 1,1 1-1,-1 0 1,0 0-1,1 0 1,-1-3 0,2-5 215,0-1 1,0 0 0,0-18 0,-2 27-259,-4-114 716,-1 40-204,7 58-368,2 14 46,3 12 277,5 15 1699</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22.012"/>
    </inkml:context>
    <inkml:brush xml:id="br0">
      <inkml:brushProperty name="width" value="0.05" units="cm"/>
      <inkml:brushProperty name="height" value="0.05" units="cm"/>
    </inkml:brush>
  </inkml:definitions>
  <inkml:trace contextRef="#ctx0" brushRef="#br0">1 126 8938,'1'4'8483,"8"19"-6609,-5-16-1714,1-1 0,-1 0-1,1 0 1,1-1 0,-1 0 0,1 0 0,0 0 0,0 0 0,0-1 0,0 0 0,1 0-1,0-1 1,0 0 0,7 3 0,-10-5-95,0 0-1,1 0 1,-1 0 0,0-1 0,0 1-1,1-1 1,-1 0 0,0 0-1,1-1 1,-1 1 0,0-1 0,1 0-1,-1 0 1,0 0 0,0-1 0,0 1-1,0-1 1,0 0 0,0 0-1,-1-1 1,1 1 0,-1-1 0,1 0-1,-1 0 1,4-5 0,-4 5-11,-1-1 1,1 1 0,-1-1-1,0 0 1,0 0 0,0 0 0,-1 0-1,0 0 1,1-1 0,-1 1-1,-1 0 1,1-1 0,-1 1-1,0 0 1,0-1 0,0 1-1,0-1 1,-1 1 0,1 0 0,-1-1-1,0 1 1,-1 0 0,-2-6-1,2 3-34,-1 1 1,-1-1-1,0 0 0,0 1 0,0 0 0,0 0 0,-1 0 0,0 0 0,0 1 0,-1-1 0,0 2 0,-11-9 0,17 13-42,-13-6-254,13 6 247,0 0 0,0 0 1,-1 0-1,1 0 0,0 0 0,-1 1 1,1-1-1,0 0 0,0 0 1,-1 0-1,1 0 0,0 0 0,0 0 1,-1 0-1,1 1 0,0-1 0,0 0 1,0 0-1,-1 0 0,1 1 1,0-1-1,0 0 0,0 0 0,-1 1 1,1-1-1,0 0 0,0 0 1,0 1-1,0-1 0,0 0 0,0 0 1,0 1-1,0-1 0,0 0 1,0 0-1,0 1 0,0-1 0,0 0 1,0 1-1,0-1 0,0 0 1,0 0-1,0 1 0,0-1 0,3 22-1372</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22.555"/>
    </inkml:context>
    <inkml:brush xml:id="br0">
      <inkml:brushProperty name="width" value="0.05" units="cm"/>
      <inkml:brushProperty name="height" value="0.05" units="cm"/>
    </inkml:brush>
  </inkml:definitions>
  <inkml:trace contextRef="#ctx0" brushRef="#br0">8 346 6321,'-8'-6'12789,"8"6"-12461,3-16 3229,-1 9-3905,6-36 1116,9-38 63,-15 74-802,1-1 1,0 0-1,0 1 1,1 0 0,0-1-1,0 1 1,0 1-1,6-7 1,-10 12-30,1 1 0,-1-1 0,0 1 0,1 0 0,-1-1 0,0 1 0,1 0 0,-1 0 0,1-1 0,-1 1 0,0 0 1,1 0-1,-1 0 0,1-1 0,-1 1 0,1 0 0,-1 0 0,0 0 0,1 0 0,-1 0 0,1 0 0,-1 0 0,1 0 0,-1 0 0,1 0 0,-1 0 0,1 0 0,-1 0 0,1 1 0,11 11-8,5 26-11,-15-33 20,12 35 0,-11-29 6,1 1 1,0-1-1,1-1 0,0 1 1,11 16-1,-16-26-5,0 0-1,1-1 1,-1 1 0,0 0-1,1 0 1,-1-1 0,1 1 0,0 0-1,-1-1 1,1 1 0,0-1-1,-1 1 1,1-1 0,0 1 0,-1-1-1,1 1 1,0-1 0,0 1-1,0-1 1,-1 0 0,1 0 0,0 1-1,0-1 1,0 0 0,0 0-1,-1 0 1,1 0 0,0 0 0,0 0-1,0 0 1,0 0 0,0-1-1,0 1 1,-1 0 0,1 0 0,0-1-1,0 1 1,1-1 0,0-1 8,1-1 1,-1 0-1,1 1 1,-1-1-1,0 0 1,0 0-1,0 0 1,3-6-1,1-7 34,1-1 0,-2 0-1,0 0 1,3-24 0,-3 18 89,10-33 1,-15 55-131,0 1-1,0-1 1,0 0 0,1 0 0,-1 1 0,0-1 0,0 0 0,1 1 0,-1-1-1,1 0 1,-1 1 0,0-1 0,1 1 0,-1-1 0,1 1 0,-1-1 0,1 1-1,0-1 1,-1 1 0,1-1 0,0 1 0,-1 0 0,1-1 0,1 1 0,-2 0-3,1 0 0,0 0 0,-1 0 1,1 1-1,0-1 0,-1 1 1,1-1-1,0 0 0,-1 1 0,1-1 1,-1 1-1,1-1 0,-1 1 1,1-1-1,-1 1 0,1 0 0,-1-1 1,1 1-1,-1 0 0,16 39-25,-10-21 24,1-1 0,0 0 1,18 32-1,-21-44 3,0 1 0,0-1-1,1 0 1,0-1 0,0 1-1,0-1 1,1 0 0,-1 0 0,1-1-1,0 0 1,1 0 0,-1 0-1,8 3 1,-10-6-1,-1 0 1,1 0-1,-1 0 0,1-1 0,-1 1 1,1-1-1,0 0 0,-1 0 0,1 0 1,-1-1-1,1 1 0,0-1 0,-1 0 1,1 0-1,-1 0 0,0 0 0,1 0 1,-1-1-1,0 0 0,0 1 0,0-1 1,0-1-1,0 1 0,0 0 0,-1-1 1,4-3-1,-1 0 5,0 1 0,-1-1 1,0 0-1,0-1 0,-1 1 0,0 0 0,0-1 1,0 0-1,-1 0 0,0 0 0,-1 0 1,2-8-1,-2 9 1,2-53 74,-3 56-75,0 0 0,-1 0 0,1 0 1,0 0-1,-1 0 0,0 0 0,0 0 0,0 0 0,0 1 1,0-1-1,0 0 0,-1 1 0,1-1 0,-1 0 0,-3-3 0,4 5-6,1 1 0,-1-1 0,1 1-1,0-1 1,-1 1 0,1 0 0,-1-1-1,1 1 1,-1 0 0,0-1 0,1 1-1,-1 0 1,1 0 0,-1 0 0,1-1-1,-1 1 1,0 0 0,1 0 0,-1 0-1,1 0 1,-1 0 0,0 0 0,1 0-1,-1 0 1,1 0 0,-1 1 0,0-1-1,1 0 1,-1 0 0,1 0 0,-1 1-1,1-1 1,-1 0 0,1 1 0,-1-1-1,-1 2-3,1 0-1,0 0 1,0-1 0,0 1-1,0 0 1,0 0 0,0 0-1,0 0 1,1 0-1,-2 4 1,0 4-18,1 0-1,0 0 1,0 18 0,2-19 15,1 1 1,-1-1 0,1 1 0,1-1-1,0 0 1,0 1 0,1-2 0,0 1-1,1 0 1,-1-1 0,12 14-1,-14-19 9,0 0 0,1-1 0,-1 1-1,1-1 1,0 1 0,0-1 0,0 0 0,0 0-1,0 0 1,0-1 0,0 1 0,1-1-1,-1 1 1,1-1 0,-1 0 0,1-1 0,-1 1-1,1 0 1,0-1 0,-1 0 0,1 0-1,0 0 1,-1 0 0,1-1 0,-1 1-1,1-1 1,0 0 0,-1 0 0,0-1 0,1 1-1,-1 0 1,0-1 0,1 0 0,2-2-1,4-3 15,-1 0 0,0 0 0,0-1 0,0-1 0,-1 1 0,0-1 0,-1-1 0,0 1 0,7-15 0,5-12 142,20-53 0,-15 32 113,-17 47-189,-2 16-59,0 22-39,-4-25 17,20 138 50,-15-114-347,1 0-1,1-1 0,14 32 1,-9-35-578,-1-8 514</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22.917"/>
    </inkml:context>
    <inkml:brush xml:id="br0">
      <inkml:brushProperty name="width" value="0.05" units="cm"/>
      <inkml:brushProperty name="height" value="0.05" units="cm"/>
    </inkml:brush>
  </inkml:definitions>
  <inkml:trace contextRef="#ctx0" brushRef="#br0">1 1 12211,'8'6'4177,"7"16"-3769,7 2-32,8 19 64,-1 11-72,1 10-200,0 11 192,-9-7 3305</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23.290"/>
    </inkml:context>
    <inkml:brush xml:id="br0">
      <inkml:brushProperty name="width" value="0.05" units="cm"/>
      <inkml:brushProperty name="height" value="0.05" units="cm"/>
    </inkml:brush>
  </inkml:definitions>
  <inkml:trace contextRef="#ctx0" brushRef="#br0">0 141 10082,'14'-12'5823,"-12"9"-5612,0 1-1,0 0 1,1 0-1,-1 0 1,1 0-1,0 0 1,3-2-1,16-5 500,0 1-1,0 1 1,45-9-1,72-2-131,-43 8-779,-78 6 11,-1 0 0,1-1 1,32-14-1,-43 16 176,6-4 467,-19 8 667,-25 10 509,2 5-781,17-10-678,2 0 0,-1 0 0,1 1 0,-18 16 0,27-22-170,-1 1 0,1-1 0,0 0 0,0 1 0,1-1 0,-1 1 0,0-1 0,0 1 0,1-1 0,-1 1 0,1 0 0,-1-1 0,1 1 0,0 0 0,0-1 0,0 1 0,0 0 0,0-1 0,0 1-1,0 0 1,0-1 0,1 1 0,-1 0 0,1-1 0,-1 1 0,1 0 0,0-1 0,-1 1 0,1-1 0,0 1 0,0-1 0,2 3 0,4 4-14,0 1-1,1-1 1,16 13-1,-24-20 15,24 16-24,34 21-1,-5-4 15,-52-33 12,1-1-1,-1 1 1,0 0-1,0 0 0,0 0 1,0 0-1,0 0 1,0 0-1,0 0 0,0 0 1,0 0-1,0 1 1,-1-1-1,1 0 0,0 0 1,-1 1-1,1-1 1,0 2-1,-1-2 12,-1 0 0,1 0 0,0 0-1,0-1 1,0 1 0,-1 0 0,1 0 0,0 0 0,-1-1-1,1 1 1,-1 0 0,1-1 0,-1 1 0,1 0 0,-1-1-1,1 1 1,-1 0 0,0-1 0,1 1 0,-1-1-1,0 0 1,-1 1 0,-4 2 107,0 0-1,0 0 1,-1-1-1,1 0 1,-14 2-1,-98 8 544,84-7-628</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28.096"/>
    </inkml:context>
    <inkml:brush xml:id="br0">
      <inkml:brushProperty name="width" value="0.05" units="cm"/>
      <inkml:brushProperty name="height" value="0.05" units="cm"/>
    </inkml:brush>
  </inkml:definitions>
  <inkml:trace contextRef="#ctx0" brushRef="#br0">117 1 6161,'-7'1'785,"-1"1"1,1 0-1,0 0 0,-1 1 0,1-1 0,0 2 0,1-1 1,-1 1-1,-8 6 0,12-7-685,0 0 1,-1 0-1,2 0 0,-1 1 1,0-1-1,1 1 0,-1 0 1,1 0-1,0 0 0,0 0 1,1 0-1,-1 0 1,1 0-1,0 1 0,0-1 1,0 0-1,1 6 0,-1-5-59,1 1 0,0-1 0,0 1 0,1-1 0,-1 1 0,1-1 0,1 0 0,-1 1 0,1-1 0,-1 0 0,2 0 0,3 9 0,-3-11-35,-1 0 1,1 0-1,-1 0 1,1 0-1,0 0 1,0-1-1,0 1 1,0-1-1,1 0 1,-1 0-1,1 0 1,-1 0-1,1 0 1,0-1-1,0 0 1,-1 0-1,1 0 1,5 1 0,-3-2-12,0 1 1,1-1 0,-1 0 0,1-1 0,-1 1 0,0-1 0,1-1 0,-1 1 0,0-1 0,0 0 0,0-1 0,0 1 0,0-1 0,-1 0 0,1-1 0,-1 1 0,0-1 0,0 0 0,0 0 0,-1-1 0,1 1 0,5-9 0,-7 10 39,-1-1 1,1 0-1,-1 0 1,0 0-1,0-1 1,0 1-1,0 0 1,-1-1-1,0 1 1,0-1-1,0 1 1,0-1-1,-1 0 1,0 1-1,0-1 1,0 0-1,0 1 1,-1-1-1,0 0 1,0 1-1,0-1 0,0 1 1,-1-1-1,0 1 1,0 0-1,0 0 1,0 0-1,-1 0 1,1 0-1,-1 0 1,-4-3-1,-14-11 884,8 12-248,13 6-649,-1 0 0,1 0 0,0 0 0,-1 0 0,1 0 0,0 0-1,-1 0 1,1 0 0,0 0 0,-1 0 0,1 1 0,0-1 0,-1 0 0,1 0 0,0 0 0,0 0 0,-1 0 0,1 1 0,0-1 0,0 0 0,-1 0 0,1 1 0,0-1 0,0 0 0,-1 0 0,1 1 0,0-1-1,0 0 1,0 0 0,0 1 0,0-1 0,-1 1 0,1 2 9,-1 1-1,1-1 1,-1 1-1,1 0 1,0-1-1,1 1 1,-1-1-1,0 1 0,1 0 1,1 4-1,14 37-38,-12-36 8,1-1 1,-1 1-1,1-1 0,1-1 1,-1 1-1,1 0 0,1-1 1,0-1-1,-1 1 0,2-1 1,11 8-1,-16-12 11,1 0 1,-1 0-1,1 0 0,0 0 1,0-1-1,0 1 0,0-1 1,0 0-1,0-1 0,0 1 1,0-1-1,1 1 0,-1-1 1,0-1-1,0 1 0,0 0 1,0-1-1,0 0 0,0 0 1,0 0-1,0-1 0,0 1 1,0-1-1,0 0 0,-1 0 1,1 0-1,-1-1 0,1 1 1,2-4-1,3-3 255,-1 0 0,0 0 0,0-1 1,-1-1-1,0 1 0,-1-1 0,7-16 0,13-22 1154,-25 47-1378,-1 1 1,1-1-1,0 1 1,0-1-1,1 1 1,-1 0-1,0-1 1,0 1-1,1 0 1,-1 0-1,3-1 0,-4 2-36,1-1 0,0 1 1,0 0-1,-1 0 0,1 0 0,0 0 0,0 0 0,-1 0 0,1 1 0,0-1 0,0 0 0,-1 0 0,1 0 0,0 1 0,0-1 0,-1 0 0,1 1 0,0-1 0,-1 0 0,1 1 0,-1-1 0,1 1 0,0-1 0,-1 1 0,1 0 0,-1-1 0,0 1 0,1-1 0,-1 1 0,1 1 0,4 6-3,-1 1 0,1 0 0,-2 0 1,0 0-1,0 0 0,2 13 0,0-5 144,4 22 1478</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28.499"/>
    </inkml:context>
    <inkml:brush xml:id="br0">
      <inkml:brushProperty name="width" value="0.05" units="cm"/>
      <inkml:brushProperty name="height" value="0.05" units="cm"/>
    </inkml:brush>
  </inkml:definitions>
  <inkml:trace contextRef="#ctx0" brushRef="#br0">62 435 9458,'-13'26'6151,"11"-22"-5986,1 0 0,0 0 0,0 0 1,0 1-1,0-1 0,1 0 0,0 1 1,0-1-1,0 1 0,0-1 1,1 0-1,2 9 0,-3-10-122,1 1 0,1 0 0,-1-1-1,0 1 1,1-1 0,0 0 0,0 1 0,0-1-1,0 0 1,0 0 0,1 0 0,-1-1 0,1 1-1,0 0 1,0-1 0,0 0 0,0 0 0,5 3-1,-5-4 32,-1 0-1,0 0 1,1-1-1,-1 1 1,1-1-1,0 1 1,-1-1-1,1 0 1,-1 0-1,1 0 1,-1 0-1,1-1 1,-1 1-1,1-1 1,-1 1-1,1-1 1,-1 0-1,1 0 1,-1 0-1,0 0 1,1 0-1,-1-1 1,0 1-1,0-1 1,0 0-1,0 1 1,-1-1-1,4-3 1,1-2 217,-1 0 0,1 0 0,-1 0-1,-1-1 1,0 0 0,0 0 0,0 0 0,-1 0 0,0 0 0,-1-1 0,3-15 0,-3 11 19,-2 0 1,1 0-1,-2 1 0,0-1 1,0 0-1,-1 0 0,-5-16 1,-3-1 62,-2 0-1,0 1 1,-2 1 0,-1 0 0,-32-45 0,-43-43-543,87 113 849</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29.249"/>
    </inkml:context>
    <inkml:brush xml:id="br0">
      <inkml:brushProperty name="width" value="0.05" units="cm"/>
      <inkml:brushProperty name="height" value="0.05" units="cm"/>
    </inkml:brush>
  </inkml:definitions>
  <inkml:trace contextRef="#ctx0" brushRef="#br0">307 1 10634,'-21'6'6985,"-11"14"-5295,26-15-979,-20 16-311,2 1-1,1 1 0,1 1 0,0 1 1,2 1-1,1 0 0,-20 40 0,37-64-401,1 0-1,0 0 1,0 0-1,0 0 1,0 1-1,0-1 1,0 0-1,1 1 0,-1-1 1,1 0-1,-1 1 1,1-1-1,0 1 1,0-1-1,0 1 1,1 3-1,0-4-3,0-1-1,0 1 1,0 0 0,0-1-1,1 1 1,-1-1-1,1 0 1,-1 1 0,1-1-1,-1 0 1,1 0-1,0 0 1,-1 0 0,1 0-1,0 0 1,0 0-1,0-1 1,0 1-1,0-1 1,0 1 0,2-1-1,53 8-103,-43-7 93,1 0 1,20 6-1,-33-7 19,0 1 0,-1-1 0,1 0 0,-1 1 0,1-1 0,-1 1 0,1-1 0,-1 1 0,1 0 0,-1 0 0,0 0 0,1 0 0,-1 0 0,0 0 0,0 0 0,0 0 0,0 0 0,0 0 0,0 1 0,0-1 0,0 0 0,0 1 0,0-1 0,-1 1 0,1-1 0,-1 1 0,1-1 0,-1 1 0,1-1 0,-1 1 0,0-1 0,0 1 0,0 0 0,0-1 0,0 1 0,0 0 0,0-1 0,-1 1 0,1-1 0,0 1 0,-1-1 0,0 1 0,1-1 0,-1 1 0,0-1 0,-1 3 0,-4 6 23,-1 1 0,0-1 0,-1-1 0,0 1 1,0-1-1,-1-1 0,0 1 0,-11 7 1,-4 1 22,0-1 0,-35 17 1,32-21-239,26-12 170,1 1-1,0-1 0,-1 0 0,1 0 1,0 0-1,-1 0 0,1 0 1,0 0-1,-1 0 0,1 0 0,0 0 1,-1 1-1,1-1 0,0 0 1,-1-1-1,1 1 0,0 0 0,-1 0 1,1 0-1,0 0 0,-1 0 1,1 0-1,0 0 0,-1 0 1,1-1-1,0 1 0,0 0 0,-1 0 1,1 0-1,0-1 0,0 1 1,-1 0-1,1-1 0,2-9-728</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29.608"/>
    </inkml:context>
    <inkml:brush xml:id="br0">
      <inkml:brushProperty name="width" value="0.05" units="cm"/>
      <inkml:brushProperty name="height" value="0.05" units="cm"/>
    </inkml:brush>
  </inkml:definitions>
  <inkml:trace contextRef="#ctx0" brushRef="#br0">165 366 8322,'5'4'3857,"3"2"-1225,6 6-1128,-5 12-439,-5 2-281,3 16-280,-7-3-128</inkml:trace>
  <inkml:trace contextRef="#ctx0" brushRef="#br0" timeOffset="1">1 20 9002,'3'-5'3801,"14"-3"-2193,0 1-808,21 15-480,9 15-296</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30.295"/>
    </inkml:context>
    <inkml:brush xml:id="br0">
      <inkml:brushProperty name="width" value="0.05" units="cm"/>
      <inkml:brushProperty name="height" value="0.05" units="cm"/>
    </inkml:brush>
  </inkml:definitions>
  <inkml:trace contextRef="#ctx0" brushRef="#br0">3 459 6105,'-3'-63'6695,"9"-34"-3873,-3 50-1587,0-54 2012,2 120-3162,1 0-1,1 0 1,0-1-1,2 0 1,0-1-1,1 0 1,21 28-1,-29-42-71,-1-1 0,1 0 0,0 0 0,-1 0 0,1 0 0,0 0 0,1 0 0,-1-1 0,0 1 0,0-1 0,1 1 0,-1-1 0,1 0 0,-1 0 0,1 0-1,0 0 1,4 1 0,-4-3 5,-1 1 0,0 0 0,0-1-1,0 0 1,0 1 0,0-1 0,0 0-1,0 0 1,0 0 0,0-1 0,0 1 0,0 0-1,0-1 1,-1 1 0,1-1 0,-1 0-1,1 1 1,-1-1 0,0 0 0,1 0-1,-1 0 1,1-3 0,4-5 26,0-1 0,-1 0 0,-1 0 1,0 0-1,0-1 0,-1 1 0,0-1 0,-1 0 1,-1 0-1,0 0 0,0 0 0,-1 0 0,-1 0 1,-2-15-1,8 57 236,-4-18-219,0 1 0,2-1-1,-1 0 1,2 0-1,5 15 1,-8-24-60,1-1 1,-1 1-1,1 0 0,-1-1 0,1 1 0,0-1 1,0 1-1,0-1 0,0 0 0,1 0 1,-1 0-1,1 0 0,-1 0 0,1-1 1,0 1-1,-1-1 0,1 1 0,0-1 0,0 0 1,0 0-1,0-1 0,0 1 0,0-1 1,0 1-1,0-1 0,0 0 0,6 0 1,-5-1-26,0 1 1,0-1-1,0 0 1,0-1 0,0 1-1,0 0 1,-1-1-1,1 0 1,0 0 0,-1 0-1,1 0 1,-1-1 0,0 0-1,0 1 1,0-1-1,0 0 1,0 0 0,-1-1-1,1 1 1,-1 0 0,4-7-1,1-5 88,-1 1-1,0-1 1,-1 0 0,4-21-1,-9 35-39,0 1 0,0-1 0,0 1-1,1-1 1,-1 1 0,0-1 0,0 1-1,0-1 1,0 1 0,0-1 0,1 1-1,-1-1 1,0 1 0,1-1 0,-1 1-1,0 0 1,1-1 0,-1 1-1,0-1 1,1 1 0,-1 0 0,1-1-1,-1 1 1,0 0 0,2-1 0,6 9 488,8 26 17,-15-30-528,26 62 284,7 18-110,23 89 1,-55-166-160,-1 0 1,0 0 0,0 1-1,0-1 1,-1 11 0,0-17-16,0-1 0,0 0-1,0 1 1,0-1 0,0 1 0,0-1 0,0 1 0,0-1 0,0 0 0,-1 1 0,1-1 0,0 0 0,0 1 0,0-1 0,0 1 0,-1-1 0,1 0-1,0 1 1,0-1 0,-1 0 0,1 0 0,0 1 0,-1-1 0,1 0 0,0 0 0,-1 1 0,1-1 0,0 0 0,-1 0 0,1 0 0,-1 1-1,-13-6-14,-9-18-44,14 11 43,0-2 1,0 1-1,2-1 1,0-1-1,0 1 0,2-1 1,-1 0-1,2 0 1,0-1-1,1 1 0,1-1 1,0 0-1,1 0 1,0 0-1,2 0 0,0 0 1,0 0-1,2 1 1,8-30-1,-4 21-27,2 1 0,20-39 0,-24 53 24,0 0-1,1 0 0,0 0 1,1 1-1,0 0 0,0 0 1,1 1-1,0 0 1,9-6-1,-15 11 15,1 0 1,-1 1 0,0 0-1,1-1 1,-1 1-1,1 0 1,0 0 0,-1 0-1,1 1 1,0-1 0,0 1-1,-1-1 1,1 1-1,0 0 1,0 0 0,-1 0-1,1 1 1,0-1-1,0 0 1,-1 1 0,1 0-1,0 0 1,4 2-1,-4-1 8,0 0 1,0 1-1,0 0 0,0 0 0,0 0 0,0 0 0,-1 0 0,1 0 0,-1 1 0,0-1 0,0 1 0,0 0 1,-1-1-1,1 1 0,-1 0 0,1 6 0,1 5 28,-1 0 1,0 0-1,-1 0 1,-1 0 0,0 0-1,-1 0 1,-6 29-1,-35 107 206,23-91-129,12-37 95,0-12 1415</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30.674"/>
    </inkml:context>
    <inkml:brush xml:id="br0">
      <inkml:brushProperty name="width" value="0.05" units="cm"/>
      <inkml:brushProperty name="height" value="0.05" units="cm"/>
    </inkml:brush>
  </inkml:definitions>
  <inkml:trace contextRef="#ctx0" brushRef="#br0">0 0 9882,'19'17'4089,"14"31"-2657,-8 4 89,-6 19-593,-12 10-224,-3 3-248,-3-3-144,2-15-8,1-16-112,7-23-384,4-14-3577</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31.044"/>
    </inkml:context>
    <inkml:brush xml:id="br0">
      <inkml:brushProperty name="width" value="0.05" units="cm"/>
      <inkml:brushProperty name="height" value="0.05" units="cm"/>
    </inkml:brush>
  </inkml:definitions>
  <inkml:trace contextRef="#ctx0" brushRef="#br0">20 274 9522,'7'-22'8545,"12"-8"-5751,-1 3-1682,-14 19-953,0-1-1,0 0 1,0 1 0,-1-2 0,0 1 0,-1 0 0,0 0 0,-1-1-1,0 1 1,0-1 0,-1 0 0,0 1 0,-1-1 0,0 1 0,-3-13 0,4 19-111,-1 1 0,0 0 0,0 0 0,0 0 0,0 0 0,0 0 0,-1 0 0,1 0 0,0 0 0,-1 0 0,0 1 0,1-1 0,-5-2 0,5 3-32,0 1 0,0-1 0,0 1 0,0-1 0,0 1-1,0 0 1,0 0 0,0-1 0,0 1 0,0 0 0,0 0 0,0 0-1,0 0 1,-1 0 0,1 0 0,0 0 0,0 1 0,0-1 0,0 0 0,0 1-1,0-1 1,0 0 0,0 1 0,0-1 0,0 1 0,0 0 0,0-1-1,0 1 1,0 0 0,1 0 0,-1-1 0,-1 3 0,-2 2-2,1 0 0,-1 0 0,1 1 0,0 0 0,0-1 0,1 1 1,0 0-1,0 0 0,0 0 0,1 1 0,0-1 0,0 0 0,0 1 0,1 6 0,0-1-10,1 1 0,-1-1-1,2 0 1,0 0 0,0-1 0,8 21-1,-6-24-3,0 1 1,1-1-1,0 0 0,1 0 0,0-1 1,0 1-1,0-1 0,1 0 1,0-1-1,0 0 0,1 0 0,0-1 1,0 1-1,0-2 0,14 7 0,-10-6 16,0-1 0,0 1 0,0-2 0,0 0 0,0 0 0,1-1-1,-1-1 1,1 0 0,0-1 0,-1 0 0,15-3 0,-22 3 38,-1-1 1,0 0-1,0-1 1,0 1-1,0-1 1,4-2-1,14-12 1380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31.403"/>
    </inkml:context>
    <inkml:brush xml:id="br0">
      <inkml:brushProperty name="width" value="0.05" units="cm"/>
      <inkml:brushProperty name="height" value="0.05" units="cm"/>
    </inkml:brush>
  </inkml:definitions>
  <inkml:trace contextRef="#ctx0" brushRef="#br0">198 8 9338,'-11'-6'4465,"-18"4"-1472,-6 7-745,-8 21-768,6 14-343,14 11-657,4 3-192,23-2-208,4-7-80,22-10-16,10-2 112,11-20-336,9-4-184</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31.746"/>
    </inkml:context>
    <inkml:brush xml:id="br0">
      <inkml:brushProperty name="width" value="0.05" units="cm"/>
      <inkml:brushProperty name="height" value="0.05" units="cm"/>
    </inkml:brush>
  </inkml:definitions>
  <inkml:trace contextRef="#ctx0" brushRef="#br0">1 0 9226,'15'37'2196,"32"77"1950,-19-41-2574,32 127 0,-44-121-894,19 73 304,-20-118-706,-15-34-265,0 1 0,0-1-1,0 1 1,0-1 0,0 1 0,1-1-1,-1 0 1,0 1 0,0-1-1,1 1 1,-1-1 0,0 0 0,1 1-1,-1-1 1,0 0 0,1 1-1,-1-1 1,0 0 0,1 0 0,-1 1-1,1-1 1,-1 0 0,1 0-1,-1 0 1,0 1 0,1-1 0,-1 0-1,1 0 1,-1 0 0,1 0-1,-1 0 1,1 0 0,-1 0 0,1 0-1,-1 0 1,1 0 0,-1 0-1,1-1 1,-1 1 0,0 0 0,1 0-1,-1 0 1,1-1 0,-1 1-1,0 0 1,1 0 0,-1-1 0,1 1-1,-1 0 1,0-1 0,1 1-1,-1 0 1,0-1 0,0 1 0,1-1-1,-1 1 1,0 0 0,0-1 0,1 0-1,17-34 211,-2-1 0,-1 0 0,-2-2 0,9-39 0,-13 46-195,-1 13-43,-8 18 16,0 0-1,0-1 1,0 1-1,1 0 1,-1 0-1,0 0 1,0 0-1,0 0 1,0 0 0,1-1-1,-1 1 1,0 0-1,0 0 1,0 0-1,1 0 1,-1 0-1,0 0 1,0 0-1,0 0 1,1 0-1,-1 0 1,0 0-1,0 0 1,0 0-1,1 0 1,-1 0-1,0 0 1,0 0 0,0 0-1,1 0 1,-1 0-1,0 0 1,0 0-1,0 0 1,1 1-1,-1-1 1,0 0-1,0 0 1,0 0-1,2 3-10,0 0 0,-1 0 0,1 0 0,-1 0 0,0 0 0,0 0 0,0 0 0,0 0 0,0 5 0,10 74-64,-10-59 4,2 0 0,0 0-1,2 0 1,0 0 0,16 39 0,-1-30-1554,4-14-2566</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32.135"/>
    </inkml:context>
    <inkml:brush xml:id="br0">
      <inkml:brushProperty name="width" value="0.05" units="cm"/>
      <inkml:brushProperty name="height" value="0.05" units="cm"/>
    </inkml:brush>
  </inkml:definitions>
  <inkml:trace contextRef="#ctx0" brushRef="#br0">56 1 9386,'-9'21'4953,"6"-16"-4231,0 0-1,1 0 0,0 0 1,1 0-1,-3 9 0,4-11-613,0 0-1,0-1 0,0 1 0,0 0 1,1 0-1,-1-1 0,1 1 0,0 0 0,0-1 1,-1 1-1,2-1 0,-1 1 0,0-1 1,1 1-1,1 1 0,1 1-2,0 0 1,0 0-1,1-1 1,0 0-1,0 0 1,0 0-1,0-1 1,1 0-1,-1 0 0,1 0 1,0-1-1,0 1 1,-1-1-1,9 1 1,-10-2-68,0 0 1,0 0 0,0 0 0,0-1-1,1 0 1,-1 0 0,0 0-1,0 0 1,0 0 0,0-1 0,0 0-1,1 0 1,-1 0 0,0 0 0,-1-1-1,1 1 1,0-1 0,0 0 0,-1 0-1,1-1 1,-1 1 0,4-4 0,-6 5 19,0-1 0,1 1 0,-1-1 0,0 1 1,0-1-1,0 0 0,0 1 0,0-1 1,0 0-1,-1 0 0,1 0 0,-1 0 0,1 0 1,-1 0-1,0 0 0,1 0 0,-1 0 0,0 0 1,0 0-1,-1 1 0,1-1 0,0 0 1,-1 0-1,1 0 0,-1 0 0,1 0 0,-1 0 1,0 0-1,0 1 0,0-1 0,0 0 1,0 1-1,0-1 0,-1 0 0,1 1 0,0 0 1,-1-1-1,-1 0 0,-4-4 80,1 1 0,-1 0-1,0 0 1,-1 0 0,1 1 0,-1 1-1,-12-5 1,6 3-65,-1 1 1,-23-3-1,32 6-80,-1 0 1,1 1-1,-1 0 1,0 0-1,1 1 1,-1 0 0,0 0-1,-6 2 1,12-3-23,1 0 0,-1 1 1,0-1-1,0 0 0,1 1 1,-1-1-1,0 0 0,0 1 1,1-1-1,-1 1 0,0-1 1,1 1-1,-1 0 0,1-1 1,-1 1-1,1-1 0,-1 1 1,1 0-1,-1 0 0,1-1 1,0 1-1,-1 0 0,1 0 1,0-1-1,-1 1 0,1 0 1,0 0-1,0 0 1,0 0-1,0-1 0,0 1 1,0 0-1,0 0 0,0 0 1,0 0-1,1-1 0,-1 1 1,0 0-1,0 0 0,1 0 1,-1-1-1,0 1 0,1 0 1,-1-1-1,1 1 0,-1 0 1,1-1-1,-1 1 0,1 0 1,1 0-1,29 19-2334</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32.476"/>
    </inkml:context>
    <inkml:brush xml:id="br0">
      <inkml:brushProperty name="width" value="0.05" units="cm"/>
      <inkml:brushProperty name="height" value="0.05" units="cm"/>
    </inkml:brush>
  </inkml:definitions>
  <inkml:trace contextRef="#ctx0" brushRef="#br0">1 524 11354,'0'-6'769,"0"0"-1,0 0 0,1 1 1,0-1-1,0 0 0,0 0 1,0 1-1,1-1 0,0 1 1,0-1-1,1 1 0,3-6 1,0 3-419,-1 0 1,1 1 0,0 0-1,1 0 1,0 0-1,0 1 1,9-6 0,-4 3-320,0 2 0,1-1 0,1 2-1,-1 0 1,1 0 0,0 1 0,0 1 0,0 0 0,24-2 0,-25 5-106,0 0-1,0 1 1,0 1-1,-1 0 1,1 1-1,0 0 1,0 1-1,-1 0 1,1 1-1,-1 0 1,0 1-1,16 10 1,-20-12-61,-8-3 135,-10 4 86,4 0-8,0 1 0,0 0 1,0 0-1,1 1 1,-1-1-1,1 1 0,1 1 1,-1-1-1,1 1 0,0-1 1,1 1-1,0 0 1,-5 14-1,7-18-68,0 0 1,0 0-1,1-1 1,-1 1-1,1 0 1,-1 0-1,1 0 1,0 0-1,0 0 1,0 0-1,1 0 1,-1 0-1,1 0 0,-1 0 1,1 0-1,0 0 1,0 0-1,1-1 1,-1 1-1,0 0 1,1-1-1,0 1 1,-1-1-1,1 1 1,0-1-1,0 0 1,0 0-1,1 0 0,-1 0 1,0 0-1,1-1 1,0 1-1,-1-1 1,1 1-1,0-1 1,-1 0-1,7 1 1,-6-1-3,0 0 1,0 0 0,0-1 0,1 1 0,-1-1 0,0 0 0,0 0-1,0 0 1,0-1 0,0 1 0,1-1 0,-1 1 0,0-1 0,0 0-1,0 0 1,0 0 0,0-1 0,-1 1 0,1-1 0,0 0 0,-1 0-1,1 1 1,-1-2 0,0 1 0,1 0 0,-1 0 0,0-1 0,0 1-1,-1-1 1,1 0 0,0 1 0,1-4 0,0-2 16,0 1 1,0-1-1,0 0 1,-1 0-1,0 0 1,0 0-1,-1 0 1,0 0 0,-1 0-1,0 0 1,-1-13-1,-1 6 48,-2 0 1,0 0-1,0 0 0,-2 1 0,-12-26 0,-46-66 442,18 33-199,27 44-228,14 23-86,1 0 0,0 0 1,0 0-1,1 0 0,-1-1 1,1 1-1,1-1 0,-1 0 0,1 1 1,-2-13-1,4 19-6,1-1 0,-1 1 1,0 0-1,0 0 0,0 0 0,0-1 1,0 1-1,0 0 0,0 0 0,1 0 0,-1-1 1,0 1-1,0 0 0,0 0 0,0 0 1,1 0-1,-1-1 0,0 1 0,0 0 0,0 0 1,1 0-1,-1 0 0,0 0 0,0 0 0,0 0 1,1 0-1,-1 0 0,0 0 0,0 0 1,1 0-1,-1 0 0,0 0 0,0 0 0,0 0 1,1 0-1,-1 0 0,0 0 0,0 0 1,1 0-1,-1 0 0,0 0 0,0 0 0,0 0 1,1 1-1,-1-1 0,0 0 0,0 0 0,0 0 1,0 0-1,1 1 0,-1-1 0,16 10-179,-14-9 138,83 61-1458,-31-20-691</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24T05:23:32.849"/>
    </inkml:context>
    <inkml:brush xml:id="br0">
      <inkml:brushProperty name="width" value="0.05" units="cm"/>
      <inkml:brushProperty name="height" value="0.05" units="cm"/>
    </inkml:brush>
  </inkml:definitions>
  <inkml:trace contextRef="#ctx0" brushRef="#br0">208 30 10146,'-5'-11'6448,"-4"-6"-835,9 17-5545,0 0 0,0 0 0,0 0 0,0 0 0,0 0 0,0 0 0,-1-1 0,1 1 0,0 0 0,0 0 0,0 0 0,0 0 0,0 0 0,0 0 0,-1 0 0,1 0 0,0 0 0,0 0 0,0 0 0,0-1-1,-1 1 1,1 0 0,0 0 0,0 0 0,0 0 0,0 0 0,-1 0 0,1 0 0,0 0 0,0 1 0,0-1 0,0 0 0,-1 0 0,1 0 0,0 0 0,0 0 0,0 0 0,0 0 0,0 0 0,-1 0 0,1 0 0,0 1-1,0-1 1,0 0 0,0 0 0,-2 1 272,-2 2-272,0-1 0,1 1 0,-1 0-1,1 0 1,0 1 0,0-1 0,0 1-1,0 0 1,1-1 0,-1 1 0,1 0-1,0 1 1,0-1 0,0 0 0,1 1-1,-1-1 1,1 0 0,-1 9 0,2-8-78,-1 1 0,1-1 1,-1 1-1,2 0 0,-1-1 1,1 1-1,-1-1 0,1 1 0,1-1 1,-1 1-1,1-1 0,0 0 1,1 1-1,-1-1 0,6 8 1,13 10-24,-15-17 29,0 1 0,0 0 0,-1 0 0,7 10 1,-11-15 13,0 0 1,0 1-1,0-1 1,0 0-1,0 1 1,-1-1 0,1 0-1,-1 1 1,0-1-1,1 0 1,-1 1-1,0-1 1,-1 1-1,1-1 1,0 0-1,-1 1 1,1-1 0,-1 0-1,0 1 1,0-1-1,-1 3 1,-4 4 67,0 0 0,0 0 0,-1-1 0,-1 0 0,1 0 0,-1-1 0,-1 0 0,1 0 0,-18 10 0,8-6 22,-2-1 1,1 0 0,-41 12 0,53-22-380,12-7 131</inkml:trace>
  <inkml:trace contextRef="#ctx0" brushRef="#br0" timeOffset="1">519 359 16227,'0'-4'6802,"-4"-3"-3737,3 1-2145,1-2-344,-6 4 808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962AA3-3560-468E-B4A8-8B67E0253D22}" type="datetimeFigureOut">
              <a:t>11/27/2023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0257DA-975E-4B85-923E-B70000B719C6}" type="slidenum">
              <a:t>‹#›</a:t>
            </a:fld>
            <a:endParaRPr lang="en-US"/>
          </a:p>
        </p:txBody>
      </p:sp>
    </p:spTree>
    <p:extLst>
      <p:ext uri="{BB962C8B-B14F-4D97-AF65-F5344CB8AC3E}">
        <p14:creationId xmlns:p14="http://schemas.microsoft.com/office/powerpoint/2010/main" val="289630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We started in term 3 looking at using the Six Traits framework to scaffold our teaching of writing.</a:t>
            </a:r>
          </a:p>
          <a:p>
            <a:endParaRPr lang="en-AU" dirty="0"/>
          </a:p>
          <a:p>
            <a:r>
              <a:rPr lang="en-AU" dirty="0"/>
              <a:t>Remember:</a:t>
            </a:r>
          </a:p>
          <a:p>
            <a:pPr marL="171450" indent="-171450">
              <a:buFont typeface="Arial" panose="020B0604020202020204" pitchFamily="34" charset="0"/>
              <a:buChar char="•"/>
            </a:pPr>
            <a:r>
              <a:rPr lang="en-AU" dirty="0"/>
              <a:t>We scaffold for developing ideas really well</a:t>
            </a:r>
          </a:p>
          <a:p>
            <a:pPr marL="171450" indent="-171450">
              <a:buFont typeface="Arial" panose="020B0604020202020204" pitchFamily="34" charset="0"/>
              <a:buChar char="•"/>
            </a:pPr>
            <a:r>
              <a:rPr lang="en-AU" dirty="0"/>
              <a:t>We learned some new strategies for scaffolding organisation</a:t>
            </a:r>
          </a:p>
          <a:p>
            <a:pPr marL="171450" indent="-171450">
              <a:buFont typeface="Arial" panose="020B0604020202020204" pitchFamily="34" charset="0"/>
              <a:buChar char="•"/>
            </a:pPr>
            <a:r>
              <a:rPr lang="en-AU" dirty="0"/>
              <a:t>We’re going to skip register for now and move on to </a:t>
            </a:r>
            <a:r>
              <a:rPr lang="en-AU" b="1" dirty="0"/>
              <a:t>Word Choice</a:t>
            </a:r>
          </a:p>
        </p:txBody>
      </p:sp>
      <p:sp>
        <p:nvSpPr>
          <p:cNvPr id="4" name="Slide Number Placeholder 3"/>
          <p:cNvSpPr>
            <a:spLocks noGrp="1"/>
          </p:cNvSpPr>
          <p:nvPr>
            <p:ph type="sldNum" sz="quarter" idx="5"/>
          </p:nvPr>
        </p:nvSpPr>
        <p:spPr/>
        <p:txBody>
          <a:bodyPr/>
          <a:lstStyle/>
          <a:p>
            <a:fld id="{C20257DA-975E-4B85-923E-B70000B719C6}" type="slidenum">
              <a:rPr lang="en-AU" smtClean="0"/>
              <a:t>2</a:t>
            </a:fld>
            <a:endParaRPr lang="en-AU"/>
          </a:p>
        </p:txBody>
      </p:sp>
    </p:spTree>
    <p:extLst>
      <p:ext uri="{BB962C8B-B14F-4D97-AF65-F5344CB8AC3E}">
        <p14:creationId xmlns:p14="http://schemas.microsoft.com/office/powerpoint/2010/main" val="731353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This will improve our students’ writing and achievements, but more importantly, improve their understanding of the content.</a:t>
            </a:r>
          </a:p>
          <a:p>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3</a:t>
            </a:fld>
            <a:endParaRPr lang="en-AU"/>
          </a:p>
        </p:txBody>
      </p:sp>
    </p:spTree>
    <p:extLst>
      <p:ext uri="{BB962C8B-B14F-4D97-AF65-F5344CB8AC3E}">
        <p14:creationId xmlns:p14="http://schemas.microsoft.com/office/powerpoint/2010/main" val="771673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 DATA SAYS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Within the writing assessment, vocabulary is assigned a maximum of 5 marks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KHS students score an average of 3 (at year 7) and 4 (at year 9).</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This is pretty good, but it isn’t the whole picture.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4</a:t>
            </a:fld>
            <a:endParaRPr lang="en-AU"/>
          </a:p>
        </p:txBody>
      </p:sp>
    </p:spTree>
    <p:extLst>
      <p:ext uri="{BB962C8B-B14F-4D97-AF65-F5344CB8AC3E}">
        <p14:creationId xmlns:p14="http://schemas.microsoft.com/office/powerpoint/2010/main" val="2698399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a:p>
            <a:r>
              <a:rPr lang="en-AU" dirty="0"/>
              <a:t>When we dig into the NAPLAN reading data, there are questions that ask students to interpret the explicit meaning or implied meaning of specific words, or that ask questions about the content using different words or phrases. </a:t>
            </a:r>
          </a:p>
          <a:p>
            <a:endParaRPr lang="en-AU" dirty="0"/>
          </a:p>
          <a:p>
            <a:r>
              <a:rPr lang="en-AU" dirty="0"/>
              <a:t>It’s these questions that fewer than half our students answer correctly. </a:t>
            </a:r>
          </a:p>
          <a:p>
            <a:endParaRPr lang="en-AU" dirty="0"/>
          </a:p>
          <a:p>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5</a:t>
            </a:fld>
            <a:endParaRPr lang="en-AU"/>
          </a:p>
        </p:txBody>
      </p:sp>
    </p:spTree>
    <p:extLst>
      <p:ext uri="{BB962C8B-B14F-4D97-AF65-F5344CB8AC3E}">
        <p14:creationId xmlns:p14="http://schemas.microsoft.com/office/powerpoint/2010/main" val="39234923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suggests that they don’t have a nuanced understanding of a range of words and synonyms, which makes it much more difficult to interpret texts correctly.</a:t>
            </a:r>
          </a:p>
          <a:p>
            <a:endParaRPr lang="en-AU" dirty="0"/>
          </a:p>
          <a:p>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6</a:t>
            </a:fld>
            <a:endParaRPr lang="en-AU"/>
          </a:p>
        </p:txBody>
      </p:sp>
    </p:spTree>
    <p:extLst>
      <p:ext uri="{BB962C8B-B14F-4D97-AF65-F5344CB8AC3E}">
        <p14:creationId xmlns:p14="http://schemas.microsoft.com/office/powerpoint/2010/main" val="33619047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This interpretation is supported by our PAT data.</a:t>
            </a:r>
          </a:p>
          <a:p>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The clusters of incorrect responses at year seven relate to skills in rewording, and scanning texts for key (often inferred) information.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7</a:t>
            </a:fld>
            <a:endParaRPr lang="en-AU"/>
          </a:p>
        </p:txBody>
      </p:sp>
    </p:spTree>
    <p:extLst>
      <p:ext uri="{BB962C8B-B14F-4D97-AF65-F5344CB8AC3E}">
        <p14:creationId xmlns:p14="http://schemas.microsoft.com/office/powerpoint/2010/main" val="37558520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t>Both PAT and NAPLAN show that our year sevens needs additional support when it comes to developing their vocabularies.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effectLst/>
                <a:latin typeface="Calibri" panose="020F0502020204030204" pitchFamily="34" charset="0"/>
                <a:ea typeface="Calibri" panose="020F0502020204030204" pitchFamily="34" charset="0"/>
                <a:cs typeface="Times New Roman" panose="02020603050405020304" pitchFamily="18" charset="0"/>
              </a:rPr>
              <a:t>These also suggest that we’re currently doing some good work.</a:t>
            </a:r>
          </a:p>
          <a:p>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8</a:t>
            </a:fld>
            <a:endParaRPr lang="en-AU"/>
          </a:p>
        </p:txBody>
      </p:sp>
    </p:spTree>
    <p:extLst>
      <p:ext uri="{BB962C8B-B14F-4D97-AF65-F5344CB8AC3E}">
        <p14:creationId xmlns:p14="http://schemas.microsoft.com/office/powerpoint/2010/main" val="30990158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effectLst/>
                <a:latin typeface="Calibri" panose="020F0502020204030204" pitchFamily="34" charset="0"/>
                <a:ea typeface="Calibri" panose="020F0502020204030204" pitchFamily="34" charset="0"/>
                <a:cs typeface="Times New Roman" panose="02020603050405020304" pitchFamily="18" charset="0"/>
              </a:rPr>
              <a:t>I want to take a moment to try to reflect on some of that good work that we do.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effectLst/>
                <a:latin typeface="Calibri" panose="020F0502020204030204" pitchFamily="34" charset="0"/>
                <a:ea typeface="Calibri" panose="020F0502020204030204" pitchFamily="34" charset="0"/>
                <a:cs typeface="Times New Roman" panose="02020603050405020304" pitchFamily="18" charset="0"/>
              </a:rPr>
              <a:t>At your tables, try to brainstorm some strategies that you currently have in place.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effectLst/>
                <a:latin typeface="Calibri" panose="020F0502020204030204" pitchFamily="34" charset="0"/>
                <a:ea typeface="Calibri" panose="020F0502020204030204" pitchFamily="34" charset="0"/>
                <a:cs typeface="Times New Roman" panose="02020603050405020304" pitchFamily="18" charset="0"/>
              </a:rPr>
              <a:t>Quick refresher: tier 2 and tier 3 words:</a:t>
            </a:r>
          </a:p>
          <a:p>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9</a:t>
            </a:fld>
            <a:endParaRPr lang="en-AU"/>
          </a:p>
        </p:txBody>
      </p:sp>
    </p:spTree>
    <p:extLst>
      <p:ext uri="{BB962C8B-B14F-4D97-AF65-F5344CB8AC3E}">
        <p14:creationId xmlns:p14="http://schemas.microsoft.com/office/powerpoint/2010/main" val="20224967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ctr">
              <a:lnSpc>
                <a:spcPct val="107000"/>
              </a:lnSpc>
              <a:spcBef>
                <a:spcPts val="0"/>
              </a:spcBef>
              <a:spcAft>
                <a:spcPts val="800"/>
              </a:spcAft>
            </a:pPr>
            <a:r>
              <a:rPr lang="en-AU" sz="1200" b="1"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Tier 2</a:t>
            </a:r>
          </a:p>
          <a:p>
            <a:pPr lvl="1">
              <a:lnSpc>
                <a:spcPct val="107000"/>
              </a:lnSpc>
              <a:spcAft>
                <a:spcPts val="800"/>
              </a:spcAft>
            </a:pPr>
            <a:r>
              <a:rPr lang="en-AU" sz="1800" dirty="0">
                <a:effectLst/>
                <a:latin typeface="Calibri" panose="020F0502020204030204" pitchFamily="34" charset="0"/>
                <a:ea typeface="Calibri" panose="020F0502020204030204" pitchFamily="34" charset="0"/>
                <a:cs typeface="Times New Roman" panose="02020603050405020304" pitchFamily="18" charset="0"/>
              </a:rPr>
              <a:t>Required in an academic context across </a:t>
            </a:r>
            <a:r>
              <a:rPr lang="en-AU" sz="1800" b="1" dirty="0">
                <a:effectLst/>
                <a:latin typeface="Calibri" panose="020F0502020204030204" pitchFamily="34" charset="0"/>
                <a:ea typeface="Calibri" panose="020F0502020204030204" pitchFamily="34" charset="0"/>
                <a:cs typeface="Times New Roman" panose="02020603050405020304" pitchFamily="18" charset="0"/>
              </a:rPr>
              <a:t>multiple topic and subject areas</a:t>
            </a:r>
            <a:r>
              <a:rPr lang="en-AU" sz="1800" dirty="0">
                <a:effectLst/>
                <a:latin typeface="Calibri" panose="020F0502020204030204" pitchFamily="34" charset="0"/>
                <a:ea typeface="Calibri" panose="020F0502020204030204" pitchFamily="34" charset="0"/>
                <a:cs typeface="Times New Roman" panose="02020603050405020304" pitchFamily="18" charset="0"/>
              </a:rPr>
              <a:t>. </a:t>
            </a:r>
          </a:p>
          <a:p>
            <a:pPr lvl="1"/>
            <a:r>
              <a:rPr lang="en-AU" sz="1800" dirty="0">
                <a:effectLst/>
                <a:latin typeface="Calibri" panose="020F0502020204030204" pitchFamily="34" charset="0"/>
                <a:ea typeface="Calibri" panose="020F0502020204030204" pitchFamily="34" charset="0"/>
                <a:cs typeface="Times New Roman" panose="02020603050405020304" pitchFamily="18" charset="0"/>
              </a:rPr>
              <a:t>Allows for discission of increasingly complex topics.</a:t>
            </a:r>
            <a:endParaRPr lang="en-AU" sz="1200" b="1"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lvl="1"/>
            <a:r>
              <a:rPr lang="en-AU" sz="1200" b="1"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Precision terms</a:t>
            </a:r>
            <a:r>
              <a:rPr lang="en-AU" sz="12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such as relative vary formulate specificity accumulate </a:t>
            </a:r>
            <a:endParaRPr lang="en-AU" sz="2000" b="0" i="0" u="none" strike="noStrike" dirty="0">
              <a:effectLst/>
              <a:latin typeface="Arial" panose="020B0604020202020204" pitchFamily="34" charset="0"/>
            </a:endParaRPr>
          </a:p>
          <a:p>
            <a:pPr lvl="1" algn="l" fontAlgn="ctr">
              <a:lnSpc>
                <a:spcPct val="107000"/>
              </a:lnSpc>
              <a:spcBef>
                <a:spcPts val="0"/>
              </a:spcBef>
              <a:spcAft>
                <a:spcPts val="800"/>
              </a:spcAft>
            </a:pPr>
            <a:r>
              <a:rPr lang="en-AU" sz="1200" b="1"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command terms</a:t>
            </a:r>
            <a:r>
              <a:rPr lang="en-AU" sz="12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like identify, describe, explain, analyse</a:t>
            </a:r>
            <a:endParaRPr lang="en-AU" sz="2000" b="0" i="0" u="none" strike="noStrike" dirty="0">
              <a:effectLst/>
              <a:latin typeface="Arial" panose="020B0604020202020204" pitchFamily="34" charset="0"/>
            </a:endParaRPr>
          </a:p>
          <a:p>
            <a:pPr lvl="1" algn="l" fontAlgn="ctr">
              <a:lnSpc>
                <a:spcPct val="107000"/>
              </a:lnSpc>
              <a:spcBef>
                <a:spcPts val="0"/>
              </a:spcBef>
              <a:spcAft>
                <a:spcPts val="800"/>
              </a:spcAft>
            </a:pPr>
            <a:r>
              <a:rPr lang="en-AU" sz="1200" b="1"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descriptive terms</a:t>
            </a:r>
            <a:r>
              <a:rPr lang="en-AU" sz="12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misfortune dignified faltered distinctly resolve </a:t>
            </a:r>
            <a:endParaRPr lang="en-AU" sz="2000" b="0" i="0" u="none" strike="noStrike" dirty="0">
              <a:effectLst/>
              <a:latin typeface="Arial" panose="020B0604020202020204" pitchFamily="34" charset="0"/>
            </a:endParaRPr>
          </a:p>
          <a:p>
            <a:endParaRPr lang="en-AU" dirty="0"/>
          </a:p>
          <a:p>
            <a:r>
              <a:rPr lang="en-AU" dirty="0"/>
              <a:t>Tier 3 </a:t>
            </a:r>
            <a:r>
              <a:rPr lang="en-AU" sz="1800" dirty="0">
                <a:effectLst/>
                <a:latin typeface="Calibri" panose="020F0502020204030204" pitchFamily="34" charset="0"/>
                <a:ea typeface="Calibri" panose="020F0502020204030204" pitchFamily="34" charset="0"/>
                <a:cs typeface="Times New Roman" panose="02020603050405020304" pitchFamily="18" charset="0"/>
              </a:rPr>
              <a:t>Words that have distinct meanings and purposes, relevant to a specialised topic or discourse. </a:t>
            </a:r>
          </a:p>
          <a:p>
            <a:pPr lvl="1">
              <a:lnSpc>
                <a:spcPct val="107000"/>
              </a:lnSpc>
              <a:spcAft>
                <a:spcPts val="800"/>
              </a:spcAft>
            </a:pPr>
            <a:r>
              <a:rPr lang="en-AU" sz="18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Students should learn these for the particular content areas.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en-AU" sz="1800" u="sng"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Does not mean</a:t>
            </a:r>
            <a:r>
              <a:rPr lang="en-AU"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that these should be given preference over tier 2 words.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en-AU"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Focus must still be on clarity of expression, but students must learn to use and understand the nuances of Tier 3 words in their specific contexts.</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10</a:t>
            </a:fld>
            <a:endParaRPr lang="en-AU"/>
          </a:p>
        </p:txBody>
      </p:sp>
    </p:spTree>
    <p:extLst>
      <p:ext uri="{BB962C8B-B14F-4D97-AF65-F5344CB8AC3E}">
        <p14:creationId xmlns:p14="http://schemas.microsoft.com/office/powerpoint/2010/main" val="1200621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On to brainstorming.</a:t>
            </a:r>
          </a:p>
        </p:txBody>
      </p:sp>
      <p:sp>
        <p:nvSpPr>
          <p:cNvPr id="4" name="Slide Number Placeholder 3"/>
          <p:cNvSpPr>
            <a:spLocks noGrp="1"/>
          </p:cNvSpPr>
          <p:nvPr>
            <p:ph type="sldNum" sz="quarter" idx="5"/>
          </p:nvPr>
        </p:nvSpPr>
        <p:spPr/>
        <p:txBody>
          <a:bodyPr/>
          <a:lstStyle/>
          <a:p>
            <a:fld id="{C20257DA-975E-4B85-923E-B70000B719C6}" type="slidenum">
              <a:rPr lang="en-AU" smtClean="0"/>
              <a:t>11</a:t>
            </a:fld>
            <a:endParaRPr lang="en-AU"/>
          </a:p>
        </p:txBody>
      </p:sp>
    </p:spTree>
    <p:extLst>
      <p:ext uri="{BB962C8B-B14F-4D97-AF65-F5344CB8AC3E}">
        <p14:creationId xmlns:p14="http://schemas.microsoft.com/office/powerpoint/2010/main" val="38987116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English learning continuum (taken from the Victorian curriculum)</a:t>
            </a:r>
          </a:p>
          <a:p>
            <a:r>
              <a:rPr lang="en-AU" dirty="0"/>
              <a:t>And the cross-curricular literacy continuum</a:t>
            </a:r>
          </a:p>
          <a:p>
            <a:pPr marL="171450" indent="-171450">
              <a:buFont typeface="Arial" panose="020B0604020202020204" pitchFamily="34" charset="0"/>
              <a:buChar char="•"/>
            </a:pPr>
            <a:r>
              <a:rPr lang="en-AU" dirty="0"/>
              <a:t>At year 7 – use synonyms and different types of verbs, beginning to use precise and specialised words (tier 2)</a:t>
            </a:r>
          </a:p>
          <a:p>
            <a:pPr marL="171450" indent="-171450">
              <a:buFont typeface="Arial" panose="020B0604020202020204" pitchFamily="34" charset="0"/>
              <a:buChar char="•"/>
            </a:pPr>
            <a:r>
              <a:rPr lang="en-AU" dirty="0"/>
              <a:t>By year 10 – using technical tier 3 words and analytic verbs</a:t>
            </a:r>
          </a:p>
        </p:txBody>
      </p:sp>
      <p:sp>
        <p:nvSpPr>
          <p:cNvPr id="4" name="Slide Number Placeholder 3"/>
          <p:cNvSpPr>
            <a:spLocks noGrp="1"/>
          </p:cNvSpPr>
          <p:nvPr>
            <p:ph type="sldNum" sz="quarter" idx="5"/>
          </p:nvPr>
        </p:nvSpPr>
        <p:spPr/>
        <p:txBody>
          <a:bodyPr/>
          <a:lstStyle/>
          <a:p>
            <a:fld id="{C20257DA-975E-4B85-923E-B70000B719C6}" type="slidenum">
              <a:rPr lang="en-AU" smtClean="0"/>
              <a:t>12</a:t>
            </a:fld>
            <a:endParaRPr lang="en-AU"/>
          </a:p>
        </p:txBody>
      </p:sp>
    </p:spTree>
    <p:extLst>
      <p:ext uri="{BB962C8B-B14F-4D97-AF65-F5344CB8AC3E}">
        <p14:creationId xmlns:p14="http://schemas.microsoft.com/office/powerpoint/2010/main" val="529297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Those tier 2 and 3 words are specified in the subject glossary, but also in curriculum descriptors</a:t>
            </a:r>
          </a:p>
          <a:p>
            <a:pPr marL="171450" indent="-171450">
              <a:buFont typeface="Arial" panose="020B0604020202020204" pitchFamily="34" charset="0"/>
              <a:buChar char="•"/>
            </a:pPr>
            <a:r>
              <a:rPr lang="en-AU" dirty="0"/>
              <a:t>We’re explicitly teaching words that relate to describing and analysing how ideas are expressed</a:t>
            </a:r>
          </a:p>
        </p:txBody>
      </p:sp>
      <p:sp>
        <p:nvSpPr>
          <p:cNvPr id="4" name="Slide Number Placeholder 3"/>
          <p:cNvSpPr>
            <a:spLocks noGrp="1"/>
          </p:cNvSpPr>
          <p:nvPr>
            <p:ph type="sldNum" sz="quarter" idx="5"/>
          </p:nvPr>
        </p:nvSpPr>
        <p:spPr/>
        <p:txBody>
          <a:bodyPr/>
          <a:lstStyle/>
          <a:p>
            <a:fld id="{C20257DA-975E-4B85-923E-B70000B719C6}" type="slidenum">
              <a:rPr lang="en-AU" smtClean="0"/>
              <a:t>13</a:t>
            </a:fld>
            <a:endParaRPr lang="en-AU"/>
          </a:p>
        </p:txBody>
      </p:sp>
    </p:spTree>
    <p:extLst>
      <p:ext uri="{BB962C8B-B14F-4D97-AF65-F5344CB8AC3E}">
        <p14:creationId xmlns:p14="http://schemas.microsoft.com/office/powerpoint/2010/main" val="42800134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07000"/>
              </a:lnSpc>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Again, tier 2 and 3 words outlined in subject glossary</a:t>
            </a:r>
          </a:p>
          <a:p>
            <a:pPr marL="342900" lvl="0" indent="-342900">
              <a:lnSpc>
                <a:spcPct val="107000"/>
              </a:lnSpc>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Some vocabulary specified in curriculum:</a:t>
            </a:r>
          </a:p>
          <a:p>
            <a:pPr marL="742950" lvl="1" indent="-285750">
              <a:lnSpc>
                <a:spcPct val="107000"/>
              </a:lnSpc>
              <a:buFont typeface="Courier New" panose="02070309020205020404" pitchFamily="49" charset="0"/>
              <a:buChar char="o"/>
            </a:pPr>
            <a:r>
              <a:rPr lang="en-AU" sz="1100" dirty="0">
                <a:effectLst/>
                <a:latin typeface="Calibri" panose="020F0502020204030204" pitchFamily="34" charset="0"/>
                <a:ea typeface="Calibri" panose="020F0502020204030204" pitchFamily="34" charset="0"/>
                <a:cs typeface="Times New Roman" panose="02020603050405020304" pitchFamily="18" charset="0"/>
              </a:rPr>
              <a:t>Causes, effects, conflicts, expansion of trade, colonisation, industrialisation</a:t>
            </a:r>
          </a:p>
          <a:p>
            <a:pPr marL="742950" lvl="1" indent="-285750">
              <a:lnSpc>
                <a:spcPct val="107000"/>
              </a:lnSpc>
              <a:buFont typeface="Courier New" panose="02070309020205020404" pitchFamily="49" charset="0"/>
              <a:buChar char="o"/>
            </a:pPr>
            <a:r>
              <a:rPr lang="en-AU" sz="1100" dirty="0">
                <a:effectLst/>
                <a:latin typeface="Calibri" panose="020F0502020204030204" pitchFamily="34" charset="0"/>
                <a:ea typeface="Calibri" panose="020F0502020204030204" pitchFamily="34" charset="0"/>
                <a:cs typeface="Times New Roman" panose="02020603050405020304" pitchFamily="18" charset="0"/>
              </a:rPr>
              <a:t>Analyse, corroborate, evaluate their accuracy, usefulness, reliability</a:t>
            </a:r>
          </a:p>
          <a:p>
            <a:pPr marL="342900" lvl="0" indent="-342900">
              <a:lnSpc>
                <a:spcPct val="107000"/>
              </a:lnSpc>
              <a:buFont typeface="Symbol" panose="05050102010706020507" pitchFamily="18" charset="2"/>
              <a:buChar char=""/>
            </a:pPr>
            <a:r>
              <a:rPr lang="en-AU" sz="1100" dirty="0">
                <a:effectLst/>
                <a:latin typeface="Calibri" panose="020F0502020204030204" pitchFamily="34" charset="0"/>
                <a:ea typeface="Calibri" panose="020F0502020204030204" pitchFamily="34" charset="0"/>
                <a:cs typeface="Times New Roman" panose="02020603050405020304" pitchFamily="18" charset="0"/>
              </a:rPr>
              <a:t>Other descriptors rely on an implied vocabulary</a:t>
            </a:r>
          </a:p>
          <a:p>
            <a:pPr marL="742950" lvl="1" indent="-285750">
              <a:lnSpc>
                <a:spcPct val="107000"/>
              </a:lnSpc>
              <a:spcAft>
                <a:spcPts val="800"/>
              </a:spcAft>
              <a:buFont typeface="Courier New" panose="02070309020205020404" pitchFamily="49" charset="0"/>
              <a:buChar char="o"/>
            </a:pPr>
            <a:r>
              <a:rPr lang="en-AU" sz="1100" dirty="0">
                <a:effectLst/>
                <a:latin typeface="Calibri" panose="020F0502020204030204" pitchFamily="34" charset="0"/>
                <a:ea typeface="Calibri" panose="020F0502020204030204" pitchFamily="34" charset="0"/>
                <a:cs typeface="Times New Roman" panose="02020603050405020304" pitchFamily="18" charset="0"/>
              </a:rPr>
              <a:t>Qualification, quantification, primary and secondary sources, conservative, revisionist, neo-conservative</a:t>
            </a:r>
          </a:p>
          <a:p>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14</a:t>
            </a:fld>
            <a:endParaRPr lang="en-AU"/>
          </a:p>
        </p:txBody>
      </p:sp>
    </p:spTree>
    <p:extLst>
      <p:ext uri="{BB962C8B-B14F-4D97-AF65-F5344CB8AC3E}">
        <p14:creationId xmlns:p14="http://schemas.microsoft.com/office/powerpoint/2010/main" val="14296717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How might this apply to your subject?</a:t>
            </a:r>
          </a:p>
          <a:p>
            <a:endParaRPr lang="en-AU" dirty="0"/>
          </a:p>
          <a:p>
            <a:r>
              <a:rPr lang="en-AU" dirty="0"/>
              <a:t>As we look at the strategies on the next few slides, think about the tier 2 and tier 3 words that students often need support developing.</a:t>
            </a:r>
          </a:p>
        </p:txBody>
      </p:sp>
      <p:sp>
        <p:nvSpPr>
          <p:cNvPr id="4" name="Slide Number Placeholder 3"/>
          <p:cNvSpPr>
            <a:spLocks noGrp="1"/>
          </p:cNvSpPr>
          <p:nvPr>
            <p:ph type="sldNum" sz="quarter" idx="5"/>
          </p:nvPr>
        </p:nvSpPr>
        <p:spPr/>
        <p:txBody>
          <a:bodyPr/>
          <a:lstStyle/>
          <a:p>
            <a:fld id="{C20257DA-975E-4B85-923E-B70000B719C6}" type="slidenum">
              <a:rPr lang="en-AU" smtClean="0"/>
              <a:t>15</a:t>
            </a:fld>
            <a:endParaRPr lang="en-AU"/>
          </a:p>
        </p:txBody>
      </p:sp>
    </p:spTree>
    <p:extLst>
      <p:ext uri="{BB962C8B-B14F-4D97-AF65-F5344CB8AC3E}">
        <p14:creationId xmlns:p14="http://schemas.microsoft.com/office/powerpoint/2010/main" val="7915094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What is the juice? What’s the outcome we’re chasing?</a:t>
            </a:r>
          </a:p>
          <a:p>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16</a:t>
            </a:fld>
            <a:endParaRPr lang="en-AU"/>
          </a:p>
        </p:txBody>
      </p:sp>
    </p:spTree>
    <p:extLst>
      <p:ext uri="{BB962C8B-B14F-4D97-AF65-F5344CB8AC3E}">
        <p14:creationId xmlns:p14="http://schemas.microsoft.com/office/powerpoint/2010/main" val="2710213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We probably all use student glossaries before and during units of work.</a:t>
            </a:r>
          </a:p>
          <a:p>
            <a:endParaRPr lang="en-AU" dirty="0"/>
          </a:p>
          <a:p>
            <a:r>
              <a:rPr lang="en-AU" dirty="0"/>
              <a:t>These will be even more effective if you can spare the extra few minutes to try some of these approaches:</a:t>
            </a:r>
          </a:p>
        </p:txBody>
      </p:sp>
      <p:sp>
        <p:nvSpPr>
          <p:cNvPr id="4" name="Slide Number Placeholder 3"/>
          <p:cNvSpPr>
            <a:spLocks noGrp="1"/>
          </p:cNvSpPr>
          <p:nvPr>
            <p:ph type="sldNum" sz="quarter" idx="5"/>
          </p:nvPr>
        </p:nvSpPr>
        <p:spPr/>
        <p:txBody>
          <a:bodyPr/>
          <a:lstStyle/>
          <a:p>
            <a:fld id="{C20257DA-975E-4B85-923E-B70000B719C6}" type="slidenum">
              <a:rPr lang="en-AU" smtClean="0"/>
              <a:t>18</a:t>
            </a:fld>
            <a:endParaRPr lang="en-AU"/>
          </a:p>
        </p:txBody>
      </p:sp>
    </p:spTree>
    <p:extLst>
      <p:ext uri="{BB962C8B-B14F-4D97-AF65-F5344CB8AC3E}">
        <p14:creationId xmlns:p14="http://schemas.microsoft.com/office/powerpoint/2010/main" val="21581423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19</a:t>
            </a:fld>
            <a:endParaRPr lang="en-AU"/>
          </a:p>
        </p:txBody>
      </p:sp>
    </p:spTree>
    <p:extLst>
      <p:ext uri="{BB962C8B-B14F-4D97-AF65-F5344CB8AC3E}">
        <p14:creationId xmlns:p14="http://schemas.microsoft.com/office/powerpoint/2010/main" val="32275368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Give students a word list, and they use them to fill in the blanks.</a:t>
            </a:r>
          </a:p>
          <a:p>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22</a:t>
            </a:fld>
            <a:endParaRPr lang="en-AU"/>
          </a:p>
        </p:txBody>
      </p:sp>
    </p:spTree>
    <p:extLst>
      <p:ext uri="{BB962C8B-B14F-4D97-AF65-F5344CB8AC3E}">
        <p14:creationId xmlns:p14="http://schemas.microsoft.com/office/powerpoint/2010/main" val="11377807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dirty="0"/>
              <a:t>This model allows students to develop their vocabulary skills and draws from concept-attainment research.</a:t>
            </a:r>
          </a:p>
          <a:p>
            <a:endParaRPr lang="en-AU" sz="1200" dirty="0"/>
          </a:p>
          <a:p>
            <a:r>
              <a:rPr lang="en-AU" sz="1200" dirty="0"/>
              <a:t>Students determine and clarify their own understanding of a word or a concept either before or during the reading of a text. </a:t>
            </a:r>
          </a:p>
          <a:p>
            <a:endParaRPr lang="en-AU" sz="1200" dirty="0"/>
          </a:p>
          <a:p>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23</a:t>
            </a:fld>
            <a:endParaRPr lang="en-AU"/>
          </a:p>
        </p:txBody>
      </p:sp>
    </p:spTree>
    <p:extLst>
      <p:ext uri="{BB962C8B-B14F-4D97-AF65-F5344CB8AC3E}">
        <p14:creationId xmlns:p14="http://schemas.microsoft.com/office/powerpoint/2010/main" val="32397967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07000"/>
              </a:lnSpc>
              <a:buFont typeface="+mj-lt"/>
              <a:buAutoNum type="arabicPeriod"/>
            </a:pPr>
            <a:r>
              <a:rPr lang="en-AU" sz="1800" dirty="0">
                <a:effectLst/>
                <a:latin typeface="Calibri" panose="020F0502020204030204" pitchFamily="34" charset="0"/>
                <a:ea typeface="Calibri" panose="020F0502020204030204" pitchFamily="34" charset="0"/>
                <a:cs typeface="Times New Roman" panose="02020603050405020304" pitchFamily="18" charset="0"/>
              </a:rPr>
              <a:t>Students write the word in the centre of the chart.</a:t>
            </a:r>
          </a:p>
          <a:p>
            <a:pPr marL="342900" lvl="0" indent="-342900">
              <a:lnSpc>
                <a:spcPct val="107000"/>
              </a:lnSpc>
              <a:buFont typeface="+mj-lt"/>
              <a:buAutoNum type="arabicPeriod"/>
            </a:pPr>
            <a:r>
              <a:rPr lang="en-AU" sz="1800" dirty="0">
                <a:effectLst/>
                <a:latin typeface="Calibri" panose="020F0502020204030204" pitchFamily="34" charset="0"/>
                <a:ea typeface="Calibri" panose="020F0502020204030204" pitchFamily="34" charset="0"/>
                <a:cs typeface="Times New Roman" panose="02020603050405020304" pitchFamily="18" charset="0"/>
              </a:rPr>
              <a:t>They write the characteristics of the word (</a:t>
            </a:r>
            <a:r>
              <a:rPr lang="en-AU" sz="1800" i="1" dirty="0">
                <a:effectLst/>
                <a:latin typeface="Calibri" panose="020F0502020204030204" pitchFamily="34" charset="0"/>
                <a:ea typeface="Calibri" panose="020F0502020204030204" pitchFamily="34" charset="0"/>
                <a:cs typeface="Times New Roman" panose="02020603050405020304" pitchFamily="18" charset="0"/>
              </a:rPr>
              <a:t>i.e. </a:t>
            </a:r>
            <a:r>
              <a:rPr lang="en-AU" sz="1800" dirty="0">
                <a:effectLst/>
                <a:latin typeface="Calibri" panose="020F0502020204030204" pitchFamily="34" charset="0"/>
                <a:ea typeface="Calibri" panose="020F0502020204030204" pitchFamily="34" charset="0"/>
                <a:cs typeface="Times New Roman" panose="02020603050405020304" pitchFamily="18" charset="0"/>
              </a:rPr>
              <a:t>the idea represented by the word).</a:t>
            </a:r>
          </a:p>
          <a:p>
            <a:pPr marL="342900" lvl="0" indent="-342900">
              <a:lnSpc>
                <a:spcPct val="107000"/>
              </a:lnSpc>
              <a:buFont typeface="+mj-lt"/>
              <a:buAutoNum type="arabicPeriod"/>
            </a:pPr>
            <a:r>
              <a:rPr lang="en-AU" sz="1800" dirty="0">
                <a:effectLst/>
                <a:latin typeface="Calibri" panose="020F0502020204030204" pitchFamily="34" charset="0"/>
                <a:ea typeface="Calibri" panose="020F0502020204030204" pitchFamily="34" charset="0"/>
                <a:cs typeface="Times New Roman" panose="02020603050405020304" pitchFamily="18" charset="0"/>
              </a:rPr>
              <a:t>Students brainstorm examples of the idea.</a:t>
            </a:r>
          </a:p>
          <a:p>
            <a:pPr marL="342900" lvl="0" indent="-342900">
              <a:lnSpc>
                <a:spcPct val="107000"/>
              </a:lnSpc>
              <a:buFont typeface="+mj-lt"/>
              <a:buAutoNum type="arabicPeriod"/>
            </a:pPr>
            <a:r>
              <a:rPr lang="en-AU" sz="1800" dirty="0">
                <a:effectLst/>
                <a:latin typeface="Calibri" panose="020F0502020204030204" pitchFamily="34" charset="0"/>
                <a:ea typeface="Calibri" panose="020F0502020204030204" pitchFamily="34" charset="0"/>
                <a:cs typeface="Times New Roman" panose="02020603050405020304" pitchFamily="18" charset="0"/>
              </a:rPr>
              <a:t>Students brainstorm non-examples (things that don’t fit the definition).</a:t>
            </a:r>
          </a:p>
          <a:p>
            <a:pPr marL="342900" lvl="0" indent="-342900">
              <a:lnSpc>
                <a:spcPct val="107000"/>
              </a:lnSpc>
              <a:buFont typeface="+mj-lt"/>
              <a:buAutoNum type="arabicPeriod"/>
            </a:pPr>
            <a:r>
              <a:rPr lang="en-AU" sz="1800" dirty="0">
                <a:effectLst/>
                <a:latin typeface="Calibri" panose="020F0502020204030204" pitchFamily="34" charset="0"/>
                <a:ea typeface="Calibri" panose="020F0502020204030204" pitchFamily="34" charset="0"/>
                <a:cs typeface="Times New Roman" panose="02020603050405020304" pitchFamily="18" charset="0"/>
              </a:rPr>
              <a:t>Students end by writing their own definition based on the information in the chart.</a:t>
            </a:r>
          </a:p>
          <a:p>
            <a:pPr marL="342900" lvl="0" indent="-342900">
              <a:lnSpc>
                <a:spcPct val="107000"/>
              </a:lnSpc>
              <a:spcAft>
                <a:spcPts val="800"/>
              </a:spcAft>
              <a:buFont typeface="+mj-lt"/>
              <a:buAutoNum type="arabicPeriod"/>
            </a:pPr>
            <a:r>
              <a:rPr lang="en-AU" sz="1800" dirty="0">
                <a:effectLst/>
                <a:latin typeface="Calibri" panose="020F0502020204030204" pitchFamily="34" charset="0"/>
                <a:ea typeface="Calibri" panose="020F0502020204030204" pitchFamily="34" charset="0"/>
                <a:cs typeface="Times New Roman" panose="02020603050405020304" pitchFamily="18" charset="0"/>
              </a:rPr>
              <a:t>Only then do students consult a dictionary to check their definition.</a:t>
            </a:r>
          </a:p>
          <a:p>
            <a:endParaRPr lang="en-AU" sz="1200" dirty="0"/>
          </a:p>
          <a:p>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24</a:t>
            </a:fld>
            <a:endParaRPr lang="en-AU"/>
          </a:p>
        </p:txBody>
      </p:sp>
    </p:spTree>
    <p:extLst>
      <p:ext uri="{BB962C8B-B14F-4D97-AF65-F5344CB8AC3E}">
        <p14:creationId xmlns:p14="http://schemas.microsoft.com/office/powerpoint/2010/main" val="1315845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Any one of these approaches can be embedded into a five- or ten-minute mini lesson at the beginning of a lesson.</a:t>
            </a:r>
          </a:p>
          <a:p>
            <a:endParaRPr lang="en-AU" dirty="0"/>
          </a:p>
          <a:p>
            <a:r>
              <a:rPr lang="en-AU" dirty="0"/>
              <a:t>This one explicitly teaches the idea of nuance, and allows students to practise using different synonyms instead of “go against”.</a:t>
            </a:r>
          </a:p>
        </p:txBody>
      </p:sp>
      <p:sp>
        <p:nvSpPr>
          <p:cNvPr id="4" name="Slide Number Placeholder 3"/>
          <p:cNvSpPr>
            <a:spLocks noGrp="1"/>
          </p:cNvSpPr>
          <p:nvPr>
            <p:ph type="sldNum" sz="quarter" idx="5"/>
          </p:nvPr>
        </p:nvSpPr>
        <p:spPr/>
        <p:txBody>
          <a:bodyPr/>
          <a:lstStyle/>
          <a:p>
            <a:fld id="{C20257DA-975E-4B85-923E-B70000B719C6}" type="slidenum">
              <a:rPr lang="en-AU" smtClean="0"/>
              <a:t>25</a:t>
            </a:fld>
            <a:endParaRPr lang="en-AU"/>
          </a:p>
        </p:txBody>
      </p:sp>
    </p:spTree>
    <p:extLst>
      <p:ext uri="{BB962C8B-B14F-4D97-AF65-F5344CB8AC3E}">
        <p14:creationId xmlns:p14="http://schemas.microsoft.com/office/powerpoint/2010/main" val="26342889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effectLst/>
                <a:latin typeface="Calibri" panose="020F0502020204030204" pitchFamily="34" charset="0"/>
                <a:ea typeface="Calibri" panose="020F0502020204030204" pitchFamily="34" charset="0"/>
                <a:cs typeface="Times New Roman" panose="02020603050405020304" pitchFamily="18" charset="0"/>
              </a:rPr>
              <a:t>To reflect,</a:t>
            </a:r>
          </a:p>
          <a:p>
            <a:pPr marL="0" marR="0" lvl="0" indent="0" algn="l" defTabSz="914400" rtl="0" eaLnBrk="1" fontAlgn="auto" latinLnBrk="0" hangingPunct="1">
              <a:lnSpc>
                <a:spcPct val="100000"/>
              </a:lnSpc>
              <a:spcBef>
                <a:spcPts val="0"/>
              </a:spcBef>
              <a:spcAft>
                <a:spcPts val="0"/>
              </a:spcAft>
              <a:buClrTx/>
              <a:buSzTx/>
              <a:buFontTx/>
              <a:buNone/>
              <a:tabLst/>
              <a:defRPr/>
            </a:pPr>
            <a:r>
              <a:rPr lang="en-AU" sz="1800" dirty="0">
                <a:effectLst/>
                <a:latin typeface="Calibri" panose="020F0502020204030204" pitchFamily="34" charset="0"/>
                <a:ea typeface="Calibri" panose="020F0502020204030204" pitchFamily="34" charset="0"/>
                <a:cs typeface="Times New Roman" panose="02020603050405020304" pitchFamily="18" charset="0"/>
              </a:rPr>
              <a:t>Take another minute or two to add any ideas that might work for your subject – either from the presentation, or that you </a:t>
            </a:r>
            <a:r>
              <a:rPr lang="en-AU" sz="1800">
                <a:effectLst/>
                <a:latin typeface="Calibri" panose="020F0502020204030204" pitchFamily="34" charset="0"/>
                <a:ea typeface="Calibri" panose="020F0502020204030204" pitchFamily="34" charset="0"/>
                <a:cs typeface="Times New Roman" panose="02020603050405020304" pitchFamily="18" charset="0"/>
              </a:rPr>
              <a:t>maybe thought of during.</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AU" dirty="0"/>
          </a:p>
        </p:txBody>
      </p:sp>
      <p:sp>
        <p:nvSpPr>
          <p:cNvPr id="4" name="Slide Number Placeholder 3"/>
          <p:cNvSpPr>
            <a:spLocks noGrp="1"/>
          </p:cNvSpPr>
          <p:nvPr>
            <p:ph type="sldNum" sz="quarter" idx="5"/>
          </p:nvPr>
        </p:nvSpPr>
        <p:spPr/>
        <p:txBody>
          <a:bodyPr/>
          <a:lstStyle/>
          <a:p>
            <a:fld id="{C20257DA-975E-4B85-923E-B70000B719C6}" type="slidenum">
              <a:rPr lang="en-AU" smtClean="0"/>
              <a:t>26</a:t>
            </a:fld>
            <a:endParaRPr lang="en-AU"/>
          </a:p>
        </p:txBody>
      </p:sp>
    </p:spTree>
    <p:extLst>
      <p:ext uri="{BB962C8B-B14F-4D97-AF65-F5344CB8AC3E}">
        <p14:creationId xmlns:p14="http://schemas.microsoft.com/office/powerpoint/2010/main" val="39812948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5" name="Picture 4" descr="A close up of a person&#10;&#10;Description automatically generated">
            <a:extLst>
              <a:ext uri="{FF2B5EF4-FFF2-40B4-BE49-F238E27FC236}">
                <a16:creationId xmlns:a16="http://schemas.microsoft.com/office/drawing/2014/main" id="{F07665D0-22D7-42CF-BA7D-C5BA6615C37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45561" r="436" b="13673"/>
          <a:stretch/>
        </p:blipFill>
        <p:spPr>
          <a:xfrm>
            <a:off x="0" y="0"/>
            <a:ext cx="12192000" cy="6858000"/>
          </a:xfrm>
          <a:prstGeom prst="rect">
            <a:avLst/>
          </a:prstGeom>
        </p:spPr>
      </p:pic>
      <p:sp>
        <p:nvSpPr>
          <p:cNvPr id="7" name="Rectangle 6">
            <a:extLst>
              <a:ext uri="{FF2B5EF4-FFF2-40B4-BE49-F238E27FC236}">
                <a16:creationId xmlns:a16="http://schemas.microsoft.com/office/drawing/2014/main" id="{9AB3236D-08AB-4152-843C-C5C028CC5819}"/>
              </a:ext>
            </a:extLst>
          </p:cNvPr>
          <p:cNvSpPr/>
          <p:nvPr userDrawn="1"/>
        </p:nvSpPr>
        <p:spPr>
          <a:xfrm>
            <a:off x="1279071" y="1132114"/>
            <a:ext cx="9633857" cy="4365172"/>
          </a:xfrm>
          <a:prstGeom prst="rect">
            <a:avLst/>
          </a:prstGeom>
          <a:gradFill>
            <a:gsLst>
              <a:gs pos="50000">
                <a:schemeClr val="accent1">
                  <a:lumMod val="0"/>
                  <a:lumOff val="100000"/>
                  <a:alpha val="95000"/>
                </a:schemeClr>
              </a:gs>
              <a:gs pos="100000">
                <a:schemeClr val="bg1">
                  <a:lumMod val="85000"/>
                </a:schemeClr>
              </a:gs>
            </a:gsLst>
            <a:lin ang="4200000" scaled="0"/>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p>
        </p:txBody>
      </p:sp>
      <p:sp>
        <p:nvSpPr>
          <p:cNvPr id="3" name="Subtitle 2">
            <a:extLst>
              <a:ext uri="{FF2B5EF4-FFF2-40B4-BE49-F238E27FC236}">
                <a16:creationId xmlns:a16="http://schemas.microsoft.com/office/drawing/2014/main" id="{29FE401B-C846-4AB9-92BF-D89C3D172CB5}"/>
              </a:ext>
            </a:extLst>
          </p:cNvPr>
          <p:cNvSpPr>
            <a:spLocks noGrp="1"/>
          </p:cNvSpPr>
          <p:nvPr>
            <p:ph type="subTitle" idx="1"/>
          </p:nvPr>
        </p:nvSpPr>
        <p:spPr>
          <a:xfrm>
            <a:off x="3799114" y="3962402"/>
            <a:ext cx="6868885" cy="1295398"/>
          </a:xfrm>
        </p:spPr>
        <p:txBody>
          <a:bodyPr>
            <a:normAutofit/>
          </a:bodyPr>
          <a:lstStyle>
            <a:lvl1pPr marL="0" indent="0" algn="l">
              <a:buNone/>
              <a:defRPr sz="1800" b="0" cap="none" spc="0">
                <a:ln w="0">
                  <a:noFill/>
                </a:ln>
                <a:solidFill>
                  <a:schemeClr val="accent1"/>
                </a:solidFill>
                <a:effectLst>
                  <a:outerShdw blurRad="38100" dist="25400" dir="5400000" algn="ctr" rotWithShape="0">
                    <a:srgbClr val="6E747A">
                      <a:alpha val="43000"/>
                    </a:srgbClr>
                  </a:outerShdw>
                </a:effectLs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10" name="Title 9">
            <a:extLst>
              <a:ext uri="{FF2B5EF4-FFF2-40B4-BE49-F238E27FC236}">
                <a16:creationId xmlns:a16="http://schemas.microsoft.com/office/drawing/2014/main" id="{A72EAF16-A993-4E17-8A32-EEFCD6641CA0}"/>
              </a:ext>
            </a:extLst>
          </p:cNvPr>
          <p:cNvSpPr>
            <a:spLocks noGrp="1"/>
          </p:cNvSpPr>
          <p:nvPr>
            <p:ph type="title" hasCustomPrompt="1"/>
          </p:nvPr>
        </p:nvSpPr>
        <p:spPr>
          <a:xfrm>
            <a:off x="3820886" y="1360714"/>
            <a:ext cx="6868885" cy="2514599"/>
          </a:xfrm>
        </p:spPr>
        <p:txBody>
          <a:bodyPr/>
          <a:lstStyle>
            <a:lvl1pPr algn="l">
              <a:defRPr>
                <a:solidFill>
                  <a:schemeClr val="tx1"/>
                </a:solidFill>
              </a:defRPr>
            </a:lvl1pPr>
          </a:lstStyle>
          <a:p>
            <a:r>
              <a:rPr lang="en-US"/>
              <a:t>Title goes here</a:t>
            </a:r>
            <a:endParaRPr lang="en-AU"/>
          </a:p>
        </p:txBody>
      </p:sp>
      <p:pic>
        <p:nvPicPr>
          <p:cNvPr id="14" name="Picture 13" descr="A black sign with white text&#10;&#10;Description automatically generated">
            <a:extLst>
              <a:ext uri="{FF2B5EF4-FFF2-40B4-BE49-F238E27FC236}">
                <a16:creationId xmlns:a16="http://schemas.microsoft.com/office/drawing/2014/main" id="{FFC79015-5876-4861-8DF6-4F3F5A4F9A3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788206" y="2219551"/>
            <a:ext cx="1523545" cy="1655762"/>
          </a:xfrm>
          <a:prstGeom prst="rect">
            <a:avLst/>
          </a:prstGeom>
        </p:spPr>
      </p:pic>
      <p:sp>
        <p:nvSpPr>
          <p:cNvPr id="2" name="Rectangle 1">
            <a:extLst>
              <a:ext uri="{FF2B5EF4-FFF2-40B4-BE49-F238E27FC236}">
                <a16:creationId xmlns:a16="http://schemas.microsoft.com/office/drawing/2014/main" id="{153DA39B-9789-469D-87B1-033FE22942A4}"/>
              </a:ext>
            </a:extLst>
          </p:cNvPr>
          <p:cNvSpPr/>
          <p:nvPr userDrawn="1"/>
        </p:nvSpPr>
        <p:spPr>
          <a:xfrm>
            <a:off x="1279070" y="1104899"/>
            <a:ext cx="9633857" cy="1415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10619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88E4B-15D4-4058-83A7-F81289F1505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30EDA23A-16E5-49B9-AF73-29A9C32CF72A}"/>
              </a:ext>
            </a:extLst>
          </p:cNvPr>
          <p:cNvSpPr>
            <a:spLocks noGrp="1"/>
          </p:cNvSpPr>
          <p:nvPr>
            <p:ph idx="1"/>
          </p:nvPr>
        </p:nvSpPr>
        <p:spPr/>
        <p:txBody>
          <a:bodyPr/>
          <a:lstStyle>
            <a:lvl1pPr>
              <a:buFontTx/>
              <a:buNone/>
              <a:defRPr/>
            </a:lvl1pPr>
            <a:lvl2pPr>
              <a:buFontTx/>
              <a:buNone/>
              <a:defRPr/>
            </a:lvl2pPr>
            <a:lvl3pPr>
              <a:buFontTx/>
              <a:buNone/>
              <a:defRPr/>
            </a:lvl3pPr>
          </a:lstStyle>
          <a:p>
            <a:pPr lvl="0"/>
            <a:r>
              <a:rPr lang="en-US"/>
              <a:t>Click to edit Master text styles</a:t>
            </a:r>
          </a:p>
          <a:p>
            <a:pPr lvl="1"/>
            <a:r>
              <a:rPr lang="en-US"/>
              <a:t>Second level</a:t>
            </a:r>
          </a:p>
          <a:p>
            <a:pPr lvl="2"/>
            <a:r>
              <a:rPr lang="en-US"/>
              <a:t>Third level</a:t>
            </a:r>
          </a:p>
        </p:txBody>
      </p:sp>
      <p:pic>
        <p:nvPicPr>
          <p:cNvPr id="7" name="Picture 6" descr="A black sign with white text&#10;&#10;Description automatically generated">
            <a:extLst>
              <a:ext uri="{FF2B5EF4-FFF2-40B4-BE49-F238E27FC236}">
                <a16:creationId xmlns:a16="http://schemas.microsoft.com/office/drawing/2014/main" id="{00B4F10B-293A-4ACC-AF03-3DAB640D50B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74601" y="268196"/>
            <a:ext cx="1025311" cy="1114290"/>
          </a:xfrm>
          <a:prstGeom prst="rect">
            <a:avLst/>
          </a:prstGeom>
        </p:spPr>
      </p:pic>
      <p:sp>
        <p:nvSpPr>
          <p:cNvPr id="10" name="Footer Placeholder 4">
            <a:extLst>
              <a:ext uri="{FF2B5EF4-FFF2-40B4-BE49-F238E27FC236}">
                <a16:creationId xmlns:a16="http://schemas.microsoft.com/office/drawing/2014/main" id="{335C35FD-52B0-4AF5-AF57-E912E9684BB7}"/>
              </a:ext>
            </a:extLst>
          </p:cNvPr>
          <p:cNvSpPr>
            <a:spLocks noGrp="1"/>
          </p:cNvSpPr>
          <p:nvPr>
            <p:ph type="ftr" sz="quarter" idx="3"/>
          </p:nvPr>
        </p:nvSpPr>
        <p:spPr>
          <a:xfrm>
            <a:off x="192088" y="6521585"/>
            <a:ext cx="11336972" cy="190070"/>
          </a:xfrm>
          <a:prstGeom prst="rect">
            <a:avLst/>
          </a:prstGeom>
        </p:spPr>
        <p:txBody>
          <a:bodyPr vert="horz" lIns="91440" tIns="45720" rIns="91440" bIns="45720" rtlCol="0" anchor="ctr"/>
          <a:lstStyle>
            <a:lvl1pPr algn="l">
              <a:defRPr sz="1000" b="1">
                <a:solidFill>
                  <a:schemeClr val="accent1"/>
                </a:solidFill>
                <a:latin typeface="Baskerville Old Face" panose="02020602080505020303" pitchFamily="18" charset="0"/>
              </a:defRPr>
            </a:lvl1pPr>
          </a:lstStyle>
          <a:p>
            <a:pPr algn="r"/>
            <a:r>
              <a:rPr lang="en-AU"/>
              <a:t>Insert Power Point title here</a:t>
            </a:r>
          </a:p>
        </p:txBody>
      </p:sp>
      <p:sp>
        <p:nvSpPr>
          <p:cNvPr id="11" name="Slide Number Placeholder 5">
            <a:extLst>
              <a:ext uri="{FF2B5EF4-FFF2-40B4-BE49-F238E27FC236}">
                <a16:creationId xmlns:a16="http://schemas.microsoft.com/office/drawing/2014/main" id="{D9CAE64C-6D8C-4C44-8088-E4B5693923C6}"/>
              </a:ext>
            </a:extLst>
          </p:cNvPr>
          <p:cNvSpPr>
            <a:spLocks noGrp="1"/>
          </p:cNvSpPr>
          <p:nvPr>
            <p:ph type="sldNum" sz="quarter" idx="4"/>
          </p:nvPr>
        </p:nvSpPr>
        <p:spPr>
          <a:xfrm>
            <a:off x="11475720" y="6521585"/>
            <a:ext cx="524192" cy="190070"/>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a:t>
            </a:fld>
            <a:endParaRPr lang="en-AU">
              <a:solidFill>
                <a:schemeClr val="accent1"/>
              </a:solidFill>
              <a:latin typeface="+mj-lt"/>
            </a:endParaRPr>
          </a:p>
        </p:txBody>
      </p:sp>
    </p:spTree>
    <p:extLst>
      <p:ext uri="{BB962C8B-B14F-4D97-AF65-F5344CB8AC3E}">
        <p14:creationId xmlns:p14="http://schemas.microsoft.com/office/powerpoint/2010/main" val="2512891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311FA23-DFFF-4758-A183-27B03CCD221E}"/>
              </a:ext>
            </a:extLst>
          </p:cNvPr>
          <p:cNvSpPr/>
          <p:nvPr userDrawn="1"/>
        </p:nvSpPr>
        <p:spPr>
          <a:xfrm rot="10800000">
            <a:off x="0" y="146343"/>
            <a:ext cx="12192000" cy="6711656"/>
          </a:xfrm>
          <a:prstGeom prst="rect">
            <a:avLst/>
          </a:prstGeom>
          <a:solidFill>
            <a:schemeClr val="accent3">
              <a:alpha val="50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AU"/>
          </a:p>
        </p:txBody>
      </p:sp>
      <p:sp>
        <p:nvSpPr>
          <p:cNvPr id="2" name="Title 1">
            <a:extLst>
              <a:ext uri="{FF2B5EF4-FFF2-40B4-BE49-F238E27FC236}">
                <a16:creationId xmlns:a16="http://schemas.microsoft.com/office/drawing/2014/main" id="{8202472A-146D-4FA0-AFCB-FD6FAFAB24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DB71DD49-6C56-4444-9C2E-162EFA091B15}"/>
              </a:ext>
            </a:extLst>
          </p:cNvPr>
          <p:cNvSpPr>
            <a:spLocks noGrp="1"/>
          </p:cNvSpPr>
          <p:nvPr>
            <p:ph type="body" idx="1"/>
          </p:nvPr>
        </p:nvSpPr>
        <p:spPr>
          <a:xfrm>
            <a:off x="831850" y="4589463"/>
            <a:ext cx="10515600" cy="1500187"/>
          </a:xfrm>
        </p:spPr>
        <p:txBody>
          <a:bodyPr/>
          <a:lstStyle>
            <a:lvl1pPr marL="0" indent="0">
              <a:buNone/>
              <a:defRPr sz="2400" b="0" cap="none" spc="0">
                <a:ln w="0"/>
                <a:solidFill>
                  <a:schemeClr val="tx1"/>
                </a:solidFill>
                <a:effectLst>
                  <a:outerShdw blurRad="38100" dist="19050" dir="2700000" algn="tl" rotWithShape="0">
                    <a:schemeClr val="dk1">
                      <a:alpha val="40000"/>
                    </a:schemeClr>
                  </a:outerShdw>
                </a:effectLs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descr="A black sign with white text&#10;&#10;Description automatically generated">
            <a:extLst>
              <a:ext uri="{FF2B5EF4-FFF2-40B4-BE49-F238E27FC236}">
                <a16:creationId xmlns:a16="http://schemas.microsoft.com/office/drawing/2014/main" id="{E424822B-8DA1-44D2-B700-CFEFA16AAE9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74601" y="268196"/>
            <a:ext cx="1025311" cy="1114290"/>
          </a:xfrm>
          <a:prstGeom prst="rect">
            <a:avLst/>
          </a:prstGeom>
        </p:spPr>
      </p:pic>
      <p:sp>
        <p:nvSpPr>
          <p:cNvPr id="12" name="Footer Placeholder 4">
            <a:extLst>
              <a:ext uri="{FF2B5EF4-FFF2-40B4-BE49-F238E27FC236}">
                <a16:creationId xmlns:a16="http://schemas.microsoft.com/office/drawing/2014/main" id="{583358B0-499D-4B79-B017-98C098B45C8C}"/>
              </a:ext>
            </a:extLst>
          </p:cNvPr>
          <p:cNvSpPr>
            <a:spLocks noGrp="1"/>
          </p:cNvSpPr>
          <p:nvPr>
            <p:ph type="ftr" sz="quarter" idx="3"/>
          </p:nvPr>
        </p:nvSpPr>
        <p:spPr>
          <a:xfrm>
            <a:off x="192088" y="6521585"/>
            <a:ext cx="11336972" cy="190070"/>
          </a:xfrm>
          <a:prstGeom prst="rect">
            <a:avLst/>
          </a:prstGeom>
        </p:spPr>
        <p:txBody>
          <a:bodyPr vert="horz" lIns="91440" tIns="45720" rIns="91440" bIns="45720" rtlCol="0" anchor="ctr"/>
          <a:lstStyle>
            <a:lvl1pPr algn="l">
              <a:defRPr sz="1000" b="1">
                <a:solidFill>
                  <a:schemeClr val="accent1"/>
                </a:solidFill>
                <a:latin typeface="Baskerville Old Face" panose="02020602080505020303" pitchFamily="18" charset="0"/>
              </a:defRPr>
            </a:lvl1pPr>
          </a:lstStyle>
          <a:p>
            <a:pPr algn="r"/>
            <a:r>
              <a:rPr lang="en-AU"/>
              <a:t>Insert Power Point title here</a:t>
            </a:r>
          </a:p>
        </p:txBody>
      </p:sp>
      <p:sp>
        <p:nvSpPr>
          <p:cNvPr id="13" name="Slide Number Placeholder 5">
            <a:extLst>
              <a:ext uri="{FF2B5EF4-FFF2-40B4-BE49-F238E27FC236}">
                <a16:creationId xmlns:a16="http://schemas.microsoft.com/office/drawing/2014/main" id="{2EB3B75A-74A8-4F21-A952-FBC8A60DA9B4}"/>
              </a:ext>
            </a:extLst>
          </p:cNvPr>
          <p:cNvSpPr>
            <a:spLocks noGrp="1"/>
          </p:cNvSpPr>
          <p:nvPr>
            <p:ph type="sldNum" sz="quarter" idx="4"/>
          </p:nvPr>
        </p:nvSpPr>
        <p:spPr>
          <a:xfrm>
            <a:off x="11475720" y="6521585"/>
            <a:ext cx="524192" cy="190070"/>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a:t>
            </a:fld>
            <a:endParaRPr lang="en-AU">
              <a:solidFill>
                <a:schemeClr val="accent1"/>
              </a:solidFill>
              <a:latin typeface="+mj-lt"/>
            </a:endParaRPr>
          </a:p>
        </p:txBody>
      </p:sp>
    </p:spTree>
    <p:extLst>
      <p:ext uri="{BB962C8B-B14F-4D97-AF65-F5344CB8AC3E}">
        <p14:creationId xmlns:p14="http://schemas.microsoft.com/office/powerpoint/2010/main" val="649329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7BAC2-776E-4403-8722-9EDF21E1A62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A98C74D-578F-49F6-9F4D-BFD59385E3CF}"/>
              </a:ext>
            </a:extLst>
          </p:cNvPr>
          <p:cNvSpPr>
            <a:spLocks noGrp="1"/>
          </p:cNvSpPr>
          <p:nvPr>
            <p:ph sz="half" idx="1"/>
          </p:nvPr>
        </p:nvSpPr>
        <p:spPr>
          <a:xfrm>
            <a:off x="838200" y="2445565"/>
            <a:ext cx="5181600" cy="3731398"/>
          </a:xfrm>
        </p:spPr>
        <p:txBody>
          <a:bodyPr/>
          <a:lstStyle/>
          <a:p>
            <a:pPr lvl="0"/>
            <a:r>
              <a:rPr lang="en-US"/>
              <a:t>Click to 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0E4A64C0-E123-4C3A-B568-3ED71D5E9496}"/>
              </a:ext>
            </a:extLst>
          </p:cNvPr>
          <p:cNvSpPr>
            <a:spLocks noGrp="1"/>
          </p:cNvSpPr>
          <p:nvPr>
            <p:ph sz="half" idx="2"/>
          </p:nvPr>
        </p:nvSpPr>
        <p:spPr>
          <a:xfrm>
            <a:off x="6172200" y="2445563"/>
            <a:ext cx="5181600" cy="3731399"/>
          </a:xfrm>
        </p:spPr>
        <p:txBody>
          <a:bodyPr/>
          <a:lstStyle/>
          <a:p>
            <a:pPr lvl="0"/>
            <a:r>
              <a:rPr lang="en-US"/>
              <a:t>Click to edit Master text styles</a:t>
            </a:r>
          </a:p>
          <a:p>
            <a:pPr lvl="1"/>
            <a:r>
              <a:rPr lang="en-US"/>
              <a:t>Second level</a:t>
            </a:r>
          </a:p>
          <a:p>
            <a:pPr lvl="2"/>
            <a:r>
              <a:rPr lang="en-US"/>
              <a:t>Third level</a:t>
            </a:r>
          </a:p>
        </p:txBody>
      </p:sp>
      <p:pic>
        <p:nvPicPr>
          <p:cNvPr id="8" name="Picture 7" descr="A black sign with white text&#10;&#10;Description automatically generated">
            <a:extLst>
              <a:ext uri="{FF2B5EF4-FFF2-40B4-BE49-F238E27FC236}">
                <a16:creationId xmlns:a16="http://schemas.microsoft.com/office/drawing/2014/main" id="{218D854B-115F-4563-8BE1-CA513A7BE5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74601" y="268196"/>
            <a:ext cx="1025311" cy="1114290"/>
          </a:xfrm>
          <a:prstGeom prst="rect">
            <a:avLst/>
          </a:prstGeom>
        </p:spPr>
      </p:pic>
      <p:sp>
        <p:nvSpPr>
          <p:cNvPr id="11" name="Footer Placeholder 4">
            <a:extLst>
              <a:ext uri="{FF2B5EF4-FFF2-40B4-BE49-F238E27FC236}">
                <a16:creationId xmlns:a16="http://schemas.microsoft.com/office/drawing/2014/main" id="{E5A49AA4-ED83-4CB0-A288-F5AA8FEDE400}"/>
              </a:ext>
            </a:extLst>
          </p:cNvPr>
          <p:cNvSpPr>
            <a:spLocks noGrp="1"/>
          </p:cNvSpPr>
          <p:nvPr>
            <p:ph type="ftr" sz="quarter" idx="3"/>
          </p:nvPr>
        </p:nvSpPr>
        <p:spPr>
          <a:xfrm>
            <a:off x="192088" y="6521585"/>
            <a:ext cx="11336972" cy="190070"/>
          </a:xfrm>
          <a:prstGeom prst="rect">
            <a:avLst/>
          </a:prstGeom>
        </p:spPr>
        <p:txBody>
          <a:bodyPr vert="horz" lIns="91440" tIns="45720" rIns="91440" bIns="45720" rtlCol="0" anchor="ctr"/>
          <a:lstStyle>
            <a:lvl1pPr algn="l">
              <a:defRPr sz="1000" b="1">
                <a:solidFill>
                  <a:schemeClr val="accent1"/>
                </a:solidFill>
                <a:latin typeface="Baskerville Old Face" panose="02020602080505020303" pitchFamily="18" charset="0"/>
              </a:defRPr>
            </a:lvl1pPr>
          </a:lstStyle>
          <a:p>
            <a:pPr algn="r"/>
            <a:r>
              <a:rPr lang="en-AU"/>
              <a:t>Insert Power Point title here</a:t>
            </a:r>
          </a:p>
        </p:txBody>
      </p:sp>
      <p:sp>
        <p:nvSpPr>
          <p:cNvPr id="12" name="Slide Number Placeholder 5">
            <a:extLst>
              <a:ext uri="{FF2B5EF4-FFF2-40B4-BE49-F238E27FC236}">
                <a16:creationId xmlns:a16="http://schemas.microsoft.com/office/drawing/2014/main" id="{81473C9F-BC0C-4507-AEC5-CC3D62C7C620}"/>
              </a:ext>
            </a:extLst>
          </p:cNvPr>
          <p:cNvSpPr>
            <a:spLocks noGrp="1"/>
          </p:cNvSpPr>
          <p:nvPr>
            <p:ph type="sldNum" sz="quarter" idx="4"/>
          </p:nvPr>
        </p:nvSpPr>
        <p:spPr>
          <a:xfrm>
            <a:off x="11475720" y="6521585"/>
            <a:ext cx="524192" cy="190070"/>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a:t>
            </a:fld>
            <a:endParaRPr lang="en-AU">
              <a:solidFill>
                <a:schemeClr val="accent1"/>
              </a:solidFill>
              <a:latin typeface="+mj-lt"/>
            </a:endParaRPr>
          </a:p>
        </p:txBody>
      </p:sp>
    </p:spTree>
    <p:extLst>
      <p:ext uri="{BB962C8B-B14F-4D97-AF65-F5344CB8AC3E}">
        <p14:creationId xmlns:p14="http://schemas.microsoft.com/office/powerpoint/2010/main" val="3142231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D5A6E2C-A992-4286-BD96-3AC6CC14E369}"/>
              </a:ext>
            </a:extLst>
          </p:cNvPr>
          <p:cNvSpPr>
            <a:spLocks noGrp="1"/>
          </p:cNvSpPr>
          <p:nvPr>
            <p:ph type="body" idx="1"/>
          </p:nvPr>
        </p:nvSpPr>
        <p:spPr>
          <a:xfrm>
            <a:off x="839788" y="212747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303718-B371-45AC-88CD-CB61684BB09C}"/>
              </a:ext>
            </a:extLst>
          </p:cNvPr>
          <p:cNvSpPr>
            <a:spLocks noGrp="1"/>
          </p:cNvSpPr>
          <p:nvPr>
            <p:ph sz="half" idx="2"/>
          </p:nvPr>
        </p:nvSpPr>
        <p:spPr>
          <a:xfrm>
            <a:off x="839788" y="2951385"/>
            <a:ext cx="5157787" cy="3438529"/>
          </a:xfrm>
        </p:spPr>
        <p:txBody>
          <a:body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1CE5EF2D-D3E3-4681-846A-20822E0296C1}"/>
              </a:ext>
            </a:extLst>
          </p:cNvPr>
          <p:cNvSpPr>
            <a:spLocks noGrp="1"/>
          </p:cNvSpPr>
          <p:nvPr>
            <p:ph type="body" sz="quarter" idx="3"/>
          </p:nvPr>
        </p:nvSpPr>
        <p:spPr>
          <a:xfrm>
            <a:off x="6172200" y="2127473"/>
            <a:ext cx="518001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23298E-2FF5-4878-A3C0-DF11B7A4BE8A}"/>
              </a:ext>
            </a:extLst>
          </p:cNvPr>
          <p:cNvSpPr>
            <a:spLocks noGrp="1"/>
          </p:cNvSpPr>
          <p:nvPr>
            <p:ph sz="quarter" idx="4"/>
          </p:nvPr>
        </p:nvSpPr>
        <p:spPr>
          <a:xfrm>
            <a:off x="6172200" y="2951385"/>
            <a:ext cx="5183188" cy="3438529"/>
          </a:xfrm>
        </p:spPr>
        <p:txBody>
          <a:bodyPr/>
          <a:lstStyle/>
          <a:p>
            <a:pPr lvl="0"/>
            <a:r>
              <a:rPr lang="en-US"/>
              <a:t>Click to edit Master text styles</a:t>
            </a:r>
          </a:p>
          <a:p>
            <a:pPr lvl="1"/>
            <a:r>
              <a:rPr lang="en-US"/>
              <a:t>Second level</a:t>
            </a:r>
          </a:p>
          <a:p>
            <a:pPr lvl="2"/>
            <a:r>
              <a:rPr lang="en-US"/>
              <a:t>Third level</a:t>
            </a:r>
          </a:p>
        </p:txBody>
      </p:sp>
      <p:pic>
        <p:nvPicPr>
          <p:cNvPr id="10" name="Picture 9" descr="A black sign with white text&#10;&#10;Description automatically generated">
            <a:extLst>
              <a:ext uri="{FF2B5EF4-FFF2-40B4-BE49-F238E27FC236}">
                <a16:creationId xmlns:a16="http://schemas.microsoft.com/office/drawing/2014/main" id="{B5A77476-1738-449F-92A2-B8B657E2C4F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74601" y="268196"/>
            <a:ext cx="1025311" cy="1114290"/>
          </a:xfrm>
          <a:prstGeom prst="rect">
            <a:avLst/>
          </a:prstGeom>
        </p:spPr>
      </p:pic>
      <p:sp>
        <p:nvSpPr>
          <p:cNvPr id="11" name="Title 1">
            <a:extLst>
              <a:ext uri="{FF2B5EF4-FFF2-40B4-BE49-F238E27FC236}">
                <a16:creationId xmlns:a16="http://schemas.microsoft.com/office/drawing/2014/main" id="{082045F5-59C7-4B85-A1FD-6A366D1D28E1}"/>
              </a:ext>
            </a:extLst>
          </p:cNvPr>
          <p:cNvSpPr>
            <a:spLocks noGrp="1"/>
          </p:cNvSpPr>
          <p:nvPr>
            <p:ph type="title"/>
          </p:nvPr>
        </p:nvSpPr>
        <p:spPr>
          <a:xfrm>
            <a:off x="827314" y="664029"/>
            <a:ext cx="9862457" cy="1436914"/>
          </a:xfrm>
        </p:spPr>
        <p:txBody>
          <a:bodyPr/>
          <a:lstStyle/>
          <a:p>
            <a:r>
              <a:rPr lang="en-US"/>
              <a:t>Click to edit Master title style</a:t>
            </a:r>
            <a:endParaRPr lang="en-AU"/>
          </a:p>
        </p:txBody>
      </p:sp>
      <p:sp>
        <p:nvSpPr>
          <p:cNvPr id="14" name="Footer Placeholder 4">
            <a:extLst>
              <a:ext uri="{FF2B5EF4-FFF2-40B4-BE49-F238E27FC236}">
                <a16:creationId xmlns:a16="http://schemas.microsoft.com/office/drawing/2014/main" id="{E7AF5EF9-F00F-40AB-AB76-186991544CF1}"/>
              </a:ext>
            </a:extLst>
          </p:cNvPr>
          <p:cNvSpPr>
            <a:spLocks noGrp="1"/>
          </p:cNvSpPr>
          <p:nvPr>
            <p:ph type="ftr" sz="quarter" idx="10"/>
          </p:nvPr>
        </p:nvSpPr>
        <p:spPr>
          <a:xfrm>
            <a:off x="192088" y="6521585"/>
            <a:ext cx="11336972" cy="190070"/>
          </a:xfrm>
          <a:prstGeom prst="rect">
            <a:avLst/>
          </a:prstGeom>
        </p:spPr>
        <p:txBody>
          <a:bodyPr vert="horz" lIns="91440" tIns="45720" rIns="91440" bIns="45720" rtlCol="0" anchor="ctr"/>
          <a:lstStyle>
            <a:lvl1pPr algn="l">
              <a:defRPr sz="1000" b="1">
                <a:solidFill>
                  <a:schemeClr val="accent1"/>
                </a:solidFill>
                <a:latin typeface="Baskerville Old Face" panose="02020602080505020303" pitchFamily="18" charset="0"/>
              </a:defRPr>
            </a:lvl1pPr>
          </a:lstStyle>
          <a:p>
            <a:pPr algn="r"/>
            <a:r>
              <a:rPr lang="en-AU"/>
              <a:t>Insert Power Point title here</a:t>
            </a:r>
          </a:p>
        </p:txBody>
      </p:sp>
      <p:sp>
        <p:nvSpPr>
          <p:cNvPr id="15" name="Slide Number Placeholder 5">
            <a:extLst>
              <a:ext uri="{FF2B5EF4-FFF2-40B4-BE49-F238E27FC236}">
                <a16:creationId xmlns:a16="http://schemas.microsoft.com/office/drawing/2014/main" id="{0CB5AACF-AD13-4CBC-9517-5CF16AC9D382}"/>
              </a:ext>
            </a:extLst>
          </p:cNvPr>
          <p:cNvSpPr>
            <a:spLocks noGrp="1"/>
          </p:cNvSpPr>
          <p:nvPr>
            <p:ph type="sldNum" sz="quarter" idx="11"/>
          </p:nvPr>
        </p:nvSpPr>
        <p:spPr>
          <a:xfrm>
            <a:off x="11475720" y="6521585"/>
            <a:ext cx="524192" cy="190070"/>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a:t>
            </a:fld>
            <a:endParaRPr lang="en-AU">
              <a:solidFill>
                <a:schemeClr val="accent1"/>
              </a:solidFill>
              <a:latin typeface="+mj-lt"/>
            </a:endParaRPr>
          </a:p>
        </p:txBody>
      </p:sp>
    </p:spTree>
    <p:extLst>
      <p:ext uri="{BB962C8B-B14F-4D97-AF65-F5344CB8AC3E}">
        <p14:creationId xmlns:p14="http://schemas.microsoft.com/office/powerpoint/2010/main" val="3009842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FF39C-25D0-429E-9C0C-39A4D009E9E7}"/>
              </a:ext>
            </a:extLst>
          </p:cNvPr>
          <p:cNvSpPr>
            <a:spLocks noGrp="1"/>
          </p:cNvSpPr>
          <p:nvPr>
            <p:ph type="title"/>
          </p:nvPr>
        </p:nvSpPr>
        <p:spPr/>
        <p:txBody>
          <a:bodyPr/>
          <a:lstStyle/>
          <a:p>
            <a:r>
              <a:rPr lang="en-US"/>
              <a:t>Click to edit Master title style</a:t>
            </a:r>
            <a:endParaRPr lang="en-AU"/>
          </a:p>
        </p:txBody>
      </p:sp>
      <p:pic>
        <p:nvPicPr>
          <p:cNvPr id="6" name="Picture 5" descr="A black sign with white text&#10;&#10;Description automatically generated">
            <a:extLst>
              <a:ext uri="{FF2B5EF4-FFF2-40B4-BE49-F238E27FC236}">
                <a16:creationId xmlns:a16="http://schemas.microsoft.com/office/drawing/2014/main" id="{38C96217-CC98-4EC5-A110-26DB0C983F7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974601" y="268196"/>
            <a:ext cx="1025311" cy="1114290"/>
          </a:xfrm>
          <a:prstGeom prst="rect">
            <a:avLst/>
          </a:prstGeom>
        </p:spPr>
      </p:pic>
      <p:sp>
        <p:nvSpPr>
          <p:cNvPr id="9" name="Footer Placeholder 4">
            <a:extLst>
              <a:ext uri="{FF2B5EF4-FFF2-40B4-BE49-F238E27FC236}">
                <a16:creationId xmlns:a16="http://schemas.microsoft.com/office/drawing/2014/main" id="{C9526186-875F-4BA2-B5A0-F82E2D00B9EB}"/>
              </a:ext>
            </a:extLst>
          </p:cNvPr>
          <p:cNvSpPr>
            <a:spLocks noGrp="1"/>
          </p:cNvSpPr>
          <p:nvPr>
            <p:ph type="ftr" sz="quarter" idx="3"/>
          </p:nvPr>
        </p:nvSpPr>
        <p:spPr>
          <a:xfrm>
            <a:off x="192088" y="6521585"/>
            <a:ext cx="11336972" cy="190070"/>
          </a:xfrm>
          <a:prstGeom prst="rect">
            <a:avLst/>
          </a:prstGeom>
        </p:spPr>
        <p:txBody>
          <a:bodyPr vert="horz" lIns="91440" tIns="45720" rIns="91440" bIns="45720" rtlCol="0" anchor="ctr"/>
          <a:lstStyle>
            <a:lvl1pPr algn="l">
              <a:defRPr sz="1000" b="1">
                <a:solidFill>
                  <a:schemeClr val="accent1"/>
                </a:solidFill>
                <a:latin typeface="Baskerville Old Face" panose="02020602080505020303" pitchFamily="18" charset="0"/>
              </a:defRPr>
            </a:lvl1pPr>
          </a:lstStyle>
          <a:p>
            <a:pPr algn="r"/>
            <a:r>
              <a:rPr lang="en-AU"/>
              <a:t>Insert Power Point title here</a:t>
            </a:r>
          </a:p>
        </p:txBody>
      </p:sp>
      <p:sp>
        <p:nvSpPr>
          <p:cNvPr id="10" name="Slide Number Placeholder 5">
            <a:extLst>
              <a:ext uri="{FF2B5EF4-FFF2-40B4-BE49-F238E27FC236}">
                <a16:creationId xmlns:a16="http://schemas.microsoft.com/office/drawing/2014/main" id="{CB7A9EA2-2961-4E55-B1FF-8E2AF7779B87}"/>
              </a:ext>
            </a:extLst>
          </p:cNvPr>
          <p:cNvSpPr>
            <a:spLocks noGrp="1"/>
          </p:cNvSpPr>
          <p:nvPr>
            <p:ph type="sldNum" sz="quarter" idx="4"/>
          </p:nvPr>
        </p:nvSpPr>
        <p:spPr>
          <a:xfrm>
            <a:off x="11475720" y="6521585"/>
            <a:ext cx="524192" cy="190070"/>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a:t>
            </a:fld>
            <a:endParaRPr lang="en-AU">
              <a:solidFill>
                <a:schemeClr val="accent1"/>
              </a:solidFill>
              <a:latin typeface="+mj-lt"/>
            </a:endParaRPr>
          </a:p>
        </p:txBody>
      </p:sp>
    </p:spTree>
    <p:extLst>
      <p:ext uri="{BB962C8B-B14F-4D97-AF65-F5344CB8AC3E}">
        <p14:creationId xmlns:p14="http://schemas.microsoft.com/office/powerpoint/2010/main" val="2290013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FF39C-25D0-429E-9C0C-39A4D009E9E7}"/>
              </a:ext>
            </a:extLst>
          </p:cNvPr>
          <p:cNvSpPr>
            <a:spLocks noGrp="1"/>
          </p:cNvSpPr>
          <p:nvPr>
            <p:ph type="title"/>
          </p:nvPr>
        </p:nvSpPr>
        <p:spPr/>
        <p:txBody>
          <a:bodyPr/>
          <a:lstStyle/>
          <a:p>
            <a:r>
              <a:rPr lang="en-US"/>
              <a:t>Click to edit Master title style</a:t>
            </a:r>
            <a:endParaRPr lang="en-AU"/>
          </a:p>
        </p:txBody>
      </p:sp>
      <p:sp>
        <p:nvSpPr>
          <p:cNvPr id="6" name="Footer Placeholder 4">
            <a:extLst>
              <a:ext uri="{FF2B5EF4-FFF2-40B4-BE49-F238E27FC236}">
                <a16:creationId xmlns:a16="http://schemas.microsoft.com/office/drawing/2014/main" id="{C06EB092-CEDE-46B3-AB3E-05A72386BE3F}"/>
              </a:ext>
            </a:extLst>
          </p:cNvPr>
          <p:cNvSpPr>
            <a:spLocks noGrp="1"/>
          </p:cNvSpPr>
          <p:nvPr>
            <p:ph type="ftr" sz="quarter" idx="3"/>
          </p:nvPr>
        </p:nvSpPr>
        <p:spPr>
          <a:xfrm>
            <a:off x="192088" y="6521585"/>
            <a:ext cx="11336972" cy="190070"/>
          </a:xfrm>
          <a:prstGeom prst="rect">
            <a:avLst/>
          </a:prstGeom>
        </p:spPr>
        <p:txBody>
          <a:bodyPr vert="horz" lIns="91440" tIns="45720" rIns="91440" bIns="45720" rtlCol="0" anchor="ctr"/>
          <a:lstStyle>
            <a:lvl1pPr algn="l">
              <a:defRPr sz="1000" b="1">
                <a:solidFill>
                  <a:schemeClr val="accent1"/>
                </a:solidFill>
                <a:latin typeface="Baskerville Old Face" panose="02020602080505020303" pitchFamily="18" charset="0"/>
              </a:defRPr>
            </a:lvl1pPr>
          </a:lstStyle>
          <a:p>
            <a:pPr algn="r"/>
            <a:r>
              <a:rPr lang="en-AU"/>
              <a:t>Insert Power Point title here</a:t>
            </a:r>
          </a:p>
        </p:txBody>
      </p:sp>
      <p:sp>
        <p:nvSpPr>
          <p:cNvPr id="7" name="Slide Number Placeholder 5">
            <a:extLst>
              <a:ext uri="{FF2B5EF4-FFF2-40B4-BE49-F238E27FC236}">
                <a16:creationId xmlns:a16="http://schemas.microsoft.com/office/drawing/2014/main" id="{B59EA7A2-AFBF-4F66-A640-3F78207A87B4}"/>
              </a:ext>
            </a:extLst>
          </p:cNvPr>
          <p:cNvSpPr>
            <a:spLocks noGrp="1"/>
          </p:cNvSpPr>
          <p:nvPr>
            <p:ph type="sldNum" sz="quarter" idx="4"/>
          </p:nvPr>
        </p:nvSpPr>
        <p:spPr>
          <a:xfrm>
            <a:off x="11475720" y="6521585"/>
            <a:ext cx="524192" cy="190070"/>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a:t>
            </a:fld>
            <a:endParaRPr lang="en-AU">
              <a:solidFill>
                <a:schemeClr val="accent1"/>
              </a:solidFill>
              <a:latin typeface="+mj-lt"/>
            </a:endParaRPr>
          </a:p>
        </p:txBody>
      </p:sp>
    </p:spTree>
    <p:extLst>
      <p:ext uri="{BB962C8B-B14F-4D97-AF65-F5344CB8AC3E}">
        <p14:creationId xmlns:p14="http://schemas.microsoft.com/office/powerpoint/2010/main" val="1333590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5B18655-791B-4F0E-8343-8B19E11058B4}"/>
              </a:ext>
            </a:extLst>
          </p:cNvPr>
          <p:cNvSpPr>
            <a:spLocks noGrp="1"/>
          </p:cNvSpPr>
          <p:nvPr>
            <p:ph type="ftr" sz="quarter" idx="3"/>
          </p:nvPr>
        </p:nvSpPr>
        <p:spPr>
          <a:xfrm>
            <a:off x="192088" y="6521585"/>
            <a:ext cx="11336972" cy="190070"/>
          </a:xfrm>
          <a:prstGeom prst="rect">
            <a:avLst/>
          </a:prstGeom>
        </p:spPr>
        <p:txBody>
          <a:bodyPr vert="horz" lIns="91440" tIns="45720" rIns="91440" bIns="45720" rtlCol="0" anchor="ctr"/>
          <a:lstStyle>
            <a:lvl1pPr algn="l">
              <a:defRPr sz="1000" b="1">
                <a:solidFill>
                  <a:schemeClr val="accent1"/>
                </a:solidFill>
                <a:latin typeface="Baskerville Old Face" panose="02020602080505020303" pitchFamily="18" charset="0"/>
              </a:defRPr>
            </a:lvl1pPr>
          </a:lstStyle>
          <a:p>
            <a:pPr algn="r"/>
            <a:r>
              <a:rPr lang="en-AU"/>
              <a:t>Insert Power Point title here</a:t>
            </a:r>
          </a:p>
        </p:txBody>
      </p:sp>
      <p:sp>
        <p:nvSpPr>
          <p:cNvPr id="6" name="Slide Number Placeholder 5">
            <a:extLst>
              <a:ext uri="{FF2B5EF4-FFF2-40B4-BE49-F238E27FC236}">
                <a16:creationId xmlns:a16="http://schemas.microsoft.com/office/drawing/2014/main" id="{DFE6907D-1715-4629-875C-976DF4A1647A}"/>
              </a:ext>
            </a:extLst>
          </p:cNvPr>
          <p:cNvSpPr>
            <a:spLocks noGrp="1"/>
          </p:cNvSpPr>
          <p:nvPr>
            <p:ph type="sldNum" sz="quarter" idx="4"/>
          </p:nvPr>
        </p:nvSpPr>
        <p:spPr>
          <a:xfrm>
            <a:off x="11475720" y="6521585"/>
            <a:ext cx="524192" cy="190070"/>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a:t>
            </a:fld>
            <a:endParaRPr lang="en-AU">
              <a:solidFill>
                <a:schemeClr val="accent1"/>
              </a:solidFill>
              <a:latin typeface="+mj-lt"/>
            </a:endParaRPr>
          </a:p>
        </p:txBody>
      </p:sp>
    </p:spTree>
    <p:extLst>
      <p:ext uri="{BB962C8B-B14F-4D97-AF65-F5344CB8AC3E}">
        <p14:creationId xmlns:p14="http://schemas.microsoft.com/office/powerpoint/2010/main" val="315406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E0402D-2B1F-417A-B7EB-3F64014E2DEF}"/>
              </a:ext>
            </a:extLst>
          </p:cNvPr>
          <p:cNvSpPr/>
          <p:nvPr userDrawn="1"/>
        </p:nvSpPr>
        <p:spPr>
          <a:xfrm>
            <a:off x="836612" y="457200"/>
            <a:ext cx="3781425" cy="558437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AU"/>
          </a:p>
        </p:txBody>
      </p:sp>
      <p:sp>
        <p:nvSpPr>
          <p:cNvPr id="2" name="Title 1">
            <a:extLst>
              <a:ext uri="{FF2B5EF4-FFF2-40B4-BE49-F238E27FC236}">
                <a16:creationId xmlns:a16="http://schemas.microsoft.com/office/drawing/2014/main" id="{262CAC1C-9653-4E65-8173-9BCF72423A8E}"/>
              </a:ext>
            </a:extLst>
          </p:cNvPr>
          <p:cNvSpPr>
            <a:spLocks noGrp="1"/>
          </p:cNvSpPr>
          <p:nvPr>
            <p:ph type="title" hasCustomPrompt="1"/>
          </p:nvPr>
        </p:nvSpPr>
        <p:spPr>
          <a:xfrm>
            <a:off x="996495" y="608806"/>
            <a:ext cx="3461657" cy="2222274"/>
          </a:xfrm>
        </p:spPr>
        <p:txBody>
          <a:bodyPr anchor="b"/>
          <a:lstStyle>
            <a:lvl1pPr>
              <a:defRPr sz="3200"/>
            </a:lvl1pPr>
          </a:lstStyle>
          <a:p>
            <a:r>
              <a:rPr lang="en-US"/>
              <a:t>Title goes here</a:t>
            </a:r>
            <a:endParaRPr lang="en-AU"/>
          </a:p>
        </p:txBody>
      </p:sp>
      <p:sp>
        <p:nvSpPr>
          <p:cNvPr id="3" name="Content Placeholder 2">
            <a:extLst>
              <a:ext uri="{FF2B5EF4-FFF2-40B4-BE49-F238E27FC236}">
                <a16:creationId xmlns:a16="http://schemas.microsoft.com/office/drawing/2014/main" id="{F64B0D97-A4C1-4B27-BC8E-97D814FBDC42}"/>
              </a:ext>
            </a:extLst>
          </p:cNvPr>
          <p:cNvSpPr>
            <a:spLocks noGrp="1"/>
          </p:cNvSpPr>
          <p:nvPr>
            <p:ph idx="1" hasCustomPrompt="1"/>
          </p:nvPr>
        </p:nvSpPr>
        <p:spPr>
          <a:xfrm>
            <a:off x="5183188" y="608807"/>
            <a:ext cx="6172200" cy="5432764"/>
          </a:xfrm>
        </p:spPr>
        <p:txBody>
          <a:bodyPr>
            <a:normAutofit/>
          </a:bodyPr>
          <a:lstStyle>
            <a:lvl1pPr>
              <a:buFontTx/>
              <a:buNone/>
              <a:defRPr sz="1600"/>
            </a:lvl1pPr>
            <a:lvl2pPr>
              <a:buFontTx/>
              <a:buNone/>
              <a:defRPr sz="1600"/>
            </a:lvl2pPr>
            <a:lvl3pPr>
              <a:buFontTx/>
              <a:buNone/>
              <a:defRPr sz="1600"/>
            </a:lvl3pPr>
            <a:lvl4pPr>
              <a:defRPr sz="2000"/>
            </a:lvl4pPr>
            <a:lvl5pPr>
              <a:defRPr sz="2000"/>
            </a:lvl5pPr>
            <a:lvl6pPr>
              <a:defRPr sz="2000"/>
            </a:lvl6pPr>
            <a:lvl7pPr>
              <a:defRPr sz="2000"/>
            </a:lvl7pPr>
            <a:lvl8pPr>
              <a:defRPr sz="2000"/>
            </a:lvl8pPr>
            <a:lvl9pPr>
              <a:defRPr sz="2000"/>
            </a:lvl9pPr>
          </a:lstStyle>
          <a:p>
            <a:pPr lvl="0"/>
            <a:r>
              <a:rPr lang="en-US"/>
              <a:t>Text goes here</a:t>
            </a:r>
          </a:p>
        </p:txBody>
      </p:sp>
      <p:sp>
        <p:nvSpPr>
          <p:cNvPr id="4" name="Text Placeholder 3">
            <a:extLst>
              <a:ext uri="{FF2B5EF4-FFF2-40B4-BE49-F238E27FC236}">
                <a16:creationId xmlns:a16="http://schemas.microsoft.com/office/drawing/2014/main" id="{7669F909-ACEA-4C7B-A19B-4BD9F0D677B8}"/>
              </a:ext>
            </a:extLst>
          </p:cNvPr>
          <p:cNvSpPr>
            <a:spLocks noGrp="1"/>
          </p:cNvSpPr>
          <p:nvPr>
            <p:ph type="body" sz="half" idx="2" hasCustomPrompt="1"/>
          </p:nvPr>
        </p:nvSpPr>
        <p:spPr>
          <a:xfrm>
            <a:off x="979714" y="2982686"/>
            <a:ext cx="3461657" cy="2886302"/>
          </a:xfrm>
        </p:spPr>
        <p:txBody>
          <a:bodyPr>
            <a:normAutofit/>
          </a:bodyPr>
          <a:lstStyle>
            <a:lvl1pPr marL="0" indent="0">
              <a:buNone/>
              <a:defRPr sz="16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Subtitle goes here</a:t>
            </a:r>
          </a:p>
        </p:txBody>
      </p:sp>
      <p:sp>
        <p:nvSpPr>
          <p:cNvPr id="9" name="Footer Placeholder 4">
            <a:extLst>
              <a:ext uri="{FF2B5EF4-FFF2-40B4-BE49-F238E27FC236}">
                <a16:creationId xmlns:a16="http://schemas.microsoft.com/office/drawing/2014/main" id="{18F1576A-3D0C-4457-AD44-798DDEAB75BB}"/>
              </a:ext>
            </a:extLst>
          </p:cNvPr>
          <p:cNvSpPr>
            <a:spLocks noGrp="1"/>
          </p:cNvSpPr>
          <p:nvPr>
            <p:ph type="ftr" sz="quarter" idx="3"/>
          </p:nvPr>
        </p:nvSpPr>
        <p:spPr>
          <a:xfrm>
            <a:off x="192088" y="6521585"/>
            <a:ext cx="11336972" cy="190070"/>
          </a:xfrm>
          <a:prstGeom prst="rect">
            <a:avLst/>
          </a:prstGeom>
        </p:spPr>
        <p:txBody>
          <a:bodyPr vert="horz" lIns="91440" tIns="45720" rIns="91440" bIns="45720" rtlCol="0" anchor="ctr"/>
          <a:lstStyle>
            <a:lvl1pPr algn="l">
              <a:defRPr sz="1000" b="1">
                <a:solidFill>
                  <a:schemeClr val="accent1"/>
                </a:solidFill>
                <a:latin typeface="Baskerville Old Face" panose="02020602080505020303" pitchFamily="18" charset="0"/>
              </a:defRPr>
            </a:lvl1pPr>
          </a:lstStyle>
          <a:p>
            <a:pPr algn="r"/>
            <a:r>
              <a:rPr lang="en-AU"/>
              <a:t>Insert Power Point title here</a:t>
            </a:r>
          </a:p>
        </p:txBody>
      </p:sp>
      <p:sp>
        <p:nvSpPr>
          <p:cNvPr id="10" name="Slide Number Placeholder 5">
            <a:extLst>
              <a:ext uri="{FF2B5EF4-FFF2-40B4-BE49-F238E27FC236}">
                <a16:creationId xmlns:a16="http://schemas.microsoft.com/office/drawing/2014/main" id="{53EFF513-9C2A-4B12-BA76-BB814E15757A}"/>
              </a:ext>
            </a:extLst>
          </p:cNvPr>
          <p:cNvSpPr>
            <a:spLocks noGrp="1"/>
          </p:cNvSpPr>
          <p:nvPr>
            <p:ph type="sldNum" sz="quarter" idx="4"/>
          </p:nvPr>
        </p:nvSpPr>
        <p:spPr>
          <a:xfrm>
            <a:off x="11475720" y="6521585"/>
            <a:ext cx="524192" cy="190070"/>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a:t>
            </a:fld>
            <a:endParaRPr lang="en-AU">
              <a:solidFill>
                <a:schemeClr val="accent1"/>
              </a:solidFill>
              <a:latin typeface="+mj-lt"/>
            </a:endParaRPr>
          </a:p>
        </p:txBody>
      </p:sp>
    </p:spTree>
    <p:extLst>
      <p:ext uri="{BB962C8B-B14F-4D97-AF65-F5344CB8AC3E}">
        <p14:creationId xmlns:p14="http://schemas.microsoft.com/office/powerpoint/2010/main" val="287282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688133-C652-444E-BB1D-5100C9062D9C}"/>
              </a:ext>
            </a:extLst>
          </p:cNvPr>
          <p:cNvSpPr/>
          <p:nvPr userDrawn="1"/>
        </p:nvSpPr>
        <p:spPr>
          <a:xfrm>
            <a:off x="836612" y="457200"/>
            <a:ext cx="3781425" cy="558437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AU"/>
          </a:p>
        </p:txBody>
      </p:sp>
      <p:sp>
        <p:nvSpPr>
          <p:cNvPr id="3" name="Picture Placeholder 2">
            <a:extLst>
              <a:ext uri="{FF2B5EF4-FFF2-40B4-BE49-F238E27FC236}">
                <a16:creationId xmlns:a16="http://schemas.microsoft.com/office/drawing/2014/main" id="{35A2E072-7777-484B-B0E6-4BC8CD2DF972}"/>
              </a:ext>
            </a:extLst>
          </p:cNvPr>
          <p:cNvSpPr>
            <a:spLocks noGrp="1"/>
          </p:cNvSpPr>
          <p:nvPr>
            <p:ph type="pic" idx="1"/>
          </p:nvPr>
        </p:nvSpPr>
        <p:spPr>
          <a:xfrm>
            <a:off x="5183188" y="608807"/>
            <a:ext cx="6172200" cy="52522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9" name="Title 1">
            <a:extLst>
              <a:ext uri="{FF2B5EF4-FFF2-40B4-BE49-F238E27FC236}">
                <a16:creationId xmlns:a16="http://schemas.microsoft.com/office/drawing/2014/main" id="{F93A45DF-38E9-4363-BA0D-2BD1B06D2B03}"/>
              </a:ext>
            </a:extLst>
          </p:cNvPr>
          <p:cNvSpPr>
            <a:spLocks noGrp="1"/>
          </p:cNvSpPr>
          <p:nvPr>
            <p:ph type="title" hasCustomPrompt="1"/>
          </p:nvPr>
        </p:nvSpPr>
        <p:spPr>
          <a:xfrm>
            <a:off x="996495" y="608806"/>
            <a:ext cx="3461657" cy="2222274"/>
          </a:xfrm>
        </p:spPr>
        <p:txBody>
          <a:bodyPr anchor="b"/>
          <a:lstStyle>
            <a:lvl1pPr>
              <a:defRPr sz="3200"/>
            </a:lvl1pPr>
          </a:lstStyle>
          <a:p>
            <a:r>
              <a:rPr lang="en-US"/>
              <a:t>Title goes here</a:t>
            </a:r>
            <a:endParaRPr lang="en-AU"/>
          </a:p>
        </p:txBody>
      </p:sp>
      <p:sp>
        <p:nvSpPr>
          <p:cNvPr id="10" name="Text Placeholder 3">
            <a:extLst>
              <a:ext uri="{FF2B5EF4-FFF2-40B4-BE49-F238E27FC236}">
                <a16:creationId xmlns:a16="http://schemas.microsoft.com/office/drawing/2014/main" id="{143F3080-FC27-4FDC-8923-3084B4B7AEE2}"/>
              </a:ext>
            </a:extLst>
          </p:cNvPr>
          <p:cNvSpPr>
            <a:spLocks noGrp="1"/>
          </p:cNvSpPr>
          <p:nvPr>
            <p:ph type="body" sz="half" idx="2" hasCustomPrompt="1"/>
          </p:nvPr>
        </p:nvSpPr>
        <p:spPr>
          <a:xfrm>
            <a:off x="979714" y="2982686"/>
            <a:ext cx="3461657" cy="2886302"/>
          </a:xfrm>
        </p:spPr>
        <p:txBody>
          <a:bodyPr/>
          <a:lstStyle>
            <a:lvl1pPr marL="0" indent="0">
              <a:buNone/>
              <a:defRPr sz="1600" b="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Subtitle goes here</a:t>
            </a:r>
          </a:p>
        </p:txBody>
      </p:sp>
      <p:sp>
        <p:nvSpPr>
          <p:cNvPr id="11" name="Footer Placeholder 4">
            <a:extLst>
              <a:ext uri="{FF2B5EF4-FFF2-40B4-BE49-F238E27FC236}">
                <a16:creationId xmlns:a16="http://schemas.microsoft.com/office/drawing/2014/main" id="{819CAF73-84D4-42E2-A1B4-115BFF1BE1F0}"/>
              </a:ext>
            </a:extLst>
          </p:cNvPr>
          <p:cNvSpPr>
            <a:spLocks noGrp="1"/>
          </p:cNvSpPr>
          <p:nvPr>
            <p:ph type="ftr" sz="quarter" idx="3"/>
          </p:nvPr>
        </p:nvSpPr>
        <p:spPr>
          <a:xfrm>
            <a:off x="192088" y="6521585"/>
            <a:ext cx="11336972" cy="190070"/>
          </a:xfrm>
          <a:prstGeom prst="rect">
            <a:avLst/>
          </a:prstGeom>
        </p:spPr>
        <p:txBody>
          <a:bodyPr vert="horz" lIns="91440" tIns="45720" rIns="91440" bIns="45720" rtlCol="0" anchor="ctr"/>
          <a:lstStyle>
            <a:lvl1pPr algn="l">
              <a:defRPr sz="1000" b="1">
                <a:solidFill>
                  <a:schemeClr val="accent1"/>
                </a:solidFill>
                <a:latin typeface="Baskerville Old Face" panose="02020602080505020303" pitchFamily="18" charset="0"/>
              </a:defRPr>
            </a:lvl1pPr>
          </a:lstStyle>
          <a:p>
            <a:pPr algn="r"/>
            <a:r>
              <a:rPr lang="en-AU"/>
              <a:t>Insert Power Point title here</a:t>
            </a:r>
          </a:p>
        </p:txBody>
      </p:sp>
      <p:sp>
        <p:nvSpPr>
          <p:cNvPr id="12" name="Slide Number Placeholder 5">
            <a:extLst>
              <a:ext uri="{FF2B5EF4-FFF2-40B4-BE49-F238E27FC236}">
                <a16:creationId xmlns:a16="http://schemas.microsoft.com/office/drawing/2014/main" id="{9C2751D0-E461-4C6C-A54D-CB0FAB895B0C}"/>
              </a:ext>
            </a:extLst>
          </p:cNvPr>
          <p:cNvSpPr>
            <a:spLocks noGrp="1"/>
          </p:cNvSpPr>
          <p:nvPr>
            <p:ph type="sldNum" sz="quarter" idx="4"/>
          </p:nvPr>
        </p:nvSpPr>
        <p:spPr>
          <a:xfrm>
            <a:off x="11475720" y="6521585"/>
            <a:ext cx="524192" cy="190070"/>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a:t>
            </a:fld>
            <a:endParaRPr lang="en-AU">
              <a:solidFill>
                <a:schemeClr val="accent1"/>
              </a:solidFill>
              <a:latin typeface="+mj-lt"/>
            </a:endParaRPr>
          </a:p>
        </p:txBody>
      </p:sp>
    </p:spTree>
    <p:extLst>
      <p:ext uri="{BB962C8B-B14F-4D97-AF65-F5344CB8AC3E}">
        <p14:creationId xmlns:p14="http://schemas.microsoft.com/office/powerpoint/2010/main" val="778080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C8A50E-D69C-4BF2-B13C-9F5A5BBFA788}"/>
              </a:ext>
            </a:extLst>
          </p:cNvPr>
          <p:cNvSpPr>
            <a:spLocks noGrp="1"/>
          </p:cNvSpPr>
          <p:nvPr>
            <p:ph type="title"/>
          </p:nvPr>
        </p:nvSpPr>
        <p:spPr>
          <a:xfrm>
            <a:off x="827314" y="664029"/>
            <a:ext cx="9862457" cy="1436914"/>
          </a:xfrm>
          <a:prstGeom prst="rect">
            <a:avLst/>
          </a:prstGeom>
        </p:spPr>
        <p:txBody>
          <a:bodyPr vert="horz" lIns="91440" tIns="45720" rIns="91440" bIns="45720" rtlCol="0" anchor="b">
            <a:normAutofit/>
          </a:bodyPr>
          <a:lstStyle/>
          <a:p>
            <a:br>
              <a:rPr lang="en-US"/>
            </a:br>
            <a:r>
              <a:rPr lang="en-US"/>
              <a:t>Click to edit Master title style </a:t>
            </a:r>
            <a:endParaRPr lang="en-AU"/>
          </a:p>
        </p:txBody>
      </p:sp>
      <p:sp>
        <p:nvSpPr>
          <p:cNvPr id="3" name="Text Placeholder 2">
            <a:extLst>
              <a:ext uri="{FF2B5EF4-FFF2-40B4-BE49-F238E27FC236}">
                <a16:creationId xmlns:a16="http://schemas.microsoft.com/office/drawing/2014/main" id="{85999611-7C30-4754-A1A7-13BF8434A0B9}"/>
              </a:ext>
            </a:extLst>
          </p:cNvPr>
          <p:cNvSpPr>
            <a:spLocks noGrp="1"/>
          </p:cNvSpPr>
          <p:nvPr>
            <p:ph type="body" idx="1"/>
          </p:nvPr>
        </p:nvSpPr>
        <p:spPr>
          <a:xfrm>
            <a:off x="827314" y="2231572"/>
            <a:ext cx="9862457" cy="3069771"/>
          </a:xfrm>
          <a:prstGeom prst="rect">
            <a:avLst/>
          </a:prstGeom>
        </p:spPr>
        <p:txBody>
          <a:bodyPr vert="horz" lIns="91440" tIns="45720" rIns="91440" bIns="45720" rtlCol="0">
            <a:normAutofit/>
          </a:bodyPr>
          <a:lstStyle/>
          <a:p>
            <a:pPr lvl="0"/>
            <a:r>
              <a:rPr lang="en-US"/>
              <a:t> First level</a:t>
            </a:r>
          </a:p>
          <a:p>
            <a:pPr lvl="1"/>
            <a:r>
              <a:rPr lang="en-US"/>
              <a:t> Second level</a:t>
            </a:r>
          </a:p>
          <a:p>
            <a:pPr lvl="2"/>
            <a:r>
              <a:rPr lang="en-US"/>
              <a:t> Third level</a:t>
            </a:r>
          </a:p>
        </p:txBody>
      </p:sp>
      <p:sp>
        <p:nvSpPr>
          <p:cNvPr id="12" name="Rectangle 11">
            <a:extLst>
              <a:ext uri="{FF2B5EF4-FFF2-40B4-BE49-F238E27FC236}">
                <a16:creationId xmlns:a16="http://schemas.microsoft.com/office/drawing/2014/main" id="{6EB08EDB-21BD-45E6-81F5-67FB0E664179}"/>
              </a:ext>
            </a:extLst>
          </p:cNvPr>
          <p:cNvSpPr/>
          <p:nvPr userDrawn="1"/>
        </p:nvSpPr>
        <p:spPr>
          <a:xfrm flipH="1">
            <a:off x="12700" y="-16838"/>
            <a:ext cx="12179300" cy="1533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4">
            <a:extLst>
              <a:ext uri="{FF2B5EF4-FFF2-40B4-BE49-F238E27FC236}">
                <a16:creationId xmlns:a16="http://schemas.microsoft.com/office/drawing/2014/main" id="{F9CD8A32-FEE0-403A-AE17-3AA37870E860}"/>
              </a:ext>
            </a:extLst>
          </p:cNvPr>
          <p:cNvSpPr/>
          <p:nvPr userDrawn="1"/>
        </p:nvSpPr>
        <p:spPr>
          <a:xfrm>
            <a:off x="0" y="-16838"/>
            <a:ext cx="740229" cy="15336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8" name="Footer Placeholder 4">
            <a:extLst>
              <a:ext uri="{FF2B5EF4-FFF2-40B4-BE49-F238E27FC236}">
                <a16:creationId xmlns:a16="http://schemas.microsoft.com/office/drawing/2014/main" id="{4A0C486A-A0DB-4FC2-8EC4-B7D2F6756F4D}"/>
              </a:ext>
            </a:extLst>
          </p:cNvPr>
          <p:cNvSpPr>
            <a:spLocks noGrp="1"/>
          </p:cNvSpPr>
          <p:nvPr>
            <p:ph type="ftr" sz="quarter" idx="3"/>
          </p:nvPr>
        </p:nvSpPr>
        <p:spPr>
          <a:xfrm>
            <a:off x="192088" y="6521585"/>
            <a:ext cx="11336972" cy="190070"/>
          </a:xfrm>
          <a:prstGeom prst="rect">
            <a:avLst/>
          </a:prstGeom>
        </p:spPr>
        <p:txBody>
          <a:bodyPr vert="horz" lIns="91440" tIns="45720" rIns="91440" bIns="45720" rtlCol="0" anchor="ctr"/>
          <a:lstStyle>
            <a:lvl1pPr algn="l">
              <a:defRPr sz="1000" b="1">
                <a:solidFill>
                  <a:schemeClr val="accent1"/>
                </a:solidFill>
                <a:latin typeface="Baskerville Old Face" panose="02020602080505020303" pitchFamily="18" charset="0"/>
              </a:defRPr>
            </a:lvl1pPr>
          </a:lstStyle>
          <a:p>
            <a:pPr algn="r"/>
            <a:r>
              <a:rPr lang="en-AU"/>
              <a:t>Insert Power Point title here</a:t>
            </a:r>
          </a:p>
        </p:txBody>
      </p:sp>
      <p:sp>
        <p:nvSpPr>
          <p:cNvPr id="9" name="Slide Number Placeholder 5">
            <a:extLst>
              <a:ext uri="{FF2B5EF4-FFF2-40B4-BE49-F238E27FC236}">
                <a16:creationId xmlns:a16="http://schemas.microsoft.com/office/drawing/2014/main" id="{1F152CA4-9A0D-4E05-81DE-939B52F605B4}"/>
              </a:ext>
            </a:extLst>
          </p:cNvPr>
          <p:cNvSpPr>
            <a:spLocks noGrp="1"/>
          </p:cNvSpPr>
          <p:nvPr>
            <p:ph type="sldNum" sz="quarter" idx="4"/>
          </p:nvPr>
        </p:nvSpPr>
        <p:spPr>
          <a:xfrm>
            <a:off x="11475720" y="6521585"/>
            <a:ext cx="524192" cy="190070"/>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a:t>
            </a:fld>
            <a:endParaRPr lang="en-AU">
              <a:solidFill>
                <a:schemeClr val="accent1"/>
              </a:solidFill>
              <a:latin typeface="+mj-lt"/>
            </a:endParaRPr>
          </a:p>
        </p:txBody>
      </p:sp>
    </p:spTree>
    <p:extLst>
      <p:ext uri="{BB962C8B-B14F-4D97-AF65-F5344CB8AC3E}">
        <p14:creationId xmlns:p14="http://schemas.microsoft.com/office/powerpoint/2010/main" val="568546826"/>
      </p:ext>
    </p:extLst>
  </p:cSld>
  <p:clrMap bg1="lt1" tx1="dk1" bg2="lt2" tx2="dk2" accent1="accent1" accent2="accent2" accent3="accent3" accent4="accent4" accent5="accent5" accent6="accent6" hlink="hlink" folHlink="folHlink"/>
  <p:sldLayoutIdLst>
    <p:sldLayoutId id="2147483727" r:id="rId1"/>
    <p:sldLayoutId id="2147483677" r:id="rId2"/>
    <p:sldLayoutId id="2147483678" r:id="rId3"/>
    <p:sldLayoutId id="2147483679" r:id="rId4"/>
    <p:sldLayoutId id="2147483680" r:id="rId5"/>
    <p:sldLayoutId id="2147483682" r:id="rId6"/>
    <p:sldLayoutId id="2147483685" r:id="rId7"/>
    <p:sldLayoutId id="2147483681" r:id="rId8"/>
    <p:sldLayoutId id="2147483683" r:id="rId9"/>
    <p:sldLayoutId id="2147483684" r:id="rId10"/>
  </p:sldLayoutIdLst>
  <p:hf hdr="0" dt="0"/>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0" indent="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0" indent="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0" indent="0" algn="ctr"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0" indent="0" algn="ctr"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247" userDrawn="1">
          <p15:clr>
            <a:srgbClr val="F26B43"/>
          </p15:clr>
        </p15:guide>
        <p15:guide id="2" pos="121" userDrawn="1">
          <p15:clr>
            <a:srgbClr val="F26B43"/>
          </p15:clr>
        </p15:guide>
        <p15:guide id="3" orient="horz" pos="2591" userDrawn="1">
          <p15:clr>
            <a:srgbClr val="F26B43"/>
          </p15:clr>
        </p15:guide>
        <p15:guide id="4" orient="horz" pos="73" userDrawn="1">
          <p15:clr>
            <a:srgbClr val="F26B43"/>
          </p15:clr>
        </p15:guide>
        <p15:guide id="5" pos="3953" userDrawn="1">
          <p15:clr>
            <a:srgbClr val="F26B43"/>
          </p15:clr>
        </p15:guide>
        <p15:guide id="6" pos="7559" userDrawn="1">
          <p15:clr>
            <a:srgbClr val="F26B43"/>
          </p15:clr>
        </p15:guide>
        <p15:guide id="9" orient="horz" pos="2727" userDrawn="1">
          <p15:clr>
            <a:srgbClr val="F26B43"/>
          </p15:clr>
        </p15:guide>
        <p15:guide id="10" orient="horz" pos="18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3" Type="http://schemas.openxmlformats.org/officeDocument/2006/relationships/customXml" Target="../ink/ink5.xml"/><Relationship Id="rId18" Type="http://schemas.openxmlformats.org/officeDocument/2006/relationships/image" Target="../media/image15.png"/><Relationship Id="rId26" Type="http://schemas.openxmlformats.org/officeDocument/2006/relationships/image" Target="../media/image19.png"/><Relationship Id="rId39" Type="http://schemas.openxmlformats.org/officeDocument/2006/relationships/customXml" Target="../ink/ink18.xml"/><Relationship Id="rId21" Type="http://schemas.openxmlformats.org/officeDocument/2006/relationships/customXml" Target="../ink/ink9.xml"/><Relationship Id="rId34" Type="http://schemas.openxmlformats.org/officeDocument/2006/relationships/image" Target="../media/image23.png"/><Relationship Id="rId42" Type="http://schemas.openxmlformats.org/officeDocument/2006/relationships/image" Target="../media/image27.png"/><Relationship Id="rId47" Type="http://schemas.openxmlformats.org/officeDocument/2006/relationships/customXml" Target="../ink/ink22.xml"/><Relationship Id="rId50" Type="http://schemas.openxmlformats.org/officeDocument/2006/relationships/image" Target="../media/image31.png"/><Relationship Id="rId55" Type="http://schemas.openxmlformats.org/officeDocument/2006/relationships/customXml" Target="../ink/ink26.xml"/><Relationship Id="rId7" Type="http://schemas.openxmlformats.org/officeDocument/2006/relationships/customXml" Target="../ink/ink2.xml"/><Relationship Id="rId2" Type="http://schemas.openxmlformats.org/officeDocument/2006/relationships/notesSlide" Target="../notesSlides/notesSlide11.xml"/><Relationship Id="rId16" Type="http://schemas.openxmlformats.org/officeDocument/2006/relationships/image" Target="../media/image14.png"/><Relationship Id="rId29" Type="http://schemas.openxmlformats.org/officeDocument/2006/relationships/customXml" Target="../ink/ink13.xml"/><Relationship Id="rId11" Type="http://schemas.openxmlformats.org/officeDocument/2006/relationships/customXml" Target="../ink/ink4.xml"/><Relationship Id="rId24" Type="http://schemas.openxmlformats.org/officeDocument/2006/relationships/image" Target="../media/image18.png"/><Relationship Id="rId32" Type="http://schemas.openxmlformats.org/officeDocument/2006/relationships/image" Target="../media/image22.png"/><Relationship Id="rId37" Type="http://schemas.openxmlformats.org/officeDocument/2006/relationships/customXml" Target="../ink/ink17.xml"/><Relationship Id="rId40" Type="http://schemas.openxmlformats.org/officeDocument/2006/relationships/image" Target="../media/image26.png"/><Relationship Id="rId45" Type="http://schemas.openxmlformats.org/officeDocument/2006/relationships/customXml" Target="../ink/ink21.xml"/><Relationship Id="rId53" Type="http://schemas.openxmlformats.org/officeDocument/2006/relationships/customXml" Target="../ink/ink25.xml"/><Relationship Id="rId58" Type="http://schemas.openxmlformats.org/officeDocument/2006/relationships/image" Target="../media/image35.png"/><Relationship Id="rId5" Type="http://schemas.openxmlformats.org/officeDocument/2006/relationships/customXml" Target="../ink/ink1.xml"/><Relationship Id="rId19" Type="http://schemas.openxmlformats.org/officeDocument/2006/relationships/customXml" Target="../ink/ink8.xml"/><Relationship Id="rId4" Type="http://schemas.openxmlformats.org/officeDocument/2006/relationships/image" Target="../media/image8.png"/><Relationship Id="rId9" Type="http://schemas.openxmlformats.org/officeDocument/2006/relationships/customXml" Target="../ink/ink3.xml"/><Relationship Id="rId14" Type="http://schemas.openxmlformats.org/officeDocument/2006/relationships/image" Target="../media/image13.png"/><Relationship Id="rId22" Type="http://schemas.openxmlformats.org/officeDocument/2006/relationships/image" Target="../media/image17.png"/><Relationship Id="rId27" Type="http://schemas.openxmlformats.org/officeDocument/2006/relationships/customXml" Target="../ink/ink12.xml"/><Relationship Id="rId30" Type="http://schemas.openxmlformats.org/officeDocument/2006/relationships/image" Target="../media/image21.png"/><Relationship Id="rId35" Type="http://schemas.openxmlformats.org/officeDocument/2006/relationships/customXml" Target="../ink/ink16.xml"/><Relationship Id="rId43" Type="http://schemas.openxmlformats.org/officeDocument/2006/relationships/customXml" Target="../ink/ink20.xml"/><Relationship Id="rId48" Type="http://schemas.openxmlformats.org/officeDocument/2006/relationships/image" Target="../media/image30.png"/><Relationship Id="rId56" Type="http://schemas.openxmlformats.org/officeDocument/2006/relationships/image" Target="../media/image34.png"/><Relationship Id="rId8" Type="http://schemas.openxmlformats.org/officeDocument/2006/relationships/image" Target="../media/image10.png"/><Relationship Id="rId51" Type="http://schemas.openxmlformats.org/officeDocument/2006/relationships/customXml" Target="../ink/ink24.xml"/><Relationship Id="rId3"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customXml" Target="../ink/ink7.xml"/><Relationship Id="rId25" Type="http://schemas.openxmlformats.org/officeDocument/2006/relationships/customXml" Target="../ink/ink11.xml"/><Relationship Id="rId33" Type="http://schemas.openxmlformats.org/officeDocument/2006/relationships/customXml" Target="../ink/ink15.xml"/><Relationship Id="rId38" Type="http://schemas.openxmlformats.org/officeDocument/2006/relationships/image" Target="../media/image25.png"/><Relationship Id="rId46" Type="http://schemas.openxmlformats.org/officeDocument/2006/relationships/image" Target="../media/image29.png"/><Relationship Id="rId20" Type="http://schemas.openxmlformats.org/officeDocument/2006/relationships/image" Target="../media/image16.png"/><Relationship Id="rId41" Type="http://schemas.openxmlformats.org/officeDocument/2006/relationships/customXml" Target="../ink/ink19.xml"/><Relationship Id="rId54"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9.png"/><Relationship Id="rId15" Type="http://schemas.openxmlformats.org/officeDocument/2006/relationships/customXml" Target="../ink/ink6.xml"/><Relationship Id="rId23" Type="http://schemas.openxmlformats.org/officeDocument/2006/relationships/customXml" Target="../ink/ink10.xml"/><Relationship Id="rId28" Type="http://schemas.openxmlformats.org/officeDocument/2006/relationships/image" Target="../media/image20.png"/><Relationship Id="rId36" Type="http://schemas.openxmlformats.org/officeDocument/2006/relationships/image" Target="../media/image24.png"/><Relationship Id="rId49" Type="http://schemas.openxmlformats.org/officeDocument/2006/relationships/customXml" Target="../ink/ink23.xml"/><Relationship Id="rId57" Type="http://schemas.openxmlformats.org/officeDocument/2006/relationships/customXml" Target="../ink/ink27.xml"/><Relationship Id="rId10" Type="http://schemas.openxmlformats.org/officeDocument/2006/relationships/image" Target="../media/image11.png"/><Relationship Id="rId31" Type="http://schemas.openxmlformats.org/officeDocument/2006/relationships/customXml" Target="../ink/ink14.xml"/><Relationship Id="rId44" Type="http://schemas.openxmlformats.org/officeDocument/2006/relationships/image" Target="../media/image28.png"/><Relationship Id="rId52" Type="http://schemas.openxmlformats.org/officeDocument/2006/relationships/image" Target="../media/image3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3" Type="http://schemas.openxmlformats.org/officeDocument/2006/relationships/customXml" Target="../ink/ink33.xml"/><Relationship Id="rId18" Type="http://schemas.openxmlformats.org/officeDocument/2006/relationships/image" Target="../media/image1710.png"/><Relationship Id="rId26" Type="http://schemas.openxmlformats.org/officeDocument/2006/relationships/image" Target="../media/image2110.png"/><Relationship Id="rId21" Type="http://schemas.openxmlformats.org/officeDocument/2006/relationships/customXml" Target="../ink/ink37.xml"/><Relationship Id="rId34" Type="http://schemas.openxmlformats.org/officeDocument/2006/relationships/image" Target="../media/image2510.png"/><Relationship Id="rId7" Type="http://schemas.openxmlformats.org/officeDocument/2006/relationships/customXml" Target="../ink/ink30.xml"/><Relationship Id="rId12" Type="http://schemas.openxmlformats.org/officeDocument/2006/relationships/image" Target="../media/image1410.png"/><Relationship Id="rId17" Type="http://schemas.openxmlformats.org/officeDocument/2006/relationships/customXml" Target="../ink/ink35.xml"/><Relationship Id="rId25" Type="http://schemas.openxmlformats.org/officeDocument/2006/relationships/customXml" Target="../ink/ink39.xml"/><Relationship Id="rId33" Type="http://schemas.openxmlformats.org/officeDocument/2006/relationships/customXml" Target="../ink/ink43.xml"/><Relationship Id="rId38" Type="http://schemas.openxmlformats.org/officeDocument/2006/relationships/image" Target="../media/image275.png"/><Relationship Id="rId2" Type="http://schemas.openxmlformats.org/officeDocument/2006/relationships/image" Target="../media/image36.png"/><Relationship Id="rId16" Type="http://schemas.openxmlformats.org/officeDocument/2006/relationships/image" Target="../media/image1610.png"/><Relationship Id="rId20" Type="http://schemas.openxmlformats.org/officeDocument/2006/relationships/image" Target="../media/image1810.png"/><Relationship Id="rId29" Type="http://schemas.openxmlformats.org/officeDocument/2006/relationships/customXml" Target="../ink/ink41.xml"/><Relationship Id="rId1" Type="http://schemas.openxmlformats.org/officeDocument/2006/relationships/slideLayout" Target="../slideLayouts/slideLayout2.xml"/><Relationship Id="rId6" Type="http://schemas.openxmlformats.org/officeDocument/2006/relationships/image" Target="../media/image1110.png"/><Relationship Id="rId11" Type="http://schemas.openxmlformats.org/officeDocument/2006/relationships/customXml" Target="../ink/ink32.xml"/><Relationship Id="rId24" Type="http://schemas.openxmlformats.org/officeDocument/2006/relationships/image" Target="../media/image2010.png"/><Relationship Id="rId32" Type="http://schemas.openxmlformats.org/officeDocument/2006/relationships/image" Target="../media/image2410.png"/><Relationship Id="rId37" Type="http://schemas.openxmlformats.org/officeDocument/2006/relationships/customXml" Target="../ink/ink45.xml"/><Relationship Id="rId5" Type="http://schemas.openxmlformats.org/officeDocument/2006/relationships/customXml" Target="../ink/ink29.xml"/><Relationship Id="rId15" Type="http://schemas.openxmlformats.org/officeDocument/2006/relationships/customXml" Target="../ink/ink34.xml"/><Relationship Id="rId23" Type="http://schemas.openxmlformats.org/officeDocument/2006/relationships/customXml" Target="../ink/ink38.xml"/><Relationship Id="rId28" Type="http://schemas.openxmlformats.org/officeDocument/2006/relationships/image" Target="../media/image2210.png"/><Relationship Id="rId36" Type="http://schemas.openxmlformats.org/officeDocument/2006/relationships/image" Target="../media/image2610.png"/><Relationship Id="rId10" Type="http://schemas.openxmlformats.org/officeDocument/2006/relationships/image" Target="../media/image1310.png"/><Relationship Id="rId19" Type="http://schemas.openxmlformats.org/officeDocument/2006/relationships/customXml" Target="../ink/ink36.xml"/><Relationship Id="rId31" Type="http://schemas.openxmlformats.org/officeDocument/2006/relationships/customXml" Target="../ink/ink42.xml"/><Relationship Id="rId4" Type="http://schemas.openxmlformats.org/officeDocument/2006/relationships/image" Target="../media/image1010.png"/><Relationship Id="rId9" Type="http://schemas.openxmlformats.org/officeDocument/2006/relationships/customXml" Target="../ink/ink31.xml"/><Relationship Id="rId14" Type="http://schemas.openxmlformats.org/officeDocument/2006/relationships/image" Target="../media/image1510.png"/><Relationship Id="rId22" Type="http://schemas.openxmlformats.org/officeDocument/2006/relationships/image" Target="../media/image1910.png"/><Relationship Id="rId27" Type="http://schemas.openxmlformats.org/officeDocument/2006/relationships/customXml" Target="../ink/ink40.xml"/><Relationship Id="rId30" Type="http://schemas.openxmlformats.org/officeDocument/2006/relationships/image" Target="../media/image2310.png"/><Relationship Id="rId35" Type="http://schemas.openxmlformats.org/officeDocument/2006/relationships/customXml" Target="../ink/ink44.xml"/><Relationship Id="rId8" Type="http://schemas.openxmlformats.org/officeDocument/2006/relationships/image" Target="../media/image1210.png"/><Relationship Id="rId3" Type="http://schemas.openxmlformats.org/officeDocument/2006/relationships/customXml" Target="../ink/ink28.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17" Type="http://schemas.openxmlformats.org/officeDocument/2006/relationships/image" Target="../media/image88.png"/><Relationship Id="rId299" Type="http://schemas.openxmlformats.org/officeDocument/2006/relationships/customXml" Target="../ink/ink184.xml"/><Relationship Id="rId21" Type="http://schemas.openxmlformats.org/officeDocument/2006/relationships/image" Target="../media/image40.png"/><Relationship Id="rId63" Type="http://schemas.openxmlformats.org/officeDocument/2006/relationships/image" Target="../media/image61.png"/><Relationship Id="rId159" Type="http://schemas.openxmlformats.org/officeDocument/2006/relationships/image" Target="../media/image109.png"/><Relationship Id="rId324" Type="http://schemas.openxmlformats.org/officeDocument/2006/relationships/image" Target="../media/image185.png"/><Relationship Id="rId366" Type="http://schemas.openxmlformats.org/officeDocument/2006/relationships/image" Target="../media/image206.png"/><Relationship Id="rId226" Type="http://schemas.openxmlformats.org/officeDocument/2006/relationships/customXml" Target="../ink/ink145.xml"/><Relationship Id="rId433" Type="http://schemas.openxmlformats.org/officeDocument/2006/relationships/customXml" Target="../ink/ink254.xml"/><Relationship Id="rId268" Type="http://schemas.openxmlformats.org/officeDocument/2006/relationships/customXml" Target="../ink/ink166.xml"/><Relationship Id="rId475" Type="http://schemas.openxmlformats.org/officeDocument/2006/relationships/customXml" Target="../ink/ink275.xml"/><Relationship Id="rId32" Type="http://schemas.openxmlformats.org/officeDocument/2006/relationships/customXml" Target="../ink/ink60.xml"/><Relationship Id="rId74" Type="http://schemas.openxmlformats.org/officeDocument/2006/relationships/customXml" Target="../ink/ink81.xml"/><Relationship Id="rId128" Type="http://schemas.openxmlformats.org/officeDocument/2006/relationships/customXml" Target="../ink/ink108.xml"/><Relationship Id="rId335" Type="http://schemas.openxmlformats.org/officeDocument/2006/relationships/customXml" Target="../ink/ink205.xml"/><Relationship Id="rId377" Type="http://schemas.openxmlformats.org/officeDocument/2006/relationships/customXml" Target="../ink/ink226.xml"/><Relationship Id="rId500" Type="http://schemas.openxmlformats.org/officeDocument/2006/relationships/image" Target="../media/image273.png"/><Relationship Id="rId5" Type="http://schemas.openxmlformats.org/officeDocument/2006/relationships/image" Target="../media/image320.png"/><Relationship Id="rId237" Type="http://schemas.openxmlformats.org/officeDocument/2006/relationships/image" Target="../media/image148.png"/><Relationship Id="rId181" Type="http://schemas.openxmlformats.org/officeDocument/2006/relationships/image" Target="../media/image120.png"/><Relationship Id="rId402" Type="http://schemas.openxmlformats.org/officeDocument/2006/relationships/image" Target="../media/image224.png"/><Relationship Id="rId279" Type="http://schemas.openxmlformats.org/officeDocument/2006/relationships/image" Target="../media/image169.png"/><Relationship Id="rId444" Type="http://schemas.openxmlformats.org/officeDocument/2006/relationships/image" Target="../media/image245.png"/><Relationship Id="rId486" Type="http://schemas.openxmlformats.org/officeDocument/2006/relationships/image" Target="../media/image266.png"/><Relationship Id="rId43" Type="http://schemas.openxmlformats.org/officeDocument/2006/relationships/image" Target="../media/image51.png"/><Relationship Id="rId139" Type="http://schemas.openxmlformats.org/officeDocument/2006/relationships/image" Target="../media/image99.png"/><Relationship Id="rId290" Type="http://schemas.openxmlformats.org/officeDocument/2006/relationships/customXml" Target="../ink/ink177.xml"/><Relationship Id="rId304" Type="http://schemas.openxmlformats.org/officeDocument/2006/relationships/customXml" Target="../ink/ink189.xml"/><Relationship Id="rId346" Type="http://schemas.openxmlformats.org/officeDocument/2006/relationships/image" Target="../media/image196.png"/><Relationship Id="rId388" Type="http://schemas.openxmlformats.org/officeDocument/2006/relationships/image" Target="../media/image217.png"/><Relationship Id="rId85" Type="http://schemas.openxmlformats.org/officeDocument/2006/relationships/image" Target="../media/image72.png"/><Relationship Id="rId150" Type="http://schemas.openxmlformats.org/officeDocument/2006/relationships/customXml" Target="../ink/ink119.xml"/><Relationship Id="rId206" Type="http://schemas.openxmlformats.org/officeDocument/2006/relationships/customXml" Target="../ink/ink135.xml"/><Relationship Id="rId413" Type="http://schemas.openxmlformats.org/officeDocument/2006/relationships/customXml" Target="../ink/ink244.xml"/><Relationship Id="rId248" Type="http://schemas.openxmlformats.org/officeDocument/2006/relationships/customXml" Target="../ink/ink156.xml"/><Relationship Id="rId455" Type="http://schemas.openxmlformats.org/officeDocument/2006/relationships/customXml" Target="../ink/ink265.xml"/><Relationship Id="rId497" Type="http://schemas.openxmlformats.org/officeDocument/2006/relationships/customXml" Target="../ink/ink286.xml"/><Relationship Id="rId12" Type="http://schemas.openxmlformats.org/officeDocument/2006/relationships/customXml" Target="../ink/ink50.xml"/><Relationship Id="rId108" Type="http://schemas.openxmlformats.org/officeDocument/2006/relationships/customXml" Target="../ink/ink98.xml"/><Relationship Id="rId315" Type="http://schemas.openxmlformats.org/officeDocument/2006/relationships/customXml" Target="../ink/ink195.xml"/><Relationship Id="rId357" Type="http://schemas.openxmlformats.org/officeDocument/2006/relationships/customXml" Target="../ink/ink216.xml"/><Relationship Id="rId54" Type="http://schemas.openxmlformats.org/officeDocument/2006/relationships/customXml" Target="../ink/ink71.xml"/><Relationship Id="rId96" Type="http://schemas.openxmlformats.org/officeDocument/2006/relationships/customXml" Target="../ink/ink92.xml"/><Relationship Id="rId161" Type="http://schemas.openxmlformats.org/officeDocument/2006/relationships/image" Target="../media/image110.png"/><Relationship Id="rId217" Type="http://schemas.openxmlformats.org/officeDocument/2006/relationships/image" Target="../media/image138.png"/><Relationship Id="rId399" Type="http://schemas.openxmlformats.org/officeDocument/2006/relationships/customXml" Target="../ink/ink237.xml"/><Relationship Id="rId259" Type="http://schemas.openxmlformats.org/officeDocument/2006/relationships/image" Target="../media/image159.png"/><Relationship Id="rId424" Type="http://schemas.openxmlformats.org/officeDocument/2006/relationships/image" Target="../media/image235.png"/><Relationship Id="rId466" Type="http://schemas.openxmlformats.org/officeDocument/2006/relationships/image" Target="../media/image256.png"/><Relationship Id="rId23" Type="http://schemas.openxmlformats.org/officeDocument/2006/relationships/image" Target="../media/image41.png"/><Relationship Id="rId119" Type="http://schemas.openxmlformats.org/officeDocument/2006/relationships/image" Target="../media/image89.png"/><Relationship Id="rId270" Type="http://schemas.openxmlformats.org/officeDocument/2006/relationships/customXml" Target="../ink/ink167.xml"/><Relationship Id="rId326" Type="http://schemas.openxmlformats.org/officeDocument/2006/relationships/image" Target="../media/image186.png"/><Relationship Id="rId65" Type="http://schemas.openxmlformats.org/officeDocument/2006/relationships/image" Target="../media/image62.png"/><Relationship Id="rId130" Type="http://schemas.openxmlformats.org/officeDocument/2006/relationships/customXml" Target="../ink/ink109.xml"/><Relationship Id="rId368" Type="http://schemas.openxmlformats.org/officeDocument/2006/relationships/image" Target="../media/image207.png"/><Relationship Id="rId228" Type="http://schemas.openxmlformats.org/officeDocument/2006/relationships/customXml" Target="../ink/ink146.xml"/><Relationship Id="rId435" Type="http://schemas.openxmlformats.org/officeDocument/2006/relationships/customXml" Target="../ink/ink255.xml"/><Relationship Id="rId477" Type="http://schemas.openxmlformats.org/officeDocument/2006/relationships/customXml" Target="../ink/ink276.xml"/><Relationship Id="rId281" Type="http://schemas.openxmlformats.org/officeDocument/2006/relationships/image" Target="../media/image170.png"/><Relationship Id="rId337" Type="http://schemas.openxmlformats.org/officeDocument/2006/relationships/customXml" Target="../ink/ink206.xml"/><Relationship Id="rId34" Type="http://schemas.openxmlformats.org/officeDocument/2006/relationships/customXml" Target="../ink/ink61.xml"/><Relationship Id="rId76" Type="http://schemas.openxmlformats.org/officeDocument/2006/relationships/customXml" Target="../ink/ink82.xml"/><Relationship Id="rId141" Type="http://schemas.openxmlformats.org/officeDocument/2006/relationships/image" Target="../media/image100.png"/><Relationship Id="rId379" Type="http://schemas.openxmlformats.org/officeDocument/2006/relationships/customXml" Target="../ink/ink227.xml"/><Relationship Id="rId7" Type="http://schemas.openxmlformats.org/officeDocument/2006/relationships/image" Target="../media/image330.png"/><Relationship Id="rId239" Type="http://schemas.openxmlformats.org/officeDocument/2006/relationships/image" Target="../media/image149.png"/><Relationship Id="rId183" Type="http://schemas.openxmlformats.org/officeDocument/2006/relationships/image" Target="../media/image121.png"/><Relationship Id="rId390" Type="http://schemas.openxmlformats.org/officeDocument/2006/relationships/image" Target="../media/image218.png"/><Relationship Id="rId404" Type="http://schemas.openxmlformats.org/officeDocument/2006/relationships/image" Target="../media/image225.png"/><Relationship Id="rId446" Type="http://schemas.openxmlformats.org/officeDocument/2006/relationships/image" Target="../media/image246.png"/><Relationship Id="rId250" Type="http://schemas.openxmlformats.org/officeDocument/2006/relationships/customXml" Target="../ink/ink157.xml"/><Relationship Id="rId292" Type="http://schemas.openxmlformats.org/officeDocument/2006/relationships/customXml" Target="../ink/ink178.xml"/><Relationship Id="rId306" Type="http://schemas.openxmlformats.org/officeDocument/2006/relationships/image" Target="../media/image125.png"/><Relationship Id="rId488" Type="http://schemas.openxmlformats.org/officeDocument/2006/relationships/image" Target="../media/image267.png"/><Relationship Id="rId45" Type="http://schemas.openxmlformats.org/officeDocument/2006/relationships/image" Target="../media/image52.png"/><Relationship Id="rId87" Type="http://schemas.openxmlformats.org/officeDocument/2006/relationships/image" Target="../media/image73.png"/><Relationship Id="rId110" Type="http://schemas.openxmlformats.org/officeDocument/2006/relationships/customXml" Target="../ink/ink99.xml"/><Relationship Id="rId348" Type="http://schemas.openxmlformats.org/officeDocument/2006/relationships/image" Target="../media/image197.png"/><Relationship Id="rId152" Type="http://schemas.openxmlformats.org/officeDocument/2006/relationships/customXml" Target="../ink/ink120.xml"/><Relationship Id="rId194" Type="http://schemas.openxmlformats.org/officeDocument/2006/relationships/customXml" Target="../ink/ink129.xml"/><Relationship Id="rId208" Type="http://schemas.openxmlformats.org/officeDocument/2006/relationships/customXml" Target="../ink/ink136.xml"/><Relationship Id="rId415" Type="http://schemas.openxmlformats.org/officeDocument/2006/relationships/customXml" Target="../ink/ink245.xml"/><Relationship Id="rId457" Type="http://schemas.openxmlformats.org/officeDocument/2006/relationships/customXml" Target="../ink/ink266.xml"/><Relationship Id="rId261" Type="http://schemas.openxmlformats.org/officeDocument/2006/relationships/image" Target="../media/image160.png"/><Relationship Id="rId499" Type="http://schemas.openxmlformats.org/officeDocument/2006/relationships/customXml" Target="../ink/ink287.xml"/><Relationship Id="rId14" Type="http://schemas.openxmlformats.org/officeDocument/2006/relationships/customXml" Target="../ink/ink51.xml"/><Relationship Id="rId56" Type="http://schemas.openxmlformats.org/officeDocument/2006/relationships/customXml" Target="../ink/ink72.xml"/><Relationship Id="rId317" Type="http://schemas.openxmlformats.org/officeDocument/2006/relationships/customXml" Target="../ink/ink196.xml"/><Relationship Id="rId359" Type="http://schemas.openxmlformats.org/officeDocument/2006/relationships/customXml" Target="../ink/ink217.xml"/><Relationship Id="rId98" Type="http://schemas.openxmlformats.org/officeDocument/2006/relationships/customXml" Target="../ink/ink93.xml"/><Relationship Id="rId121" Type="http://schemas.openxmlformats.org/officeDocument/2006/relationships/image" Target="../media/image90.png"/><Relationship Id="rId163" Type="http://schemas.openxmlformats.org/officeDocument/2006/relationships/image" Target="../media/image111.png"/><Relationship Id="rId219" Type="http://schemas.openxmlformats.org/officeDocument/2006/relationships/image" Target="../media/image139.png"/><Relationship Id="rId370" Type="http://schemas.openxmlformats.org/officeDocument/2006/relationships/image" Target="../media/image208.png"/><Relationship Id="rId426" Type="http://schemas.openxmlformats.org/officeDocument/2006/relationships/image" Target="../media/image236.png"/><Relationship Id="rId230" Type="http://schemas.openxmlformats.org/officeDocument/2006/relationships/customXml" Target="../ink/ink147.xml"/><Relationship Id="rId468" Type="http://schemas.openxmlformats.org/officeDocument/2006/relationships/image" Target="../media/image257.png"/><Relationship Id="rId25" Type="http://schemas.openxmlformats.org/officeDocument/2006/relationships/image" Target="../media/image42.png"/><Relationship Id="rId67" Type="http://schemas.openxmlformats.org/officeDocument/2006/relationships/image" Target="../media/image63.png"/><Relationship Id="rId272" Type="http://schemas.openxmlformats.org/officeDocument/2006/relationships/customXml" Target="../ink/ink168.xml"/><Relationship Id="rId328" Type="http://schemas.openxmlformats.org/officeDocument/2006/relationships/image" Target="../media/image187.png"/><Relationship Id="rId132" Type="http://schemas.openxmlformats.org/officeDocument/2006/relationships/customXml" Target="../ink/ink110.xml"/><Relationship Id="rId381" Type="http://schemas.openxmlformats.org/officeDocument/2006/relationships/customXml" Target="../ink/ink228.xml"/><Relationship Id="rId241" Type="http://schemas.openxmlformats.org/officeDocument/2006/relationships/image" Target="../media/image150.png"/><Relationship Id="rId437" Type="http://schemas.openxmlformats.org/officeDocument/2006/relationships/customXml" Target="../ink/ink256.xml"/><Relationship Id="rId479" Type="http://schemas.openxmlformats.org/officeDocument/2006/relationships/customXml" Target="../ink/ink277.xml"/><Relationship Id="rId36" Type="http://schemas.openxmlformats.org/officeDocument/2006/relationships/customXml" Target="../ink/ink62.xml"/><Relationship Id="rId283" Type="http://schemas.openxmlformats.org/officeDocument/2006/relationships/image" Target="../media/image171.png"/><Relationship Id="rId339" Type="http://schemas.openxmlformats.org/officeDocument/2006/relationships/customXml" Target="../ink/ink207.xml"/><Relationship Id="rId490" Type="http://schemas.openxmlformats.org/officeDocument/2006/relationships/image" Target="../media/image268.png"/><Relationship Id="rId78" Type="http://schemas.openxmlformats.org/officeDocument/2006/relationships/customXml" Target="../ink/ink83.xml"/><Relationship Id="rId101" Type="http://schemas.openxmlformats.org/officeDocument/2006/relationships/image" Target="../media/image80.png"/><Relationship Id="rId143" Type="http://schemas.openxmlformats.org/officeDocument/2006/relationships/image" Target="../media/image101.png"/><Relationship Id="rId185" Type="http://schemas.openxmlformats.org/officeDocument/2006/relationships/image" Target="../media/image122.png"/><Relationship Id="rId350" Type="http://schemas.openxmlformats.org/officeDocument/2006/relationships/image" Target="../media/image198.png"/><Relationship Id="rId406" Type="http://schemas.openxmlformats.org/officeDocument/2006/relationships/image" Target="../media/image226.png"/><Relationship Id="rId9" Type="http://schemas.openxmlformats.org/officeDocument/2006/relationships/image" Target="../media/image340.png"/><Relationship Id="rId210" Type="http://schemas.openxmlformats.org/officeDocument/2006/relationships/customXml" Target="../ink/ink137.xml"/><Relationship Id="rId392" Type="http://schemas.openxmlformats.org/officeDocument/2006/relationships/image" Target="../media/image219.png"/><Relationship Id="rId448" Type="http://schemas.openxmlformats.org/officeDocument/2006/relationships/image" Target="../media/image247.png"/><Relationship Id="rId252" Type="http://schemas.openxmlformats.org/officeDocument/2006/relationships/customXml" Target="../ink/ink158.xml"/><Relationship Id="rId294" Type="http://schemas.openxmlformats.org/officeDocument/2006/relationships/customXml" Target="../ink/ink179.xml"/><Relationship Id="rId308" Type="http://schemas.openxmlformats.org/officeDocument/2006/relationships/image" Target="../media/image177.png"/><Relationship Id="rId47" Type="http://schemas.openxmlformats.org/officeDocument/2006/relationships/image" Target="../media/image53.png"/><Relationship Id="rId89" Type="http://schemas.openxmlformats.org/officeDocument/2006/relationships/image" Target="../media/image74.png"/><Relationship Id="rId112" Type="http://schemas.openxmlformats.org/officeDocument/2006/relationships/customXml" Target="../ink/ink100.xml"/><Relationship Id="rId154" Type="http://schemas.openxmlformats.org/officeDocument/2006/relationships/customXml" Target="../ink/ink121.xml"/><Relationship Id="rId361" Type="http://schemas.openxmlformats.org/officeDocument/2006/relationships/customXml" Target="../ink/ink218.xml"/><Relationship Id="rId196" Type="http://schemas.openxmlformats.org/officeDocument/2006/relationships/customXml" Target="../ink/ink130.xml"/><Relationship Id="rId417" Type="http://schemas.openxmlformats.org/officeDocument/2006/relationships/customXml" Target="../ink/ink246.xml"/><Relationship Id="rId459" Type="http://schemas.openxmlformats.org/officeDocument/2006/relationships/customXml" Target="../ink/ink267.xml"/><Relationship Id="rId16" Type="http://schemas.openxmlformats.org/officeDocument/2006/relationships/customXml" Target="../ink/ink52.xml"/><Relationship Id="rId221" Type="http://schemas.openxmlformats.org/officeDocument/2006/relationships/image" Target="../media/image140.png"/><Relationship Id="rId263" Type="http://schemas.openxmlformats.org/officeDocument/2006/relationships/image" Target="../media/image161.png"/><Relationship Id="rId319" Type="http://schemas.openxmlformats.org/officeDocument/2006/relationships/customXml" Target="../ink/ink197.xml"/><Relationship Id="rId470" Type="http://schemas.openxmlformats.org/officeDocument/2006/relationships/image" Target="../media/image258.png"/><Relationship Id="rId58" Type="http://schemas.openxmlformats.org/officeDocument/2006/relationships/customXml" Target="../ink/ink73.xml"/><Relationship Id="rId123" Type="http://schemas.openxmlformats.org/officeDocument/2006/relationships/image" Target="../media/image91.png"/><Relationship Id="rId330" Type="http://schemas.openxmlformats.org/officeDocument/2006/relationships/image" Target="../media/image188.png"/><Relationship Id="rId165" Type="http://schemas.openxmlformats.org/officeDocument/2006/relationships/image" Target="../media/image112.png"/><Relationship Id="rId372" Type="http://schemas.openxmlformats.org/officeDocument/2006/relationships/image" Target="../media/image209.png"/><Relationship Id="rId428" Type="http://schemas.openxmlformats.org/officeDocument/2006/relationships/image" Target="../media/image237.png"/><Relationship Id="rId232" Type="http://schemas.openxmlformats.org/officeDocument/2006/relationships/customXml" Target="../ink/ink148.xml"/><Relationship Id="rId274" Type="http://schemas.openxmlformats.org/officeDocument/2006/relationships/customXml" Target="../ink/ink169.xml"/><Relationship Id="rId481" Type="http://schemas.openxmlformats.org/officeDocument/2006/relationships/customXml" Target="../ink/ink278.xml"/><Relationship Id="rId27" Type="http://schemas.openxmlformats.org/officeDocument/2006/relationships/image" Target="../media/image43.png"/><Relationship Id="rId69" Type="http://schemas.openxmlformats.org/officeDocument/2006/relationships/image" Target="../media/image64.png"/><Relationship Id="rId134" Type="http://schemas.openxmlformats.org/officeDocument/2006/relationships/customXml" Target="../ink/ink111.xml"/><Relationship Id="rId80" Type="http://schemas.openxmlformats.org/officeDocument/2006/relationships/customXml" Target="../ink/ink84.xml"/><Relationship Id="rId341" Type="http://schemas.openxmlformats.org/officeDocument/2006/relationships/customXml" Target="../ink/ink208.xml"/><Relationship Id="rId383" Type="http://schemas.openxmlformats.org/officeDocument/2006/relationships/customXml" Target="../ink/ink229.xml"/><Relationship Id="rId439" Type="http://schemas.openxmlformats.org/officeDocument/2006/relationships/customXml" Target="../ink/ink257.xml"/><Relationship Id="rId201" Type="http://schemas.openxmlformats.org/officeDocument/2006/relationships/image" Target="../media/image130.png"/><Relationship Id="rId243" Type="http://schemas.openxmlformats.org/officeDocument/2006/relationships/image" Target="../media/image151.png"/><Relationship Id="rId285" Type="http://schemas.openxmlformats.org/officeDocument/2006/relationships/image" Target="../media/image172.png"/><Relationship Id="rId450" Type="http://schemas.openxmlformats.org/officeDocument/2006/relationships/image" Target="../media/image248.png"/><Relationship Id="rId38" Type="http://schemas.openxmlformats.org/officeDocument/2006/relationships/customXml" Target="../ink/ink63.xml"/><Relationship Id="rId103" Type="http://schemas.openxmlformats.org/officeDocument/2006/relationships/image" Target="../media/image81.png"/><Relationship Id="rId310" Type="http://schemas.openxmlformats.org/officeDocument/2006/relationships/image" Target="../media/image178.png"/><Relationship Id="rId492" Type="http://schemas.openxmlformats.org/officeDocument/2006/relationships/image" Target="../media/image269.png"/><Relationship Id="rId91" Type="http://schemas.openxmlformats.org/officeDocument/2006/relationships/image" Target="../media/image75.png"/><Relationship Id="rId145" Type="http://schemas.openxmlformats.org/officeDocument/2006/relationships/image" Target="../media/image102.png"/><Relationship Id="rId187" Type="http://schemas.openxmlformats.org/officeDocument/2006/relationships/image" Target="../media/image123.png"/><Relationship Id="rId352" Type="http://schemas.openxmlformats.org/officeDocument/2006/relationships/image" Target="../media/image199.png"/><Relationship Id="rId394" Type="http://schemas.openxmlformats.org/officeDocument/2006/relationships/image" Target="../media/image220.png"/><Relationship Id="rId408" Type="http://schemas.openxmlformats.org/officeDocument/2006/relationships/image" Target="../media/image227.png"/><Relationship Id="rId212" Type="http://schemas.openxmlformats.org/officeDocument/2006/relationships/customXml" Target="../ink/ink138.xml"/><Relationship Id="rId254" Type="http://schemas.openxmlformats.org/officeDocument/2006/relationships/customXml" Target="../ink/ink159.xml"/><Relationship Id="rId49" Type="http://schemas.openxmlformats.org/officeDocument/2006/relationships/image" Target="../media/image54.png"/><Relationship Id="rId114" Type="http://schemas.openxmlformats.org/officeDocument/2006/relationships/customXml" Target="../ink/ink101.xml"/><Relationship Id="rId296" Type="http://schemas.openxmlformats.org/officeDocument/2006/relationships/customXml" Target="../ink/ink181.xml"/><Relationship Id="rId461" Type="http://schemas.openxmlformats.org/officeDocument/2006/relationships/customXml" Target="../ink/ink268.xml"/><Relationship Id="rId60" Type="http://schemas.openxmlformats.org/officeDocument/2006/relationships/customXml" Target="../ink/ink74.xml"/><Relationship Id="rId156" Type="http://schemas.openxmlformats.org/officeDocument/2006/relationships/customXml" Target="../ink/ink122.xml"/><Relationship Id="rId198" Type="http://schemas.openxmlformats.org/officeDocument/2006/relationships/customXml" Target="../ink/ink131.xml"/><Relationship Id="rId321" Type="http://schemas.openxmlformats.org/officeDocument/2006/relationships/customXml" Target="../ink/ink198.xml"/><Relationship Id="rId363" Type="http://schemas.openxmlformats.org/officeDocument/2006/relationships/customXml" Target="../ink/ink219.xml"/><Relationship Id="rId419" Type="http://schemas.openxmlformats.org/officeDocument/2006/relationships/customXml" Target="../ink/ink247.xml"/><Relationship Id="rId223" Type="http://schemas.openxmlformats.org/officeDocument/2006/relationships/image" Target="../media/image141.png"/><Relationship Id="rId430" Type="http://schemas.openxmlformats.org/officeDocument/2006/relationships/image" Target="../media/image238.png"/><Relationship Id="rId18" Type="http://schemas.openxmlformats.org/officeDocument/2006/relationships/customXml" Target="../ink/ink53.xml"/><Relationship Id="rId265" Type="http://schemas.openxmlformats.org/officeDocument/2006/relationships/image" Target="../media/image162.png"/><Relationship Id="rId472" Type="http://schemas.openxmlformats.org/officeDocument/2006/relationships/image" Target="../media/image259.png"/><Relationship Id="rId125" Type="http://schemas.openxmlformats.org/officeDocument/2006/relationships/image" Target="../media/image92.png"/><Relationship Id="rId167" Type="http://schemas.openxmlformats.org/officeDocument/2006/relationships/image" Target="../media/image113.png"/><Relationship Id="rId332" Type="http://schemas.openxmlformats.org/officeDocument/2006/relationships/image" Target="../media/image189.png"/><Relationship Id="rId374" Type="http://schemas.openxmlformats.org/officeDocument/2006/relationships/image" Target="../media/image210.png"/><Relationship Id="rId71" Type="http://schemas.openxmlformats.org/officeDocument/2006/relationships/image" Target="../media/image65.png"/><Relationship Id="rId234" Type="http://schemas.openxmlformats.org/officeDocument/2006/relationships/customXml" Target="../ink/ink149.xml"/><Relationship Id="rId2" Type="http://schemas.openxmlformats.org/officeDocument/2006/relationships/notesSlide" Target="../notesSlides/notesSlide20.xml"/><Relationship Id="rId29" Type="http://schemas.openxmlformats.org/officeDocument/2006/relationships/image" Target="../media/image44.png"/><Relationship Id="rId276" Type="http://schemas.openxmlformats.org/officeDocument/2006/relationships/customXml" Target="../ink/ink170.xml"/><Relationship Id="rId441" Type="http://schemas.openxmlformats.org/officeDocument/2006/relationships/customXml" Target="../ink/ink258.xml"/><Relationship Id="rId483" Type="http://schemas.openxmlformats.org/officeDocument/2006/relationships/customXml" Target="../ink/ink279.xml"/><Relationship Id="rId40" Type="http://schemas.openxmlformats.org/officeDocument/2006/relationships/customXml" Target="../ink/ink64.xml"/><Relationship Id="rId136" Type="http://schemas.openxmlformats.org/officeDocument/2006/relationships/customXml" Target="../ink/ink112.xml"/><Relationship Id="rId301" Type="http://schemas.openxmlformats.org/officeDocument/2006/relationships/customXml" Target="../ink/ink186.xml"/><Relationship Id="rId343" Type="http://schemas.openxmlformats.org/officeDocument/2006/relationships/customXml" Target="../ink/ink209.xml"/><Relationship Id="rId82" Type="http://schemas.openxmlformats.org/officeDocument/2006/relationships/customXml" Target="../ink/ink85.xml"/><Relationship Id="rId203" Type="http://schemas.openxmlformats.org/officeDocument/2006/relationships/image" Target="../media/image131.png"/><Relationship Id="rId385" Type="http://schemas.openxmlformats.org/officeDocument/2006/relationships/customXml" Target="../ink/ink230.xml"/><Relationship Id="rId245" Type="http://schemas.openxmlformats.org/officeDocument/2006/relationships/image" Target="../media/image152.png"/><Relationship Id="rId287" Type="http://schemas.openxmlformats.org/officeDocument/2006/relationships/image" Target="../media/image173.png"/><Relationship Id="rId410" Type="http://schemas.openxmlformats.org/officeDocument/2006/relationships/image" Target="../media/image228.png"/><Relationship Id="rId452" Type="http://schemas.openxmlformats.org/officeDocument/2006/relationships/image" Target="../media/image249.png"/><Relationship Id="rId494" Type="http://schemas.openxmlformats.org/officeDocument/2006/relationships/image" Target="../media/image270.png"/><Relationship Id="rId105" Type="http://schemas.openxmlformats.org/officeDocument/2006/relationships/image" Target="../media/image82.png"/><Relationship Id="rId147" Type="http://schemas.openxmlformats.org/officeDocument/2006/relationships/image" Target="../media/image103.png"/><Relationship Id="rId312" Type="http://schemas.openxmlformats.org/officeDocument/2006/relationships/image" Target="../media/image179.png"/><Relationship Id="rId354" Type="http://schemas.openxmlformats.org/officeDocument/2006/relationships/image" Target="../media/image200.png"/><Relationship Id="rId51" Type="http://schemas.openxmlformats.org/officeDocument/2006/relationships/image" Target="../media/image55.png"/><Relationship Id="rId93" Type="http://schemas.openxmlformats.org/officeDocument/2006/relationships/image" Target="../media/image76.png"/><Relationship Id="rId189" Type="http://schemas.openxmlformats.org/officeDocument/2006/relationships/image" Target="../media/image124.png"/><Relationship Id="rId396" Type="http://schemas.openxmlformats.org/officeDocument/2006/relationships/image" Target="../media/image221.png"/><Relationship Id="rId214" Type="http://schemas.openxmlformats.org/officeDocument/2006/relationships/customXml" Target="../ink/ink139.xml"/><Relationship Id="rId256" Type="http://schemas.openxmlformats.org/officeDocument/2006/relationships/customXml" Target="../ink/ink160.xml"/><Relationship Id="rId298" Type="http://schemas.openxmlformats.org/officeDocument/2006/relationships/customXml" Target="../ink/ink183.xml"/><Relationship Id="rId421" Type="http://schemas.openxmlformats.org/officeDocument/2006/relationships/customXml" Target="../ink/ink248.xml"/><Relationship Id="rId463" Type="http://schemas.openxmlformats.org/officeDocument/2006/relationships/customXml" Target="../ink/ink269.xml"/><Relationship Id="rId116" Type="http://schemas.openxmlformats.org/officeDocument/2006/relationships/customXml" Target="../ink/ink102.xml"/><Relationship Id="rId137" Type="http://schemas.openxmlformats.org/officeDocument/2006/relationships/image" Target="../media/image98.png"/><Relationship Id="rId158" Type="http://schemas.openxmlformats.org/officeDocument/2006/relationships/customXml" Target="../ink/ink123.xml"/><Relationship Id="rId302" Type="http://schemas.openxmlformats.org/officeDocument/2006/relationships/customXml" Target="../ink/ink187.xml"/><Relationship Id="rId323" Type="http://schemas.openxmlformats.org/officeDocument/2006/relationships/customXml" Target="../ink/ink199.xml"/><Relationship Id="rId344" Type="http://schemas.openxmlformats.org/officeDocument/2006/relationships/image" Target="../media/image195.png"/><Relationship Id="rId20" Type="http://schemas.openxmlformats.org/officeDocument/2006/relationships/customXml" Target="../ink/ink54.xml"/><Relationship Id="rId41" Type="http://schemas.openxmlformats.org/officeDocument/2006/relationships/image" Target="../media/image50.png"/><Relationship Id="rId62" Type="http://schemas.openxmlformats.org/officeDocument/2006/relationships/customXml" Target="../ink/ink75.xml"/><Relationship Id="rId83" Type="http://schemas.openxmlformats.org/officeDocument/2006/relationships/image" Target="../media/image71.png"/><Relationship Id="rId179" Type="http://schemas.openxmlformats.org/officeDocument/2006/relationships/image" Target="../media/image119.png"/><Relationship Id="rId365" Type="http://schemas.openxmlformats.org/officeDocument/2006/relationships/customXml" Target="../ink/ink220.xml"/><Relationship Id="rId386" Type="http://schemas.openxmlformats.org/officeDocument/2006/relationships/image" Target="../media/image216.png"/><Relationship Id="rId204" Type="http://schemas.openxmlformats.org/officeDocument/2006/relationships/customXml" Target="../ink/ink134.xml"/><Relationship Id="rId225" Type="http://schemas.openxmlformats.org/officeDocument/2006/relationships/image" Target="../media/image142.png"/><Relationship Id="rId246" Type="http://schemas.openxmlformats.org/officeDocument/2006/relationships/customXml" Target="../ink/ink155.xml"/><Relationship Id="rId267" Type="http://schemas.openxmlformats.org/officeDocument/2006/relationships/image" Target="../media/image163.png"/><Relationship Id="rId288" Type="http://schemas.openxmlformats.org/officeDocument/2006/relationships/customXml" Target="../ink/ink176.xml"/><Relationship Id="rId411" Type="http://schemas.openxmlformats.org/officeDocument/2006/relationships/customXml" Target="../ink/ink243.xml"/><Relationship Id="rId432" Type="http://schemas.openxmlformats.org/officeDocument/2006/relationships/image" Target="../media/image239.png"/><Relationship Id="rId453" Type="http://schemas.openxmlformats.org/officeDocument/2006/relationships/customXml" Target="../ink/ink264.xml"/><Relationship Id="rId474" Type="http://schemas.openxmlformats.org/officeDocument/2006/relationships/image" Target="../media/image260.png"/><Relationship Id="rId106" Type="http://schemas.openxmlformats.org/officeDocument/2006/relationships/customXml" Target="../ink/ink97.xml"/><Relationship Id="rId127" Type="http://schemas.openxmlformats.org/officeDocument/2006/relationships/image" Target="../media/image93.png"/><Relationship Id="rId313" Type="http://schemas.openxmlformats.org/officeDocument/2006/relationships/customXml" Target="../ink/ink194.xml"/><Relationship Id="rId495" Type="http://schemas.openxmlformats.org/officeDocument/2006/relationships/customXml" Target="../ink/ink285.xml"/><Relationship Id="rId10" Type="http://schemas.openxmlformats.org/officeDocument/2006/relationships/customXml" Target="../ink/ink49.xml"/><Relationship Id="rId31" Type="http://schemas.openxmlformats.org/officeDocument/2006/relationships/image" Target="../media/image45.png"/><Relationship Id="rId52" Type="http://schemas.openxmlformats.org/officeDocument/2006/relationships/customXml" Target="../ink/ink70.xml"/><Relationship Id="rId73" Type="http://schemas.openxmlformats.org/officeDocument/2006/relationships/image" Target="../media/image66.png"/><Relationship Id="rId94" Type="http://schemas.openxmlformats.org/officeDocument/2006/relationships/customXml" Target="../ink/ink91.xml"/><Relationship Id="rId148" Type="http://schemas.openxmlformats.org/officeDocument/2006/relationships/customXml" Target="../ink/ink118.xml"/><Relationship Id="rId169" Type="http://schemas.openxmlformats.org/officeDocument/2006/relationships/image" Target="../media/image114.png"/><Relationship Id="rId334" Type="http://schemas.openxmlformats.org/officeDocument/2006/relationships/image" Target="../media/image190.png"/><Relationship Id="rId355" Type="http://schemas.openxmlformats.org/officeDocument/2006/relationships/customXml" Target="../ink/ink215.xml"/><Relationship Id="rId376" Type="http://schemas.openxmlformats.org/officeDocument/2006/relationships/image" Target="../media/image211.png"/><Relationship Id="rId397" Type="http://schemas.openxmlformats.org/officeDocument/2006/relationships/customXml" Target="../ink/ink236.xml"/><Relationship Id="rId4" Type="http://schemas.openxmlformats.org/officeDocument/2006/relationships/customXml" Target="../ink/ink46.xml"/><Relationship Id="rId215" Type="http://schemas.openxmlformats.org/officeDocument/2006/relationships/image" Target="../media/image137.png"/><Relationship Id="rId236" Type="http://schemas.openxmlformats.org/officeDocument/2006/relationships/customXml" Target="../ink/ink150.xml"/><Relationship Id="rId257" Type="http://schemas.openxmlformats.org/officeDocument/2006/relationships/image" Target="../media/image158.png"/><Relationship Id="rId278" Type="http://schemas.openxmlformats.org/officeDocument/2006/relationships/customXml" Target="../ink/ink171.xml"/><Relationship Id="rId401" Type="http://schemas.openxmlformats.org/officeDocument/2006/relationships/customXml" Target="../ink/ink238.xml"/><Relationship Id="rId422" Type="http://schemas.openxmlformats.org/officeDocument/2006/relationships/image" Target="../media/image234.png"/><Relationship Id="rId443" Type="http://schemas.openxmlformats.org/officeDocument/2006/relationships/customXml" Target="../ink/ink259.xml"/><Relationship Id="rId464" Type="http://schemas.openxmlformats.org/officeDocument/2006/relationships/image" Target="../media/image255.png"/><Relationship Id="rId303" Type="http://schemas.openxmlformats.org/officeDocument/2006/relationships/customXml" Target="../ink/ink188.xml"/><Relationship Id="rId485" Type="http://schemas.openxmlformats.org/officeDocument/2006/relationships/customXml" Target="../ink/ink280.xml"/><Relationship Id="rId42" Type="http://schemas.openxmlformats.org/officeDocument/2006/relationships/customXml" Target="../ink/ink65.xml"/><Relationship Id="rId84" Type="http://schemas.openxmlformats.org/officeDocument/2006/relationships/customXml" Target="../ink/ink86.xml"/><Relationship Id="rId138" Type="http://schemas.openxmlformats.org/officeDocument/2006/relationships/customXml" Target="../ink/ink113.xml"/><Relationship Id="rId345" Type="http://schemas.openxmlformats.org/officeDocument/2006/relationships/customXml" Target="../ink/ink210.xml"/><Relationship Id="rId387" Type="http://schemas.openxmlformats.org/officeDocument/2006/relationships/customXml" Target="../ink/ink231.xml"/><Relationship Id="rId205" Type="http://schemas.openxmlformats.org/officeDocument/2006/relationships/image" Target="../media/image132.png"/><Relationship Id="rId247" Type="http://schemas.openxmlformats.org/officeDocument/2006/relationships/image" Target="../media/image153.png"/><Relationship Id="rId412" Type="http://schemas.openxmlformats.org/officeDocument/2006/relationships/image" Target="../media/image229.png"/><Relationship Id="rId107" Type="http://schemas.openxmlformats.org/officeDocument/2006/relationships/image" Target="../media/image83.png"/><Relationship Id="rId289" Type="http://schemas.openxmlformats.org/officeDocument/2006/relationships/image" Target="../media/image174.png"/><Relationship Id="rId454" Type="http://schemas.openxmlformats.org/officeDocument/2006/relationships/image" Target="../media/image250.png"/><Relationship Id="rId496" Type="http://schemas.openxmlformats.org/officeDocument/2006/relationships/image" Target="../media/image271.png"/><Relationship Id="rId11" Type="http://schemas.openxmlformats.org/officeDocument/2006/relationships/image" Target="../media/image350.png"/><Relationship Id="rId53" Type="http://schemas.openxmlformats.org/officeDocument/2006/relationships/image" Target="../media/image56.png"/><Relationship Id="rId149" Type="http://schemas.openxmlformats.org/officeDocument/2006/relationships/image" Target="../media/image104.png"/><Relationship Id="rId314" Type="http://schemas.openxmlformats.org/officeDocument/2006/relationships/image" Target="../media/image180.png"/><Relationship Id="rId356" Type="http://schemas.openxmlformats.org/officeDocument/2006/relationships/image" Target="../media/image201.png"/><Relationship Id="rId398" Type="http://schemas.openxmlformats.org/officeDocument/2006/relationships/image" Target="../media/image222.png"/><Relationship Id="rId95" Type="http://schemas.openxmlformats.org/officeDocument/2006/relationships/image" Target="../media/image77.png"/><Relationship Id="rId160" Type="http://schemas.openxmlformats.org/officeDocument/2006/relationships/customXml" Target="../ink/ink124.xml"/><Relationship Id="rId216" Type="http://schemas.openxmlformats.org/officeDocument/2006/relationships/customXml" Target="../ink/ink140.xml"/><Relationship Id="rId423" Type="http://schemas.openxmlformats.org/officeDocument/2006/relationships/customXml" Target="../ink/ink249.xml"/><Relationship Id="rId258" Type="http://schemas.openxmlformats.org/officeDocument/2006/relationships/customXml" Target="../ink/ink161.xml"/><Relationship Id="rId465" Type="http://schemas.openxmlformats.org/officeDocument/2006/relationships/customXml" Target="../ink/ink270.xml"/><Relationship Id="rId22" Type="http://schemas.openxmlformats.org/officeDocument/2006/relationships/customXml" Target="../ink/ink55.xml"/><Relationship Id="rId64" Type="http://schemas.openxmlformats.org/officeDocument/2006/relationships/customXml" Target="../ink/ink76.xml"/><Relationship Id="rId118" Type="http://schemas.openxmlformats.org/officeDocument/2006/relationships/customXml" Target="../ink/ink103.xml"/><Relationship Id="rId325" Type="http://schemas.openxmlformats.org/officeDocument/2006/relationships/customXml" Target="../ink/ink200.xml"/><Relationship Id="rId367" Type="http://schemas.openxmlformats.org/officeDocument/2006/relationships/customXml" Target="../ink/ink221.xml"/><Relationship Id="rId227" Type="http://schemas.openxmlformats.org/officeDocument/2006/relationships/image" Target="../media/image143.png"/><Relationship Id="rId171" Type="http://schemas.openxmlformats.org/officeDocument/2006/relationships/image" Target="../media/image115.png"/><Relationship Id="rId269" Type="http://schemas.openxmlformats.org/officeDocument/2006/relationships/image" Target="../media/image164.png"/><Relationship Id="rId434" Type="http://schemas.openxmlformats.org/officeDocument/2006/relationships/image" Target="../media/image240.png"/><Relationship Id="rId476" Type="http://schemas.openxmlformats.org/officeDocument/2006/relationships/image" Target="../media/image261.png"/><Relationship Id="rId33" Type="http://schemas.openxmlformats.org/officeDocument/2006/relationships/image" Target="../media/image46.png"/><Relationship Id="rId129" Type="http://schemas.openxmlformats.org/officeDocument/2006/relationships/image" Target="../media/image94.png"/><Relationship Id="rId280" Type="http://schemas.openxmlformats.org/officeDocument/2006/relationships/customXml" Target="../ink/ink172.xml"/><Relationship Id="rId336" Type="http://schemas.openxmlformats.org/officeDocument/2006/relationships/image" Target="../media/image191.png"/><Relationship Id="rId75" Type="http://schemas.openxmlformats.org/officeDocument/2006/relationships/image" Target="../media/image67.png"/><Relationship Id="rId140" Type="http://schemas.openxmlformats.org/officeDocument/2006/relationships/customXml" Target="../ink/ink114.xml"/><Relationship Id="rId378" Type="http://schemas.openxmlformats.org/officeDocument/2006/relationships/image" Target="../media/image212.png"/><Relationship Id="rId403" Type="http://schemas.openxmlformats.org/officeDocument/2006/relationships/customXml" Target="../ink/ink239.xml"/><Relationship Id="rId6" Type="http://schemas.openxmlformats.org/officeDocument/2006/relationships/customXml" Target="../ink/ink47.xml"/><Relationship Id="rId238" Type="http://schemas.openxmlformats.org/officeDocument/2006/relationships/customXml" Target="../ink/ink151.xml"/><Relationship Id="rId445" Type="http://schemas.openxmlformats.org/officeDocument/2006/relationships/customXml" Target="../ink/ink260.xml"/><Relationship Id="rId487" Type="http://schemas.openxmlformats.org/officeDocument/2006/relationships/customXml" Target="../ink/ink281.xml"/><Relationship Id="rId291" Type="http://schemas.openxmlformats.org/officeDocument/2006/relationships/image" Target="../media/image175.png"/><Relationship Id="rId305" Type="http://schemas.openxmlformats.org/officeDocument/2006/relationships/customXml" Target="../ink/ink190.xml"/><Relationship Id="rId347" Type="http://schemas.openxmlformats.org/officeDocument/2006/relationships/customXml" Target="../ink/ink211.xml"/><Relationship Id="rId44" Type="http://schemas.openxmlformats.org/officeDocument/2006/relationships/customXml" Target="../ink/ink66.xml"/><Relationship Id="rId86" Type="http://schemas.openxmlformats.org/officeDocument/2006/relationships/customXml" Target="../ink/ink87.xml"/><Relationship Id="rId151" Type="http://schemas.openxmlformats.org/officeDocument/2006/relationships/image" Target="../media/image105.png"/><Relationship Id="rId389" Type="http://schemas.openxmlformats.org/officeDocument/2006/relationships/customXml" Target="../ink/ink232.xml"/><Relationship Id="rId193" Type="http://schemas.openxmlformats.org/officeDocument/2006/relationships/image" Target="../media/image126.png"/><Relationship Id="rId207" Type="http://schemas.openxmlformats.org/officeDocument/2006/relationships/image" Target="../media/image133.png"/><Relationship Id="rId249" Type="http://schemas.openxmlformats.org/officeDocument/2006/relationships/image" Target="../media/image154.png"/><Relationship Id="rId414" Type="http://schemas.openxmlformats.org/officeDocument/2006/relationships/image" Target="../media/image230.png"/><Relationship Id="rId456" Type="http://schemas.openxmlformats.org/officeDocument/2006/relationships/image" Target="../media/image251.png"/><Relationship Id="rId498" Type="http://schemas.openxmlformats.org/officeDocument/2006/relationships/image" Target="../media/image272.png"/><Relationship Id="rId13" Type="http://schemas.openxmlformats.org/officeDocument/2006/relationships/image" Target="../media/image360.png"/><Relationship Id="rId109" Type="http://schemas.openxmlformats.org/officeDocument/2006/relationships/image" Target="../media/image84.png"/><Relationship Id="rId260" Type="http://schemas.openxmlformats.org/officeDocument/2006/relationships/customXml" Target="../ink/ink162.xml"/><Relationship Id="rId316" Type="http://schemas.openxmlformats.org/officeDocument/2006/relationships/image" Target="../media/image181.png"/><Relationship Id="rId55" Type="http://schemas.openxmlformats.org/officeDocument/2006/relationships/image" Target="../media/image57.png"/><Relationship Id="rId97" Type="http://schemas.openxmlformats.org/officeDocument/2006/relationships/image" Target="../media/image78.png"/><Relationship Id="rId120" Type="http://schemas.openxmlformats.org/officeDocument/2006/relationships/customXml" Target="../ink/ink104.xml"/><Relationship Id="rId358" Type="http://schemas.openxmlformats.org/officeDocument/2006/relationships/image" Target="../media/image202.png"/><Relationship Id="rId162" Type="http://schemas.openxmlformats.org/officeDocument/2006/relationships/customXml" Target="../ink/ink125.xml"/><Relationship Id="rId218" Type="http://schemas.openxmlformats.org/officeDocument/2006/relationships/customXml" Target="../ink/ink141.xml"/><Relationship Id="rId425" Type="http://schemas.openxmlformats.org/officeDocument/2006/relationships/customXml" Target="../ink/ink250.xml"/><Relationship Id="rId467" Type="http://schemas.openxmlformats.org/officeDocument/2006/relationships/customXml" Target="../ink/ink271.xml"/><Relationship Id="rId271" Type="http://schemas.openxmlformats.org/officeDocument/2006/relationships/image" Target="../media/image165.png"/><Relationship Id="rId24" Type="http://schemas.openxmlformats.org/officeDocument/2006/relationships/customXml" Target="../ink/ink56.xml"/><Relationship Id="rId66" Type="http://schemas.openxmlformats.org/officeDocument/2006/relationships/customXml" Target="../ink/ink77.xml"/><Relationship Id="rId131" Type="http://schemas.openxmlformats.org/officeDocument/2006/relationships/image" Target="../media/image95.png"/><Relationship Id="rId327" Type="http://schemas.openxmlformats.org/officeDocument/2006/relationships/customXml" Target="../ink/ink201.xml"/><Relationship Id="rId369" Type="http://schemas.openxmlformats.org/officeDocument/2006/relationships/customXml" Target="../ink/ink222.xml"/><Relationship Id="rId229" Type="http://schemas.openxmlformats.org/officeDocument/2006/relationships/image" Target="../media/image144.png"/><Relationship Id="rId173" Type="http://schemas.openxmlformats.org/officeDocument/2006/relationships/image" Target="../media/image116.png"/><Relationship Id="rId380" Type="http://schemas.openxmlformats.org/officeDocument/2006/relationships/image" Target="../media/image213.png"/><Relationship Id="rId436" Type="http://schemas.openxmlformats.org/officeDocument/2006/relationships/image" Target="../media/image241.png"/><Relationship Id="rId240" Type="http://schemas.openxmlformats.org/officeDocument/2006/relationships/customXml" Target="../ink/ink152.xml"/><Relationship Id="rId478" Type="http://schemas.openxmlformats.org/officeDocument/2006/relationships/image" Target="../media/image262.png"/><Relationship Id="rId35" Type="http://schemas.openxmlformats.org/officeDocument/2006/relationships/image" Target="../media/image47.png"/><Relationship Id="rId77" Type="http://schemas.openxmlformats.org/officeDocument/2006/relationships/image" Target="../media/image68.png"/><Relationship Id="rId100" Type="http://schemas.openxmlformats.org/officeDocument/2006/relationships/customXml" Target="../ink/ink94.xml"/><Relationship Id="rId282" Type="http://schemas.openxmlformats.org/officeDocument/2006/relationships/customXml" Target="../ink/ink173.xml"/><Relationship Id="rId338" Type="http://schemas.openxmlformats.org/officeDocument/2006/relationships/image" Target="../media/image192.png"/><Relationship Id="rId8" Type="http://schemas.openxmlformats.org/officeDocument/2006/relationships/customXml" Target="../ink/ink48.xml"/><Relationship Id="rId142" Type="http://schemas.openxmlformats.org/officeDocument/2006/relationships/customXml" Target="../ink/ink115.xml"/><Relationship Id="rId391" Type="http://schemas.openxmlformats.org/officeDocument/2006/relationships/customXml" Target="../ink/ink233.xml"/><Relationship Id="rId405" Type="http://schemas.openxmlformats.org/officeDocument/2006/relationships/customXml" Target="../ink/ink240.xml"/><Relationship Id="rId447" Type="http://schemas.openxmlformats.org/officeDocument/2006/relationships/customXml" Target="../ink/ink261.xml"/><Relationship Id="rId251" Type="http://schemas.openxmlformats.org/officeDocument/2006/relationships/image" Target="../media/image155.png"/><Relationship Id="rId489" Type="http://schemas.openxmlformats.org/officeDocument/2006/relationships/customXml" Target="../ink/ink282.xml"/><Relationship Id="rId46" Type="http://schemas.openxmlformats.org/officeDocument/2006/relationships/customXml" Target="../ink/ink67.xml"/><Relationship Id="rId293" Type="http://schemas.openxmlformats.org/officeDocument/2006/relationships/image" Target="../media/image176.png"/><Relationship Id="rId307" Type="http://schemas.openxmlformats.org/officeDocument/2006/relationships/customXml" Target="../ink/ink191.xml"/><Relationship Id="rId349" Type="http://schemas.openxmlformats.org/officeDocument/2006/relationships/customXml" Target="../ink/ink212.xml"/><Relationship Id="rId88" Type="http://schemas.openxmlformats.org/officeDocument/2006/relationships/customXml" Target="../ink/ink88.xml"/><Relationship Id="rId111" Type="http://schemas.openxmlformats.org/officeDocument/2006/relationships/image" Target="../media/image85.png"/><Relationship Id="rId153" Type="http://schemas.openxmlformats.org/officeDocument/2006/relationships/image" Target="../media/image106.png"/><Relationship Id="rId195" Type="http://schemas.openxmlformats.org/officeDocument/2006/relationships/image" Target="../media/image127.png"/><Relationship Id="rId209" Type="http://schemas.openxmlformats.org/officeDocument/2006/relationships/image" Target="../media/image134.png"/><Relationship Id="rId360" Type="http://schemas.openxmlformats.org/officeDocument/2006/relationships/image" Target="../media/image203.png"/><Relationship Id="rId416" Type="http://schemas.openxmlformats.org/officeDocument/2006/relationships/image" Target="../media/image231.png"/><Relationship Id="rId220" Type="http://schemas.openxmlformats.org/officeDocument/2006/relationships/customXml" Target="../ink/ink142.xml"/><Relationship Id="rId458" Type="http://schemas.openxmlformats.org/officeDocument/2006/relationships/image" Target="../media/image252.png"/><Relationship Id="rId15" Type="http://schemas.openxmlformats.org/officeDocument/2006/relationships/image" Target="../media/image370.png"/><Relationship Id="rId57" Type="http://schemas.openxmlformats.org/officeDocument/2006/relationships/image" Target="../media/image58.png"/><Relationship Id="rId262" Type="http://schemas.openxmlformats.org/officeDocument/2006/relationships/customXml" Target="../ink/ink163.xml"/><Relationship Id="rId318" Type="http://schemas.openxmlformats.org/officeDocument/2006/relationships/image" Target="../media/image182.png"/><Relationship Id="rId99" Type="http://schemas.openxmlformats.org/officeDocument/2006/relationships/image" Target="../media/image79.png"/><Relationship Id="rId122" Type="http://schemas.openxmlformats.org/officeDocument/2006/relationships/customXml" Target="../ink/ink105.xml"/><Relationship Id="rId164" Type="http://schemas.openxmlformats.org/officeDocument/2006/relationships/customXml" Target="../ink/ink126.xml"/><Relationship Id="rId371" Type="http://schemas.openxmlformats.org/officeDocument/2006/relationships/customXml" Target="../ink/ink223.xml"/><Relationship Id="rId427" Type="http://schemas.openxmlformats.org/officeDocument/2006/relationships/customXml" Target="../ink/ink251.xml"/><Relationship Id="rId469" Type="http://schemas.openxmlformats.org/officeDocument/2006/relationships/customXml" Target="../ink/ink272.xml"/><Relationship Id="rId26" Type="http://schemas.openxmlformats.org/officeDocument/2006/relationships/customXml" Target="../ink/ink57.xml"/><Relationship Id="rId231" Type="http://schemas.openxmlformats.org/officeDocument/2006/relationships/image" Target="../media/image145.png"/><Relationship Id="rId273" Type="http://schemas.openxmlformats.org/officeDocument/2006/relationships/image" Target="../media/image166.png"/><Relationship Id="rId329" Type="http://schemas.openxmlformats.org/officeDocument/2006/relationships/customXml" Target="../ink/ink202.xml"/><Relationship Id="rId480" Type="http://schemas.openxmlformats.org/officeDocument/2006/relationships/image" Target="../media/image263.png"/><Relationship Id="rId68" Type="http://schemas.openxmlformats.org/officeDocument/2006/relationships/customXml" Target="../ink/ink78.xml"/><Relationship Id="rId133" Type="http://schemas.openxmlformats.org/officeDocument/2006/relationships/image" Target="../media/image96.png"/><Relationship Id="rId175" Type="http://schemas.openxmlformats.org/officeDocument/2006/relationships/image" Target="../media/image117.png"/><Relationship Id="rId340" Type="http://schemas.openxmlformats.org/officeDocument/2006/relationships/image" Target="../media/image193.png"/><Relationship Id="rId200" Type="http://schemas.openxmlformats.org/officeDocument/2006/relationships/customXml" Target="../ink/ink132.xml"/><Relationship Id="rId382" Type="http://schemas.openxmlformats.org/officeDocument/2006/relationships/image" Target="../media/image214.png"/><Relationship Id="rId438" Type="http://schemas.openxmlformats.org/officeDocument/2006/relationships/image" Target="../media/image242.png"/><Relationship Id="rId242" Type="http://schemas.openxmlformats.org/officeDocument/2006/relationships/customXml" Target="../ink/ink153.xml"/><Relationship Id="rId284" Type="http://schemas.openxmlformats.org/officeDocument/2006/relationships/customXml" Target="../ink/ink174.xml"/><Relationship Id="rId491" Type="http://schemas.openxmlformats.org/officeDocument/2006/relationships/customXml" Target="../ink/ink283.xml"/><Relationship Id="rId37" Type="http://schemas.openxmlformats.org/officeDocument/2006/relationships/image" Target="../media/image48.png"/><Relationship Id="rId79" Type="http://schemas.openxmlformats.org/officeDocument/2006/relationships/image" Target="../media/image69.png"/><Relationship Id="rId102" Type="http://schemas.openxmlformats.org/officeDocument/2006/relationships/customXml" Target="../ink/ink95.xml"/><Relationship Id="rId144" Type="http://schemas.openxmlformats.org/officeDocument/2006/relationships/customXml" Target="../ink/ink116.xml"/><Relationship Id="rId90" Type="http://schemas.openxmlformats.org/officeDocument/2006/relationships/customXml" Target="../ink/ink89.xml"/><Relationship Id="rId351" Type="http://schemas.openxmlformats.org/officeDocument/2006/relationships/customXml" Target="../ink/ink213.xml"/><Relationship Id="rId393" Type="http://schemas.openxmlformats.org/officeDocument/2006/relationships/customXml" Target="../ink/ink234.xml"/><Relationship Id="rId407" Type="http://schemas.openxmlformats.org/officeDocument/2006/relationships/customXml" Target="../ink/ink241.xml"/><Relationship Id="rId449" Type="http://schemas.openxmlformats.org/officeDocument/2006/relationships/customXml" Target="../ink/ink262.xml"/><Relationship Id="rId211" Type="http://schemas.openxmlformats.org/officeDocument/2006/relationships/image" Target="../media/image135.png"/><Relationship Id="rId253" Type="http://schemas.openxmlformats.org/officeDocument/2006/relationships/image" Target="../media/image156.png"/><Relationship Id="rId295" Type="http://schemas.openxmlformats.org/officeDocument/2006/relationships/customXml" Target="../ink/ink180.xml"/><Relationship Id="rId309" Type="http://schemas.openxmlformats.org/officeDocument/2006/relationships/customXml" Target="../ink/ink192.xml"/><Relationship Id="rId460" Type="http://schemas.openxmlformats.org/officeDocument/2006/relationships/image" Target="../media/image253.png"/><Relationship Id="rId48" Type="http://schemas.openxmlformats.org/officeDocument/2006/relationships/customXml" Target="../ink/ink68.xml"/><Relationship Id="rId113" Type="http://schemas.openxmlformats.org/officeDocument/2006/relationships/image" Target="../media/image86.png"/><Relationship Id="rId320" Type="http://schemas.openxmlformats.org/officeDocument/2006/relationships/image" Target="../media/image183.png"/><Relationship Id="rId155" Type="http://schemas.openxmlformats.org/officeDocument/2006/relationships/image" Target="../media/image107.png"/><Relationship Id="rId197" Type="http://schemas.openxmlformats.org/officeDocument/2006/relationships/image" Target="../media/image128.png"/><Relationship Id="rId362" Type="http://schemas.openxmlformats.org/officeDocument/2006/relationships/image" Target="../media/image204.png"/><Relationship Id="rId418" Type="http://schemas.openxmlformats.org/officeDocument/2006/relationships/image" Target="../media/image232.png"/><Relationship Id="rId222" Type="http://schemas.openxmlformats.org/officeDocument/2006/relationships/customXml" Target="../ink/ink143.xml"/><Relationship Id="rId264" Type="http://schemas.openxmlformats.org/officeDocument/2006/relationships/customXml" Target="../ink/ink164.xml"/><Relationship Id="rId471" Type="http://schemas.openxmlformats.org/officeDocument/2006/relationships/customXml" Target="../ink/ink273.xml"/><Relationship Id="rId17" Type="http://schemas.openxmlformats.org/officeDocument/2006/relationships/image" Target="../media/image380.png"/><Relationship Id="rId59" Type="http://schemas.openxmlformats.org/officeDocument/2006/relationships/image" Target="../media/image59.png"/><Relationship Id="rId124" Type="http://schemas.openxmlformats.org/officeDocument/2006/relationships/customXml" Target="../ink/ink106.xml"/><Relationship Id="rId70" Type="http://schemas.openxmlformats.org/officeDocument/2006/relationships/customXml" Target="../ink/ink79.xml"/><Relationship Id="rId166" Type="http://schemas.openxmlformats.org/officeDocument/2006/relationships/customXml" Target="../ink/ink127.xml"/><Relationship Id="rId331" Type="http://schemas.openxmlformats.org/officeDocument/2006/relationships/customXml" Target="../ink/ink203.xml"/><Relationship Id="rId373" Type="http://schemas.openxmlformats.org/officeDocument/2006/relationships/customXml" Target="../ink/ink224.xml"/><Relationship Id="rId429" Type="http://schemas.openxmlformats.org/officeDocument/2006/relationships/customXml" Target="../ink/ink252.xml"/><Relationship Id="rId1" Type="http://schemas.openxmlformats.org/officeDocument/2006/relationships/slideLayout" Target="../slideLayouts/slideLayout2.xml"/><Relationship Id="rId233" Type="http://schemas.openxmlformats.org/officeDocument/2006/relationships/image" Target="../media/image146.png"/><Relationship Id="rId440" Type="http://schemas.openxmlformats.org/officeDocument/2006/relationships/image" Target="../media/image243.png"/><Relationship Id="rId28" Type="http://schemas.openxmlformats.org/officeDocument/2006/relationships/customXml" Target="../ink/ink58.xml"/><Relationship Id="rId275" Type="http://schemas.openxmlformats.org/officeDocument/2006/relationships/image" Target="../media/image167.png"/><Relationship Id="rId300" Type="http://schemas.openxmlformats.org/officeDocument/2006/relationships/customXml" Target="../ink/ink185.xml"/><Relationship Id="rId482" Type="http://schemas.openxmlformats.org/officeDocument/2006/relationships/image" Target="../media/image264.png"/><Relationship Id="rId81" Type="http://schemas.openxmlformats.org/officeDocument/2006/relationships/image" Target="../media/image70.png"/><Relationship Id="rId135" Type="http://schemas.openxmlformats.org/officeDocument/2006/relationships/image" Target="../media/image97.png"/><Relationship Id="rId177" Type="http://schemas.openxmlformats.org/officeDocument/2006/relationships/image" Target="../media/image118.png"/><Relationship Id="rId342" Type="http://schemas.openxmlformats.org/officeDocument/2006/relationships/image" Target="../media/image194.png"/><Relationship Id="rId384" Type="http://schemas.openxmlformats.org/officeDocument/2006/relationships/image" Target="../media/image215.png"/><Relationship Id="rId202" Type="http://schemas.openxmlformats.org/officeDocument/2006/relationships/customXml" Target="../ink/ink133.xml"/><Relationship Id="rId244" Type="http://schemas.openxmlformats.org/officeDocument/2006/relationships/customXml" Target="../ink/ink154.xml"/><Relationship Id="rId39" Type="http://schemas.openxmlformats.org/officeDocument/2006/relationships/image" Target="../media/image49.png"/><Relationship Id="rId286" Type="http://schemas.openxmlformats.org/officeDocument/2006/relationships/customXml" Target="../ink/ink175.xml"/><Relationship Id="rId451" Type="http://schemas.openxmlformats.org/officeDocument/2006/relationships/customXml" Target="../ink/ink263.xml"/><Relationship Id="rId493" Type="http://schemas.openxmlformats.org/officeDocument/2006/relationships/customXml" Target="../ink/ink284.xml"/><Relationship Id="rId50" Type="http://schemas.openxmlformats.org/officeDocument/2006/relationships/customXml" Target="../ink/ink69.xml"/><Relationship Id="rId104" Type="http://schemas.openxmlformats.org/officeDocument/2006/relationships/customXml" Target="../ink/ink96.xml"/><Relationship Id="rId146" Type="http://schemas.openxmlformats.org/officeDocument/2006/relationships/customXml" Target="../ink/ink117.xml"/><Relationship Id="rId311" Type="http://schemas.openxmlformats.org/officeDocument/2006/relationships/customXml" Target="../ink/ink193.xml"/><Relationship Id="rId353" Type="http://schemas.openxmlformats.org/officeDocument/2006/relationships/customXml" Target="../ink/ink214.xml"/><Relationship Id="rId395" Type="http://schemas.openxmlformats.org/officeDocument/2006/relationships/customXml" Target="../ink/ink235.xml"/><Relationship Id="rId409" Type="http://schemas.openxmlformats.org/officeDocument/2006/relationships/customXml" Target="../ink/ink242.xml"/><Relationship Id="rId92" Type="http://schemas.openxmlformats.org/officeDocument/2006/relationships/customXml" Target="../ink/ink90.xml"/><Relationship Id="rId213" Type="http://schemas.openxmlformats.org/officeDocument/2006/relationships/image" Target="../media/image136.png"/><Relationship Id="rId420" Type="http://schemas.openxmlformats.org/officeDocument/2006/relationships/image" Target="../media/image233.png"/><Relationship Id="rId255" Type="http://schemas.openxmlformats.org/officeDocument/2006/relationships/image" Target="../media/image157.png"/><Relationship Id="rId297" Type="http://schemas.openxmlformats.org/officeDocument/2006/relationships/customXml" Target="../ink/ink182.xml"/><Relationship Id="rId462" Type="http://schemas.openxmlformats.org/officeDocument/2006/relationships/image" Target="../media/image254.png"/><Relationship Id="rId115" Type="http://schemas.openxmlformats.org/officeDocument/2006/relationships/image" Target="../media/image87.png"/><Relationship Id="rId157" Type="http://schemas.openxmlformats.org/officeDocument/2006/relationships/image" Target="../media/image108.png"/><Relationship Id="rId322" Type="http://schemas.openxmlformats.org/officeDocument/2006/relationships/image" Target="../media/image184.png"/><Relationship Id="rId364" Type="http://schemas.openxmlformats.org/officeDocument/2006/relationships/image" Target="../media/image205.png"/><Relationship Id="rId61" Type="http://schemas.openxmlformats.org/officeDocument/2006/relationships/image" Target="../media/image60.png"/><Relationship Id="rId199" Type="http://schemas.openxmlformats.org/officeDocument/2006/relationships/image" Target="../media/image129.png"/><Relationship Id="rId19" Type="http://schemas.openxmlformats.org/officeDocument/2006/relationships/image" Target="../media/image390.png"/><Relationship Id="rId224" Type="http://schemas.openxmlformats.org/officeDocument/2006/relationships/customXml" Target="../ink/ink144.xml"/><Relationship Id="rId266" Type="http://schemas.openxmlformats.org/officeDocument/2006/relationships/customXml" Target="../ink/ink165.xml"/><Relationship Id="rId431" Type="http://schemas.openxmlformats.org/officeDocument/2006/relationships/customXml" Target="../ink/ink253.xml"/><Relationship Id="rId473" Type="http://schemas.openxmlformats.org/officeDocument/2006/relationships/customXml" Target="../ink/ink274.xml"/><Relationship Id="rId30" Type="http://schemas.openxmlformats.org/officeDocument/2006/relationships/customXml" Target="../ink/ink59.xml"/><Relationship Id="rId126" Type="http://schemas.openxmlformats.org/officeDocument/2006/relationships/customXml" Target="../ink/ink107.xml"/><Relationship Id="rId168" Type="http://schemas.openxmlformats.org/officeDocument/2006/relationships/customXml" Target="../ink/ink128.xml"/><Relationship Id="rId333" Type="http://schemas.openxmlformats.org/officeDocument/2006/relationships/customXml" Target="../ink/ink204.xml"/><Relationship Id="rId72" Type="http://schemas.openxmlformats.org/officeDocument/2006/relationships/customXml" Target="../ink/ink80.xml"/><Relationship Id="rId375" Type="http://schemas.openxmlformats.org/officeDocument/2006/relationships/customXml" Target="../ink/ink225.xml"/><Relationship Id="rId3" Type="http://schemas.openxmlformats.org/officeDocument/2006/relationships/image" Target="../media/image39.png"/><Relationship Id="rId235" Type="http://schemas.openxmlformats.org/officeDocument/2006/relationships/image" Target="../media/image147.png"/><Relationship Id="rId277" Type="http://schemas.openxmlformats.org/officeDocument/2006/relationships/image" Target="../media/image168.png"/><Relationship Id="rId400" Type="http://schemas.openxmlformats.org/officeDocument/2006/relationships/image" Target="../media/image223.png"/><Relationship Id="rId442" Type="http://schemas.openxmlformats.org/officeDocument/2006/relationships/image" Target="../media/image244.png"/><Relationship Id="rId484" Type="http://schemas.openxmlformats.org/officeDocument/2006/relationships/image" Target="../media/image265.png"/></Relationships>
</file>

<file path=ppt/slides/_rels/slide25.xml.rels><?xml version="1.0" encoding="UTF-8" standalone="yes"?>
<Relationships xmlns="http://schemas.openxmlformats.org/package/2006/relationships"><Relationship Id="rId3" Type="http://schemas.openxmlformats.org/officeDocument/2006/relationships/image" Target="../media/image27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40B29-C9C0-9926-6D01-E3B7263B0194}"/>
              </a:ext>
            </a:extLst>
          </p:cNvPr>
          <p:cNvSpPr>
            <a:spLocks noGrp="1"/>
          </p:cNvSpPr>
          <p:nvPr>
            <p:ph type="title"/>
          </p:nvPr>
        </p:nvSpPr>
        <p:spPr/>
        <p:txBody>
          <a:bodyPr/>
          <a:lstStyle/>
          <a:p>
            <a:r>
              <a:rPr lang="en-US" dirty="0"/>
              <a:t>Six Traits of Writing</a:t>
            </a:r>
          </a:p>
        </p:txBody>
      </p:sp>
      <p:sp>
        <p:nvSpPr>
          <p:cNvPr id="4" name="Text Placeholder 3">
            <a:extLst>
              <a:ext uri="{FF2B5EF4-FFF2-40B4-BE49-F238E27FC236}">
                <a16:creationId xmlns:a16="http://schemas.microsoft.com/office/drawing/2014/main" id="{FD1F7354-DB22-5F64-C423-7E65EA101E62}"/>
              </a:ext>
            </a:extLst>
          </p:cNvPr>
          <p:cNvSpPr>
            <a:spLocks noGrp="1"/>
          </p:cNvSpPr>
          <p:nvPr>
            <p:ph type="body" idx="1"/>
          </p:nvPr>
        </p:nvSpPr>
        <p:spPr/>
        <p:txBody>
          <a:bodyPr/>
          <a:lstStyle/>
          <a:p>
            <a:r>
              <a:rPr lang="en-AU" dirty="0"/>
              <a:t>Word Choice</a:t>
            </a:r>
          </a:p>
        </p:txBody>
      </p:sp>
      <p:sp>
        <p:nvSpPr>
          <p:cNvPr id="5" name="Slide Number Placeholder 4">
            <a:extLst>
              <a:ext uri="{FF2B5EF4-FFF2-40B4-BE49-F238E27FC236}">
                <a16:creationId xmlns:a16="http://schemas.microsoft.com/office/drawing/2014/main" id="{F9C21673-E53F-1D5B-5297-76C958C945A3}"/>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1</a:t>
            </a:fld>
            <a:endParaRPr lang="en-AU">
              <a:solidFill>
                <a:schemeClr val="accent1"/>
              </a:solidFill>
              <a:latin typeface="+mj-lt"/>
            </a:endParaRPr>
          </a:p>
        </p:txBody>
      </p:sp>
    </p:spTree>
    <p:extLst>
      <p:ext uri="{BB962C8B-B14F-4D97-AF65-F5344CB8AC3E}">
        <p14:creationId xmlns:p14="http://schemas.microsoft.com/office/powerpoint/2010/main" val="4094960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074D6FE-4686-97F9-9D73-C61748177764}"/>
              </a:ext>
            </a:extLst>
          </p:cNvPr>
          <p:cNvSpPr>
            <a:spLocks noGrp="1"/>
          </p:cNvSpPr>
          <p:nvPr>
            <p:ph type="ftr" sz="quarter" idx="3"/>
          </p:nvPr>
        </p:nvSpPr>
        <p:spPr/>
        <p:txBody>
          <a:bodyPr/>
          <a:lstStyle/>
          <a:p>
            <a:pPr algn="r"/>
            <a:r>
              <a:rPr lang="en-AU"/>
              <a:t>Insert Power Point title here</a:t>
            </a:r>
          </a:p>
        </p:txBody>
      </p:sp>
      <p:sp>
        <p:nvSpPr>
          <p:cNvPr id="3" name="Slide Number Placeholder 2">
            <a:extLst>
              <a:ext uri="{FF2B5EF4-FFF2-40B4-BE49-F238E27FC236}">
                <a16:creationId xmlns:a16="http://schemas.microsoft.com/office/drawing/2014/main" id="{F422440E-ED85-62DE-F068-7A96960233B0}"/>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2</a:t>
            </a:fld>
            <a:endParaRPr lang="en-AU">
              <a:solidFill>
                <a:schemeClr val="accent1"/>
              </a:solidFill>
              <a:latin typeface="+mj-lt"/>
            </a:endParaRPr>
          </a:p>
        </p:txBody>
      </p:sp>
      <p:pic>
        <p:nvPicPr>
          <p:cNvPr id="5" name="Picture 4">
            <a:extLst>
              <a:ext uri="{FF2B5EF4-FFF2-40B4-BE49-F238E27FC236}">
                <a16:creationId xmlns:a16="http://schemas.microsoft.com/office/drawing/2014/main" id="{031AD29A-BF2C-1ABE-C157-2261CB0E5B04}"/>
              </a:ext>
            </a:extLst>
          </p:cNvPr>
          <p:cNvPicPr>
            <a:picLocks noChangeAspect="1"/>
          </p:cNvPicPr>
          <p:nvPr/>
        </p:nvPicPr>
        <p:blipFill>
          <a:blip r:embed="rId3"/>
          <a:stretch>
            <a:fillRect/>
          </a:stretch>
        </p:blipFill>
        <p:spPr>
          <a:xfrm>
            <a:off x="434927" y="146345"/>
            <a:ext cx="9429554" cy="6565310"/>
          </a:xfrm>
          <a:prstGeom prst="rect">
            <a:avLst/>
          </a:prstGeom>
        </p:spPr>
      </p:pic>
    </p:spTree>
    <p:extLst>
      <p:ext uri="{BB962C8B-B14F-4D97-AF65-F5344CB8AC3E}">
        <p14:creationId xmlns:p14="http://schemas.microsoft.com/office/powerpoint/2010/main" val="4221100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E9F00-910F-717E-5B89-3976433611B6}"/>
              </a:ext>
            </a:extLst>
          </p:cNvPr>
          <p:cNvSpPr>
            <a:spLocks noGrp="1"/>
          </p:cNvSpPr>
          <p:nvPr>
            <p:ph type="title"/>
          </p:nvPr>
        </p:nvSpPr>
        <p:spPr/>
        <p:txBody>
          <a:bodyPr/>
          <a:lstStyle/>
          <a:p>
            <a:r>
              <a:rPr lang="en-US" dirty="0"/>
              <a:t>Vocabulary building</a:t>
            </a:r>
          </a:p>
        </p:txBody>
      </p:sp>
      <p:sp>
        <p:nvSpPr>
          <p:cNvPr id="3" name="Content Placeholder 2">
            <a:extLst>
              <a:ext uri="{FF2B5EF4-FFF2-40B4-BE49-F238E27FC236}">
                <a16:creationId xmlns:a16="http://schemas.microsoft.com/office/drawing/2014/main" id="{63BE3972-9461-FEE7-F00E-3A1822268889}"/>
              </a:ext>
            </a:extLst>
          </p:cNvPr>
          <p:cNvSpPr>
            <a:spLocks noGrp="1"/>
          </p:cNvSpPr>
          <p:nvPr>
            <p:ph idx="1"/>
          </p:nvPr>
        </p:nvSpPr>
        <p:spPr>
          <a:xfrm>
            <a:off x="827314" y="2231572"/>
            <a:ext cx="9862457" cy="3962399"/>
          </a:xfrm>
        </p:spPr>
        <p:txBody>
          <a:bodyPr anchor="ctr">
            <a:normAutofit/>
          </a:bodyPr>
          <a:lstStyle/>
          <a:p>
            <a:r>
              <a:rPr lang="en-AU" b="1" dirty="0"/>
              <a:t>Our job:</a:t>
            </a:r>
          </a:p>
          <a:p>
            <a:pPr marL="622300" indent="-342900">
              <a:buFont typeface="Arial" panose="020B0604020202020204" pitchFamily="34" charset="0"/>
              <a:buChar char="•"/>
            </a:pPr>
            <a:r>
              <a:rPr lang="en-AU" dirty="0"/>
              <a:t>To developing students’ access to a broader and more nuanced vocabulary</a:t>
            </a:r>
          </a:p>
          <a:p>
            <a:pPr marL="622300" indent="-342900">
              <a:buFont typeface="Arial" panose="020B0604020202020204" pitchFamily="34" charset="0"/>
              <a:buChar char="•"/>
            </a:pPr>
            <a:r>
              <a:rPr lang="en-AU" dirty="0"/>
              <a:t>To develop vocab specific to each subject and context</a:t>
            </a:r>
          </a:p>
          <a:p>
            <a:endParaRPr lang="en-AU" dirty="0"/>
          </a:p>
          <a:p>
            <a:r>
              <a:rPr lang="en-AU" b="1" dirty="0"/>
              <a:t>This will improve:</a:t>
            </a:r>
          </a:p>
          <a:p>
            <a:pPr marL="622300" indent="-355600">
              <a:buFont typeface="Arial" panose="020B0604020202020204" pitchFamily="34" charset="0"/>
              <a:buChar char="•"/>
            </a:pPr>
            <a:r>
              <a:rPr lang="en-AU" dirty="0"/>
              <a:t>Writing and outcomes</a:t>
            </a:r>
          </a:p>
          <a:p>
            <a:pPr marL="622300" indent="-355600">
              <a:buFont typeface="Arial" panose="020B0604020202020204" pitchFamily="34" charset="0"/>
              <a:buChar char="•"/>
            </a:pPr>
            <a:r>
              <a:rPr lang="en-AU" dirty="0"/>
              <a:t>Understanding of content</a:t>
            </a:r>
          </a:p>
        </p:txBody>
      </p:sp>
      <p:sp>
        <p:nvSpPr>
          <p:cNvPr id="5" name="Slide Number Placeholder 4">
            <a:extLst>
              <a:ext uri="{FF2B5EF4-FFF2-40B4-BE49-F238E27FC236}">
                <a16:creationId xmlns:a16="http://schemas.microsoft.com/office/drawing/2014/main" id="{2E709C48-A39E-8DB2-0A3D-45E4A1959326}"/>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3</a:t>
            </a:fld>
            <a:endParaRPr lang="en-AU">
              <a:solidFill>
                <a:schemeClr val="accent1"/>
              </a:solidFill>
              <a:latin typeface="+mj-lt"/>
            </a:endParaRPr>
          </a:p>
        </p:txBody>
      </p:sp>
    </p:spTree>
    <p:extLst>
      <p:ext uri="{BB962C8B-B14F-4D97-AF65-F5344CB8AC3E}">
        <p14:creationId xmlns:p14="http://schemas.microsoft.com/office/powerpoint/2010/main" val="10330102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31A1F-3302-79DC-F2DA-69643A28D418}"/>
              </a:ext>
            </a:extLst>
          </p:cNvPr>
          <p:cNvSpPr>
            <a:spLocks noGrp="1"/>
          </p:cNvSpPr>
          <p:nvPr>
            <p:ph type="title"/>
          </p:nvPr>
        </p:nvSpPr>
        <p:spPr/>
        <p:txBody>
          <a:bodyPr/>
          <a:lstStyle/>
          <a:p>
            <a:r>
              <a:rPr lang="en-AU" dirty="0"/>
              <a:t>NAPLAN</a:t>
            </a:r>
          </a:p>
        </p:txBody>
      </p:sp>
      <p:sp>
        <p:nvSpPr>
          <p:cNvPr id="3" name="Content Placeholder 2">
            <a:extLst>
              <a:ext uri="{FF2B5EF4-FFF2-40B4-BE49-F238E27FC236}">
                <a16:creationId xmlns:a16="http://schemas.microsoft.com/office/drawing/2014/main" id="{F91E43C8-382D-0BCC-0C06-F8F211A2D34B}"/>
              </a:ext>
            </a:extLst>
          </p:cNvPr>
          <p:cNvSpPr>
            <a:spLocks noGrp="1"/>
          </p:cNvSpPr>
          <p:nvPr>
            <p:ph idx="1"/>
          </p:nvPr>
        </p:nvSpPr>
        <p:spPr>
          <a:xfrm>
            <a:off x="827314" y="2231572"/>
            <a:ext cx="9862457" cy="3661228"/>
          </a:xfrm>
        </p:spPr>
        <p:txBody>
          <a:bodyPr anchor="ctr"/>
          <a:lstStyle/>
          <a:p>
            <a:pPr algn="ctr"/>
            <a:r>
              <a:rPr lang="en-AU" b="1" dirty="0"/>
              <a:t>Writing</a:t>
            </a:r>
            <a:r>
              <a:rPr lang="en-AU" dirty="0"/>
              <a:t>: </a:t>
            </a:r>
          </a:p>
          <a:p>
            <a:pPr>
              <a:spcAft>
                <a:spcPts val="1200"/>
              </a:spcAft>
            </a:pPr>
            <a:r>
              <a:rPr lang="en-AU" dirty="0"/>
              <a:t>Vocabulary is assigned a maximum of 5 marks. </a:t>
            </a:r>
          </a:p>
          <a:p>
            <a:r>
              <a:rPr lang="en-AU" dirty="0"/>
              <a:t>KHS students:</a:t>
            </a:r>
          </a:p>
          <a:p>
            <a:pPr marL="812800" indent="-342900">
              <a:buFont typeface="Arial" panose="020B0604020202020204" pitchFamily="34" charset="0"/>
              <a:buChar char="•"/>
            </a:pPr>
            <a:r>
              <a:rPr lang="en-AU" b="1" dirty="0"/>
              <a:t>3/5</a:t>
            </a:r>
            <a:r>
              <a:rPr lang="en-AU" dirty="0"/>
              <a:t> (year 7) </a:t>
            </a:r>
          </a:p>
          <a:p>
            <a:pPr marL="812800" indent="-342900">
              <a:buFont typeface="Arial" panose="020B0604020202020204" pitchFamily="34" charset="0"/>
              <a:buChar char="•"/>
            </a:pPr>
            <a:r>
              <a:rPr lang="en-AU" b="1" dirty="0"/>
              <a:t>4/5</a:t>
            </a:r>
            <a:r>
              <a:rPr lang="en-AU" dirty="0"/>
              <a:t> (year 9)</a:t>
            </a:r>
          </a:p>
          <a:p>
            <a:endParaRPr lang="en-AU" dirty="0"/>
          </a:p>
          <a:p>
            <a:r>
              <a:rPr lang="en-AU" dirty="0"/>
              <a:t>But this is not the whole picture.</a:t>
            </a:r>
          </a:p>
        </p:txBody>
      </p:sp>
      <p:sp>
        <p:nvSpPr>
          <p:cNvPr id="4" name="Footer Placeholder 3">
            <a:extLst>
              <a:ext uri="{FF2B5EF4-FFF2-40B4-BE49-F238E27FC236}">
                <a16:creationId xmlns:a16="http://schemas.microsoft.com/office/drawing/2014/main" id="{C5829A92-CD86-9C0F-E454-9FF0323D66DD}"/>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271A421B-6646-707B-ED61-D02A92F3BE05}"/>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4</a:t>
            </a:fld>
            <a:endParaRPr lang="en-AU">
              <a:solidFill>
                <a:schemeClr val="accent1"/>
              </a:solidFill>
              <a:latin typeface="+mj-lt"/>
            </a:endParaRPr>
          </a:p>
        </p:txBody>
      </p:sp>
    </p:spTree>
    <p:extLst>
      <p:ext uri="{BB962C8B-B14F-4D97-AF65-F5344CB8AC3E}">
        <p14:creationId xmlns:p14="http://schemas.microsoft.com/office/powerpoint/2010/main" val="59265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31A1F-3302-79DC-F2DA-69643A28D418}"/>
              </a:ext>
            </a:extLst>
          </p:cNvPr>
          <p:cNvSpPr>
            <a:spLocks noGrp="1"/>
          </p:cNvSpPr>
          <p:nvPr>
            <p:ph type="title"/>
          </p:nvPr>
        </p:nvSpPr>
        <p:spPr/>
        <p:txBody>
          <a:bodyPr/>
          <a:lstStyle/>
          <a:p>
            <a:r>
              <a:rPr lang="en-AU" dirty="0"/>
              <a:t>NAPLAN</a:t>
            </a:r>
          </a:p>
        </p:txBody>
      </p:sp>
      <p:sp>
        <p:nvSpPr>
          <p:cNvPr id="3" name="Content Placeholder 2">
            <a:extLst>
              <a:ext uri="{FF2B5EF4-FFF2-40B4-BE49-F238E27FC236}">
                <a16:creationId xmlns:a16="http://schemas.microsoft.com/office/drawing/2014/main" id="{F91E43C8-382D-0BCC-0C06-F8F211A2D34B}"/>
              </a:ext>
            </a:extLst>
          </p:cNvPr>
          <p:cNvSpPr>
            <a:spLocks noGrp="1"/>
          </p:cNvSpPr>
          <p:nvPr>
            <p:ph idx="1"/>
          </p:nvPr>
        </p:nvSpPr>
        <p:spPr/>
        <p:txBody>
          <a:bodyPr anchor="ctr">
            <a:normAutofit/>
          </a:bodyPr>
          <a:lstStyle/>
          <a:p>
            <a:r>
              <a:rPr lang="en-AU" dirty="0"/>
              <a:t>When we look at the reading data:</a:t>
            </a:r>
          </a:p>
          <a:p>
            <a:pPr marL="622300" indent="-342900">
              <a:buFont typeface="Arial" panose="020B0604020202020204" pitchFamily="34" charset="0"/>
              <a:buChar char="•"/>
            </a:pPr>
            <a:r>
              <a:rPr lang="en-AU" dirty="0"/>
              <a:t>Qs that ask students to interpret meaning of specific words. </a:t>
            </a:r>
          </a:p>
          <a:p>
            <a:pPr marL="622300" indent="-342900">
              <a:buFont typeface="Arial" panose="020B0604020202020204" pitchFamily="34" charset="0"/>
              <a:buChar char="•"/>
            </a:pPr>
            <a:r>
              <a:rPr lang="en-AU" dirty="0"/>
              <a:t>Qs that ask about content using synonyms.</a:t>
            </a:r>
          </a:p>
          <a:p>
            <a:pPr marL="342900" indent="-342900">
              <a:buFont typeface="Arial" panose="020B0604020202020204" pitchFamily="34" charset="0"/>
              <a:buChar char="•"/>
            </a:pPr>
            <a:endParaRPr lang="en-AU" dirty="0"/>
          </a:p>
          <a:p>
            <a:pPr algn="ctr"/>
            <a:r>
              <a:rPr lang="en-AU" b="1" dirty="0"/>
              <a:t>These are the Qs we frequently get wrong.</a:t>
            </a:r>
            <a:endParaRPr lang="en-AU" dirty="0"/>
          </a:p>
        </p:txBody>
      </p:sp>
      <p:sp>
        <p:nvSpPr>
          <p:cNvPr id="4" name="Footer Placeholder 3">
            <a:extLst>
              <a:ext uri="{FF2B5EF4-FFF2-40B4-BE49-F238E27FC236}">
                <a16:creationId xmlns:a16="http://schemas.microsoft.com/office/drawing/2014/main" id="{C5829A92-CD86-9C0F-E454-9FF0323D66DD}"/>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271A421B-6646-707B-ED61-D02A92F3BE05}"/>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5</a:t>
            </a:fld>
            <a:endParaRPr lang="en-AU">
              <a:solidFill>
                <a:schemeClr val="accent1"/>
              </a:solidFill>
              <a:latin typeface="+mj-lt"/>
            </a:endParaRPr>
          </a:p>
        </p:txBody>
      </p:sp>
    </p:spTree>
    <p:extLst>
      <p:ext uri="{BB962C8B-B14F-4D97-AF65-F5344CB8AC3E}">
        <p14:creationId xmlns:p14="http://schemas.microsoft.com/office/powerpoint/2010/main" val="29702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31A1F-3302-79DC-F2DA-69643A28D418}"/>
              </a:ext>
            </a:extLst>
          </p:cNvPr>
          <p:cNvSpPr>
            <a:spLocks noGrp="1"/>
          </p:cNvSpPr>
          <p:nvPr>
            <p:ph type="title"/>
          </p:nvPr>
        </p:nvSpPr>
        <p:spPr/>
        <p:txBody>
          <a:bodyPr/>
          <a:lstStyle/>
          <a:p>
            <a:r>
              <a:rPr lang="en-AU" dirty="0"/>
              <a:t>NAPLAN</a:t>
            </a:r>
          </a:p>
        </p:txBody>
      </p:sp>
      <p:sp>
        <p:nvSpPr>
          <p:cNvPr id="3" name="Content Placeholder 2">
            <a:extLst>
              <a:ext uri="{FF2B5EF4-FFF2-40B4-BE49-F238E27FC236}">
                <a16:creationId xmlns:a16="http://schemas.microsoft.com/office/drawing/2014/main" id="{F91E43C8-382D-0BCC-0C06-F8F211A2D34B}"/>
              </a:ext>
            </a:extLst>
          </p:cNvPr>
          <p:cNvSpPr>
            <a:spLocks noGrp="1"/>
          </p:cNvSpPr>
          <p:nvPr>
            <p:ph idx="1"/>
          </p:nvPr>
        </p:nvSpPr>
        <p:spPr/>
        <p:txBody>
          <a:bodyPr anchor="ctr">
            <a:normAutofit/>
          </a:bodyPr>
          <a:lstStyle/>
          <a:p>
            <a:r>
              <a:rPr lang="en-AU" b="1" dirty="0"/>
              <a:t>This suggests:</a:t>
            </a:r>
          </a:p>
          <a:p>
            <a:pPr marL="342900" indent="-342900">
              <a:buFont typeface="Arial" panose="020B0604020202020204" pitchFamily="34" charset="0"/>
              <a:buChar char="•"/>
            </a:pPr>
            <a:r>
              <a:rPr lang="en-AU" dirty="0"/>
              <a:t>lacking a nuanced understanding of a range of words and synonyms, </a:t>
            </a:r>
          </a:p>
          <a:p>
            <a:pPr marL="342900" indent="-342900">
              <a:buFont typeface="Arial" panose="020B0604020202020204" pitchFamily="34" charset="0"/>
              <a:buChar char="•"/>
            </a:pPr>
            <a:r>
              <a:rPr lang="en-AU" dirty="0"/>
              <a:t>students have difficulty interpreting subtle differences between meanings.</a:t>
            </a:r>
          </a:p>
        </p:txBody>
      </p:sp>
      <p:sp>
        <p:nvSpPr>
          <p:cNvPr id="4" name="Footer Placeholder 3">
            <a:extLst>
              <a:ext uri="{FF2B5EF4-FFF2-40B4-BE49-F238E27FC236}">
                <a16:creationId xmlns:a16="http://schemas.microsoft.com/office/drawing/2014/main" id="{C5829A92-CD86-9C0F-E454-9FF0323D66DD}"/>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271A421B-6646-707B-ED61-D02A92F3BE05}"/>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6</a:t>
            </a:fld>
            <a:endParaRPr lang="en-AU">
              <a:solidFill>
                <a:schemeClr val="accent1"/>
              </a:solidFill>
              <a:latin typeface="+mj-lt"/>
            </a:endParaRPr>
          </a:p>
        </p:txBody>
      </p:sp>
    </p:spTree>
    <p:extLst>
      <p:ext uri="{BB962C8B-B14F-4D97-AF65-F5344CB8AC3E}">
        <p14:creationId xmlns:p14="http://schemas.microsoft.com/office/powerpoint/2010/main" val="2762900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DEA79B-EE1C-9616-7997-562DB307D2EE}"/>
              </a:ext>
            </a:extLst>
          </p:cNvPr>
          <p:cNvSpPr>
            <a:spLocks noGrp="1"/>
          </p:cNvSpPr>
          <p:nvPr>
            <p:ph type="title"/>
          </p:nvPr>
        </p:nvSpPr>
        <p:spPr/>
        <p:txBody>
          <a:bodyPr/>
          <a:lstStyle/>
          <a:p>
            <a:r>
              <a:rPr lang="en-AU" dirty="0"/>
              <a:t>PAT-R</a:t>
            </a:r>
          </a:p>
        </p:txBody>
      </p:sp>
      <p:sp>
        <p:nvSpPr>
          <p:cNvPr id="3" name="Content Placeholder 2">
            <a:extLst>
              <a:ext uri="{FF2B5EF4-FFF2-40B4-BE49-F238E27FC236}">
                <a16:creationId xmlns:a16="http://schemas.microsoft.com/office/drawing/2014/main" id="{792118C5-6D1A-265A-8786-258D7C4E2B56}"/>
              </a:ext>
            </a:extLst>
          </p:cNvPr>
          <p:cNvSpPr>
            <a:spLocks noGrp="1"/>
          </p:cNvSpPr>
          <p:nvPr>
            <p:ph idx="1"/>
          </p:nvPr>
        </p:nvSpPr>
        <p:spPr>
          <a:xfrm>
            <a:off x="827314" y="2231573"/>
            <a:ext cx="9862457" cy="638628"/>
          </a:xfrm>
        </p:spPr>
        <p:txBody>
          <a:bodyPr/>
          <a:lstStyle/>
          <a:p>
            <a:r>
              <a:rPr lang="en-AU" dirty="0"/>
              <a:t>This is supported by PAT data.</a:t>
            </a:r>
          </a:p>
        </p:txBody>
      </p:sp>
      <p:sp>
        <p:nvSpPr>
          <p:cNvPr id="4" name="Footer Placeholder 3">
            <a:extLst>
              <a:ext uri="{FF2B5EF4-FFF2-40B4-BE49-F238E27FC236}">
                <a16:creationId xmlns:a16="http://schemas.microsoft.com/office/drawing/2014/main" id="{2F771DFD-D31E-089B-61A0-05567F455617}"/>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02B3C860-9816-63D4-BFE9-540370E28DE1}"/>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7</a:t>
            </a:fld>
            <a:endParaRPr lang="en-AU">
              <a:solidFill>
                <a:schemeClr val="accent1"/>
              </a:solidFill>
              <a:latin typeface="+mj-lt"/>
            </a:endParaRPr>
          </a:p>
        </p:txBody>
      </p:sp>
      <p:grpSp>
        <p:nvGrpSpPr>
          <p:cNvPr id="10" name="Group 9">
            <a:extLst>
              <a:ext uri="{FF2B5EF4-FFF2-40B4-BE49-F238E27FC236}">
                <a16:creationId xmlns:a16="http://schemas.microsoft.com/office/drawing/2014/main" id="{CBC4E756-6348-53F8-EFE2-341FBE931382}"/>
              </a:ext>
            </a:extLst>
          </p:cNvPr>
          <p:cNvGrpSpPr/>
          <p:nvPr/>
        </p:nvGrpSpPr>
        <p:grpSpPr>
          <a:xfrm>
            <a:off x="952500" y="2870201"/>
            <a:ext cx="10096500" cy="3448174"/>
            <a:chOff x="927100" y="3138669"/>
            <a:chExt cx="10096500" cy="3448174"/>
          </a:xfrm>
        </p:grpSpPr>
        <p:pic>
          <p:nvPicPr>
            <p:cNvPr id="6" name="Picture 5">
              <a:extLst>
                <a:ext uri="{FF2B5EF4-FFF2-40B4-BE49-F238E27FC236}">
                  <a16:creationId xmlns:a16="http://schemas.microsoft.com/office/drawing/2014/main" id="{831B51C9-F31D-46D3-FDE6-BE9CC4B7C3E0}"/>
                </a:ext>
              </a:extLst>
            </p:cNvPr>
            <p:cNvPicPr>
              <a:picLocks noChangeAspect="1"/>
            </p:cNvPicPr>
            <p:nvPr/>
          </p:nvPicPr>
          <p:blipFill>
            <a:blip r:embed="rId3"/>
            <a:stretch>
              <a:fillRect/>
            </a:stretch>
          </p:blipFill>
          <p:spPr>
            <a:xfrm>
              <a:off x="927100" y="3138669"/>
              <a:ext cx="4927600" cy="3019117"/>
            </a:xfrm>
            <a:prstGeom prst="rect">
              <a:avLst/>
            </a:prstGeom>
          </p:spPr>
        </p:pic>
        <p:pic>
          <p:nvPicPr>
            <p:cNvPr id="7" name="Picture 6" descr="A screen shot of a game&#10;&#10;Description automatically generated">
              <a:extLst>
                <a:ext uri="{FF2B5EF4-FFF2-40B4-BE49-F238E27FC236}">
                  <a16:creationId xmlns:a16="http://schemas.microsoft.com/office/drawing/2014/main" id="{29D602BD-9E2D-BC12-2ACF-53E054D8630D}"/>
                </a:ext>
              </a:extLst>
            </p:cNvPr>
            <p:cNvPicPr>
              <a:picLocks noChangeAspect="1"/>
            </p:cNvPicPr>
            <p:nvPr/>
          </p:nvPicPr>
          <p:blipFill>
            <a:blip r:embed="rId4"/>
            <a:stretch>
              <a:fillRect/>
            </a:stretch>
          </p:blipFill>
          <p:spPr>
            <a:xfrm>
              <a:off x="6096000" y="3138669"/>
              <a:ext cx="4927600" cy="3010720"/>
            </a:xfrm>
            <a:prstGeom prst="rect">
              <a:avLst/>
            </a:prstGeom>
          </p:spPr>
        </p:pic>
        <p:sp>
          <p:nvSpPr>
            <p:cNvPr id="8" name="TextBox 7">
              <a:extLst>
                <a:ext uri="{FF2B5EF4-FFF2-40B4-BE49-F238E27FC236}">
                  <a16:creationId xmlns:a16="http://schemas.microsoft.com/office/drawing/2014/main" id="{C0644A06-C815-2A4D-2347-9E37BCF0EBFA}"/>
                </a:ext>
              </a:extLst>
            </p:cNvPr>
            <p:cNvSpPr txBox="1"/>
            <p:nvPr/>
          </p:nvSpPr>
          <p:spPr>
            <a:xfrm>
              <a:off x="2387600" y="6193971"/>
              <a:ext cx="1765300" cy="369332"/>
            </a:xfrm>
            <a:prstGeom prst="rect">
              <a:avLst/>
            </a:prstGeom>
            <a:noFill/>
          </p:spPr>
          <p:txBody>
            <a:bodyPr wrap="square" rtlCol="0">
              <a:spAutoFit/>
            </a:bodyPr>
            <a:lstStyle/>
            <a:p>
              <a:r>
                <a:rPr lang="en-AU" dirty="0"/>
                <a:t>Year 7 2023</a:t>
              </a:r>
            </a:p>
          </p:txBody>
        </p:sp>
        <p:sp>
          <p:nvSpPr>
            <p:cNvPr id="9" name="TextBox 8">
              <a:extLst>
                <a:ext uri="{FF2B5EF4-FFF2-40B4-BE49-F238E27FC236}">
                  <a16:creationId xmlns:a16="http://schemas.microsoft.com/office/drawing/2014/main" id="{28C82D5B-29CA-C272-9391-2F36D3F5DA58}"/>
                </a:ext>
              </a:extLst>
            </p:cNvPr>
            <p:cNvSpPr txBox="1"/>
            <p:nvPr/>
          </p:nvSpPr>
          <p:spPr>
            <a:xfrm>
              <a:off x="7677150" y="6217511"/>
              <a:ext cx="1765300" cy="369332"/>
            </a:xfrm>
            <a:prstGeom prst="rect">
              <a:avLst/>
            </a:prstGeom>
            <a:noFill/>
          </p:spPr>
          <p:txBody>
            <a:bodyPr wrap="square" rtlCol="0">
              <a:spAutoFit/>
            </a:bodyPr>
            <a:lstStyle/>
            <a:p>
              <a:r>
                <a:rPr lang="en-AU" dirty="0"/>
                <a:t>Year 9 2023</a:t>
              </a:r>
            </a:p>
          </p:txBody>
        </p:sp>
      </p:grpSp>
    </p:spTree>
    <p:extLst>
      <p:ext uri="{BB962C8B-B14F-4D97-AF65-F5344CB8AC3E}">
        <p14:creationId xmlns:p14="http://schemas.microsoft.com/office/powerpoint/2010/main" val="2296234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59F09-BDB4-0F61-DA2E-944D11ABFCDD}"/>
              </a:ext>
            </a:extLst>
          </p:cNvPr>
          <p:cNvSpPr>
            <a:spLocks noGrp="1"/>
          </p:cNvSpPr>
          <p:nvPr>
            <p:ph type="title"/>
          </p:nvPr>
        </p:nvSpPr>
        <p:spPr/>
        <p:txBody>
          <a:bodyPr/>
          <a:lstStyle/>
          <a:p>
            <a:r>
              <a:rPr lang="en-AU" dirty="0"/>
              <a:t>Data says…</a:t>
            </a:r>
          </a:p>
        </p:txBody>
      </p:sp>
      <p:sp>
        <p:nvSpPr>
          <p:cNvPr id="3" name="Content Placeholder 2">
            <a:extLst>
              <a:ext uri="{FF2B5EF4-FFF2-40B4-BE49-F238E27FC236}">
                <a16:creationId xmlns:a16="http://schemas.microsoft.com/office/drawing/2014/main" id="{1F5CB70C-F0C4-A66C-0554-519711499D25}"/>
              </a:ext>
            </a:extLst>
          </p:cNvPr>
          <p:cNvSpPr>
            <a:spLocks noGrp="1"/>
          </p:cNvSpPr>
          <p:nvPr>
            <p:ph idx="1"/>
          </p:nvPr>
        </p:nvSpPr>
        <p:spPr>
          <a:xfrm>
            <a:off x="827314" y="2218872"/>
            <a:ext cx="9862457" cy="3069771"/>
          </a:xfrm>
        </p:spPr>
        <p:txBody>
          <a:bodyPr anchor="ctr">
            <a:normAutofit/>
          </a:bodyPr>
          <a:lstStyle/>
          <a:p>
            <a:pPr algn="ctr">
              <a:spcAft>
                <a:spcPts val="1200"/>
              </a:spcAft>
            </a:pPr>
            <a:r>
              <a:rPr lang="en-AU" sz="3200" dirty="0"/>
              <a:t>Year 7s need particular support to develop vocab</a:t>
            </a:r>
          </a:p>
          <a:p>
            <a:pPr algn="ctr"/>
            <a:r>
              <a:rPr lang="en-AU" sz="3200" dirty="0"/>
              <a:t>We’re currently doing some really good work!</a:t>
            </a:r>
          </a:p>
        </p:txBody>
      </p:sp>
      <p:sp>
        <p:nvSpPr>
          <p:cNvPr id="4" name="Footer Placeholder 3">
            <a:extLst>
              <a:ext uri="{FF2B5EF4-FFF2-40B4-BE49-F238E27FC236}">
                <a16:creationId xmlns:a16="http://schemas.microsoft.com/office/drawing/2014/main" id="{9D19C6AB-8983-FC6F-DC72-1113B592E234}"/>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4E8551EC-99A8-10F0-E3C6-7666A166F676}"/>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8</a:t>
            </a:fld>
            <a:endParaRPr lang="en-AU">
              <a:solidFill>
                <a:schemeClr val="accent1"/>
              </a:solidFill>
              <a:latin typeface="+mj-lt"/>
            </a:endParaRPr>
          </a:p>
        </p:txBody>
      </p:sp>
    </p:spTree>
    <p:extLst>
      <p:ext uri="{BB962C8B-B14F-4D97-AF65-F5344CB8AC3E}">
        <p14:creationId xmlns:p14="http://schemas.microsoft.com/office/powerpoint/2010/main" val="4103946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59F09-BDB4-0F61-DA2E-944D11ABFCDD}"/>
              </a:ext>
            </a:extLst>
          </p:cNvPr>
          <p:cNvSpPr>
            <a:spLocks noGrp="1"/>
          </p:cNvSpPr>
          <p:nvPr>
            <p:ph type="title"/>
          </p:nvPr>
        </p:nvSpPr>
        <p:spPr/>
        <p:txBody>
          <a:bodyPr/>
          <a:lstStyle/>
          <a:p>
            <a:r>
              <a:rPr lang="en-AU" dirty="0"/>
              <a:t>Existing work</a:t>
            </a:r>
          </a:p>
        </p:txBody>
      </p:sp>
      <p:sp>
        <p:nvSpPr>
          <p:cNvPr id="3" name="Content Placeholder 2">
            <a:extLst>
              <a:ext uri="{FF2B5EF4-FFF2-40B4-BE49-F238E27FC236}">
                <a16:creationId xmlns:a16="http://schemas.microsoft.com/office/drawing/2014/main" id="{1F5CB70C-F0C4-A66C-0554-519711499D25}"/>
              </a:ext>
            </a:extLst>
          </p:cNvPr>
          <p:cNvSpPr>
            <a:spLocks noGrp="1"/>
          </p:cNvSpPr>
          <p:nvPr>
            <p:ph idx="1"/>
          </p:nvPr>
        </p:nvSpPr>
        <p:spPr>
          <a:xfrm>
            <a:off x="827314" y="2218873"/>
            <a:ext cx="9862457" cy="2035628"/>
          </a:xfrm>
        </p:spPr>
        <p:txBody>
          <a:bodyPr anchor="ctr">
            <a:normAutofit/>
          </a:bodyPr>
          <a:lstStyle/>
          <a:p>
            <a:pPr algn="ctr">
              <a:spcAft>
                <a:spcPts val="1200"/>
              </a:spcAft>
            </a:pPr>
            <a:r>
              <a:rPr lang="en-AU" sz="2800" dirty="0"/>
              <a:t>Quick SSK with your table group:</a:t>
            </a:r>
          </a:p>
          <a:p>
            <a:pPr>
              <a:spcAft>
                <a:spcPts val="1200"/>
              </a:spcAft>
            </a:pPr>
            <a:r>
              <a:rPr lang="en-AU" sz="2800" dirty="0"/>
              <a:t>What currently exists in your units to develop a nuanced understanding of tier 2 and tier 3 words?</a:t>
            </a:r>
          </a:p>
        </p:txBody>
      </p:sp>
      <p:sp>
        <p:nvSpPr>
          <p:cNvPr id="4" name="Footer Placeholder 3">
            <a:extLst>
              <a:ext uri="{FF2B5EF4-FFF2-40B4-BE49-F238E27FC236}">
                <a16:creationId xmlns:a16="http://schemas.microsoft.com/office/drawing/2014/main" id="{9D19C6AB-8983-FC6F-DC72-1113B592E234}"/>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4E8551EC-99A8-10F0-E3C6-7666A166F676}"/>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9</a:t>
            </a:fld>
            <a:endParaRPr lang="en-AU">
              <a:solidFill>
                <a:schemeClr val="accent1"/>
              </a:solidFill>
              <a:latin typeface="+mj-lt"/>
            </a:endParaRPr>
          </a:p>
        </p:txBody>
      </p:sp>
      <p:graphicFrame>
        <p:nvGraphicFramePr>
          <p:cNvPr id="6" name="Table 5">
            <a:extLst>
              <a:ext uri="{FF2B5EF4-FFF2-40B4-BE49-F238E27FC236}">
                <a16:creationId xmlns:a16="http://schemas.microsoft.com/office/drawing/2014/main" id="{87D68930-BE3E-6221-33FA-DFCADCC25E3B}"/>
              </a:ext>
            </a:extLst>
          </p:cNvPr>
          <p:cNvGraphicFramePr>
            <a:graphicFrameLocks noGrp="1"/>
          </p:cNvGraphicFramePr>
          <p:nvPr>
            <p:extLst>
              <p:ext uri="{D42A27DB-BD31-4B8C-83A1-F6EECF244321}">
                <p14:modId xmlns:p14="http://schemas.microsoft.com/office/powerpoint/2010/main" val="2696472657"/>
              </p:ext>
            </p:extLst>
          </p:nvPr>
        </p:nvGraphicFramePr>
        <p:xfrm>
          <a:off x="2032000" y="4368027"/>
          <a:ext cx="8127999" cy="15595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05105998"/>
                    </a:ext>
                  </a:extLst>
                </a:gridCol>
                <a:gridCol w="2709333">
                  <a:extLst>
                    <a:ext uri="{9D8B030D-6E8A-4147-A177-3AD203B41FA5}">
                      <a16:colId xmlns:a16="http://schemas.microsoft.com/office/drawing/2014/main" val="536447886"/>
                    </a:ext>
                  </a:extLst>
                </a:gridCol>
                <a:gridCol w="2709333">
                  <a:extLst>
                    <a:ext uri="{9D8B030D-6E8A-4147-A177-3AD203B41FA5}">
                      <a16:colId xmlns:a16="http://schemas.microsoft.com/office/drawing/2014/main" val="3127598228"/>
                    </a:ext>
                  </a:extLst>
                </a:gridCol>
              </a:tblGrid>
              <a:tr h="370840">
                <a:tc>
                  <a:txBody>
                    <a:bodyPr/>
                    <a:lstStyle/>
                    <a:p>
                      <a:pPr algn="ctr"/>
                      <a:r>
                        <a:rPr lang="en-AU" dirty="0"/>
                        <a:t>Stop</a:t>
                      </a:r>
                    </a:p>
                  </a:txBody>
                  <a:tcPr/>
                </a:tc>
                <a:tc>
                  <a:txBody>
                    <a:bodyPr/>
                    <a:lstStyle/>
                    <a:p>
                      <a:pPr algn="ctr"/>
                      <a:r>
                        <a:rPr lang="en-AU" dirty="0"/>
                        <a:t>Start</a:t>
                      </a:r>
                    </a:p>
                  </a:txBody>
                  <a:tcPr/>
                </a:tc>
                <a:tc>
                  <a:txBody>
                    <a:bodyPr/>
                    <a:lstStyle/>
                    <a:p>
                      <a:pPr algn="ctr"/>
                      <a:r>
                        <a:rPr lang="en-AU" dirty="0"/>
                        <a:t>Keep</a:t>
                      </a:r>
                    </a:p>
                  </a:txBody>
                  <a:tcPr/>
                </a:tc>
                <a:extLst>
                  <a:ext uri="{0D108BD9-81ED-4DB2-BD59-A6C34878D82A}">
                    <a16:rowId xmlns:a16="http://schemas.microsoft.com/office/drawing/2014/main" val="4179985740"/>
                  </a:ext>
                </a:extLst>
              </a:tr>
              <a:tr h="370840">
                <a:tc>
                  <a:txBody>
                    <a:bodyPr/>
                    <a:lstStyle/>
                    <a:p>
                      <a:br>
                        <a:rPr lang="en-AU" dirty="0"/>
                      </a:br>
                      <a:br>
                        <a:rPr lang="en-AU" dirty="0"/>
                      </a:br>
                      <a:br>
                        <a:rPr lang="en-AU" dirty="0"/>
                      </a:br>
                      <a:endParaRPr lang="en-AU" dirty="0"/>
                    </a:p>
                  </a:txBody>
                  <a:tcPr/>
                </a:tc>
                <a:tc>
                  <a:txBody>
                    <a:bodyPr/>
                    <a:lstStyle/>
                    <a:p>
                      <a:endParaRPr lang="en-AU"/>
                    </a:p>
                  </a:txBody>
                  <a:tcPr/>
                </a:tc>
                <a:tc>
                  <a:txBody>
                    <a:bodyPr/>
                    <a:lstStyle/>
                    <a:p>
                      <a:endParaRPr lang="en-AU" dirty="0"/>
                    </a:p>
                  </a:txBody>
                  <a:tcPr/>
                </a:tc>
                <a:extLst>
                  <a:ext uri="{0D108BD9-81ED-4DB2-BD59-A6C34878D82A}">
                    <a16:rowId xmlns:a16="http://schemas.microsoft.com/office/drawing/2014/main" val="2225053158"/>
                  </a:ext>
                </a:extLst>
              </a:tr>
            </a:tbl>
          </a:graphicData>
        </a:graphic>
      </p:graphicFrame>
    </p:spTree>
    <p:extLst>
      <p:ext uri="{BB962C8B-B14F-4D97-AF65-F5344CB8AC3E}">
        <p14:creationId xmlns:p14="http://schemas.microsoft.com/office/powerpoint/2010/main" val="3318620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ooter Placeholder 3">
            <a:extLst>
              <a:ext uri="{FF2B5EF4-FFF2-40B4-BE49-F238E27FC236}">
                <a16:creationId xmlns:a16="http://schemas.microsoft.com/office/drawing/2014/main" id="{E437FA88-86D1-5CD8-A1DD-6C2F2F32165E}"/>
              </a:ext>
            </a:extLst>
          </p:cNvPr>
          <p:cNvSpPr>
            <a:spLocks noGrp="1"/>
          </p:cNvSpPr>
          <p:nvPr>
            <p:ph type="ftr" sz="quarter" idx="3"/>
          </p:nvPr>
        </p:nvSpPr>
        <p:spPr>
          <a:xfrm>
            <a:off x="4038600" y="6356350"/>
            <a:ext cx="4114800" cy="365125"/>
          </a:xfrm>
        </p:spPr>
        <p:txBody>
          <a:bodyPr vert="horz" lIns="91440" tIns="45720" rIns="91440" bIns="45720" rtlCol="0" anchor="ctr">
            <a:normAutofit/>
          </a:bodyPr>
          <a:lstStyle/>
          <a:p>
            <a:pPr algn="ctr">
              <a:spcAft>
                <a:spcPts val="600"/>
              </a:spcAft>
            </a:pPr>
            <a:r>
              <a:rPr lang="en-US" sz="1200" kern="1200">
                <a:solidFill>
                  <a:schemeClr val="tx1">
                    <a:tint val="75000"/>
                  </a:schemeClr>
                </a:solidFill>
                <a:latin typeface="+mn-lt"/>
                <a:ea typeface="+mn-ea"/>
                <a:cs typeface="+mn-cs"/>
              </a:rPr>
              <a:t>Insert Power Point title here</a:t>
            </a:r>
          </a:p>
        </p:txBody>
      </p:sp>
      <p:sp>
        <p:nvSpPr>
          <p:cNvPr id="5" name="Slide Number Placeholder 4">
            <a:extLst>
              <a:ext uri="{FF2B5EF4-FFF2-40B4-BE49-F238E27FC236}">
                <a16:creationId xmlns:a16="http://schemas.microsoft.com/office/drawing/2014/main" id="{08F4EA20-1EB9-515B-EDBB-E17F1C769D44}"/>
              </a:ext>
            </a:extLst>
          </p:cNvPr>
          <p:cNvSpPr>
            <a:spLocks noGrp="1"/>
          </p:cNvSpPr>
          <p:nvPr>
            <p:ph type="sldNum" sz="quarter" idx="4"/>
          </p:nvPr>
        </p:nvSpPr>
        <p:spPr>
          <a:xfrm>
            <a:off x="8805333" y="6356350"/>
            <a:ext cx="2743200" cy="365125"/>
          </a:xfrm>
        </p:spPr>
        <p:txBody>
          <a:bodyPr vert="horz" lIns="91440" tIns="45720" rIns="91440" bIns="45720" rtlCol="0" anchor="ctr">
            <a:normAutofit/>
          </a:bodyPr>
          <a:lstStyle/>
          <a:p>
            <a:pPr>
              <a:spcAft>
                <a:spcPts val="600"/>
              </a:spcAft>
            </a:pPr>
            <a:r>
              <a:rPr lang="en-US" sz="1200" b="1"/>
              <a:t>I </a:t>
            </a:r>
            <a:r>
              <a:rPr lang="en-US" sz="1200"/>
              <a:t>   </a:t>
            </a:r>
            <a:fld id="{8AA9FDA8-131C-4DD5-ABB2-4C1EA92BA98E}" type="slidenum">
              <a:rPr lang="en-US" sz="1200" smtClean="0"/>
              <a:pPr>
                <a:spcAft>
                  <a:spcPts val="600"/>
                </a:spcAft>
              </a:pPr>
              <a:t>10</a:t>
            </a:fld>
            <a:endParaRPr lang="en-US" sz="1200"/>
          </a:p>
        </p:txBody>
      </p:sp>
      <p:sp>
        <p:nvSpPr>
          <p:cNvPr id="21" name="Isosceles Triangle 20">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5">
            <a:extLst>
              <a:ext uri="{FF2B5EF4-FFF2-40B4-BE49-F238E27FC236}">
                <a16:creationId xmlns:a16="http://schemas.microsoft.com/office/drawing/2014/main" id="{D987B793-F04C-DD95-53D1-7805E12B9698}"/>
              </a:ext>
            </a:extLst>
          </p:cNvPr>
          <p:cNvGraphicFramePr>
            <a:graphicFrameLocks noGrp="1"/>
          </p:cNvGraphicFramePr>
          <p:nvPr>
            <p:ph idx="1"/>
            <p:extLst>
              <p:ext uri="{D42A27DB-BD31-4B8C-83A1-F6EECF244321}">
                <p14:modId xmlns:p14="http://schemas.microsoft.com/office/powerpoint/2010/main" val="3107063633"/>
              </p:ext>
            </p:extLst>
          </p:nvPr>
        </p:nvGraphicFramePr>
        <p:xfrm>
          <a:off x="333352" y="454321"/>
          <a:ext cx="11490347" cy="5689606"/>
        </p:xfrm>
        <a:graphic>
          <a:graphicData uri="http://schemas.openxmlformats.org/drawingml/2006/table">
            <a:tbl>
              <a:tblPr firstRow="1" firstCol="1" bandRow="1"/>
              <a:tblGrid>
                <a:gridCol w="1165248">
                  <a:extLst>
                    <a:ext uri="{9D8B030D-6E8A-4147-A177-3AD203B41FA5}">
                      <a16:colId xmlns:a16="http://schemas.microsoft.com/office/drawing/2014/main" val="3914362925"/>
                    </a:ext>
                  </a:extLst>
                </a:gridCol>
                <a:gridCol w="2451100">
                  <a:extLst>
                    <a:ext uri="{9D8B030D-6E8A-4147-A177-3AD203B41FA5}">
                      <a16:colId xmlns:a16="http://schemas.microsoft.com/office/drawing/2014/main" val="3097181799"/>
                    </a:ext>
                  </a:extLst>
                </a:gridCol>
                <a:gridCol w="2235200">
                  <a:extLst>
                    <a:ext uri="{9D8B030D-6E8A-4147-A177-3AD203B41FA5}">
                      <a16:colId xmlns:a16="http://schemas.microsoft.com/office/drawing/2014/main" val="3993247867"/>
                    </a:ext>
                  </a:extLst>
                </a:gridCol>
                <a:gridCol w="5638799">
                  <a:extLst>
                    <a:ext uri="{9D8B030D-6E8A-4147-A177-3AD203B41FA5}">
                      <a16:colId xmlns:a16="http://schemas.microsoft.com/office/drawing/2014/main" val="2391635143"/>
                    </a:ext>
                  </a:extLst>
                </a:gridCol>
              </a:tblGrid>
              <a:tr h="1090223">
                <a:tc>
                  <a:txBody>
                    <a:bodyPr/>
                    <a:lstStyle/>
                    <a:p>
                      <a:pPr algn="ctr" fontAlgn="ctr">
                        <a:lnSpc>
                          <a:spcPct val="107000"/>
                        </a:lnSpc>
                        <a:spcBef>
                          <a:spcPts val="0"/>
                        </a:spcBef>
                        <a:spcAft>
                          <a:spcPts val="800"/>
                        </a:spcAft>
                      </a:pPr>
                      <a:r>
                        <a:rPr lang="en-AU" sz="2400" b="1"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Tier 1</a:t>
                      </a: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n-AU" sz="4000" b="0" i="0" u="none" strike="noStrike" dirty="0">
                        <a:effectLst/>
                        <a:latin typeface="Arial" panose="020B0604020202020204" pitchFamily="34" charset="0"/>
                      </a:endParaRPr>
                    </a:p>
                  </a:txBody>
                  <a:tcPr marL="10869" marR="10869" marT="32608" marB="32608" anchor="ctr">
                    <a:lnL w="12700" cap="flat" cmpd="sng" algn="ctr">
                      <a:solidFill>
                        <a:srgbClr val="C8CACC"/>
                      </a:solidFill>
                      <a:prstDash val="solid"/>
                      <a:round/>
                      <a:headEnd type="none" w="med" len="med"/>
                      <a:tailEnd type="none" w="med" len="med"/>
                    </a:lnL>
                    <a:lnR w="12700" cap="flat" cmpd="sng" algn="ctr">
                      <a:solidFill>
                        <a:srgbClr val="C8CACC"/>
                      </a:solidFill>
                      <a:prstDash val="solid"/>
                      <a:round/>
                      <a:headEnd type="none" w="med" len="med"/>
                      <a:tailEnd type="none" w="med" len="med"/>
                    </a:lnR>
                    <a:lnT w="12700" cap="flat" cmpd="sng" algn="ctr">
                      <a:solidFill>
                        <a:srgbClr val="C8CACC"/>
                      </a:solidFill>
                      <a:prstDash val="solid"/>
                      <a:round/>
                      <a:headEnd type="none" w="med" len="med"/>
                      <a:tailEnd type="none" w="med" len="med"/>
                    </a:lnT>
                    <a:lnB w="12700" cap="flat" cmpd="sng" algn="ctr">
                      <a:solidFill>
                        <a:srgbClr val="C8CACC"/>
                      </a:solidFill>
                      <a:prstDash val="solid"/>
                      <a:round/>
                      <a:headEnd type="none" w="med" len="med"/>
                      <a:tailEnd type="none" w="med" len="med"/>
                    </a:lnB>
                    <a:solidFill>
                      <a:srgbClr val="D6DCE4"/>
                    </a:solidFill>
                  </a:tcPr>
                </a:tc>
                <a:tc>
                  <a:txBody>
                    <a:bodyPr/>
                    <a:lstStyle/>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Everyday words</a:t>
                      </a:r>
                      <a:endParaRPr lang="en-AU" sz="4000" b="0" i="0" u="none" strike="noStrike" dirty="0">
                        <a:effectLst/>
                        <a:latin typeface="Arial" panose="020B0604020202020204" pitchFamily="34" charset="0"/>
                      </a:endParaRPr>
                    </a:p>
                  </a:txBody>
                  <a:tcPr marL="10869" marR="10869" marT="32608" marB="32608" anchor="ctr">
                    <a:lnL w="12700" cap="flat" cmpd="sng" algn="ctr">
                      <a:solidFill>
                        <a:srgbClr val="C8CACC"/>
                      </a:solidFill>
                      <a:prstDash val="solid"/>
                      <a:round/>
                      <a:headEnd type="none" w="med" len="med"/>
                      <a:tailEnd type="none" w="med" len="med"/>
                    </a:lnL>
                    <a:lnR w="12700" cap="flat" cmpd="sng" algn="ctr">
                      <a:solidFill>
                        <a:srgbClr val="C8CACC"/>
                      </a:solidFill>
                      <a:prstDash val="solid"/>
                      <a:round/>
                      <a:headEnd type="none" w="med" len="med"/>
                      <a:tailEnd type="none" w="med" len="med"/>
                    </a:lnR>
                    <a:lnT w="12700" cap="flat" cmpd="sng" algn="ctr">
                      <a:solidFill>
                        <a:srgbClr val="C8CACC"/>
                      </a:solidFill>
                      <a:prstDash val="solid"/>
                      <a:round/>
                      <a:headEnd type="none" w="med" len="med"/>
                      <a:tailEnd type="none" w="med" len="med"/>
                    </a:lnT>
                    <a:lnB w="12700" cap="flat" cmpd="sng" algn="ctr">
                      <a:solidFill>
                        <a:srgbClr val="C8CACC"/>
                      </a:solidFill>
                      <a:prstDash val="solid"/>
                      <a:round/>
                      <a:headEnd type="none" w="med" len="med"/>
                      <a:tailEnd type="none" w="med" len="med"/>
                    </a:lnB>
                    <a:solidFill>
                      <a:srgbClr val="D6DCE4"/>
                    </a:solidFill>
                  </a:tcPr>
                </a:tc>
                <a:tc>
                  <a:txBody>
                    <a:bodyPr/>
                    <a:lstStyle/>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dog go happy drink phone play sad </a:t>
                      </a:r>
                      <a:endParaRPr lang="en-AU" sz="4000" b="0" i="0" u="none" strike="noStrike" dirty="0">
                        <a:effectLst/>
                        <a:latin typeface="Arial" panose="020B0604020202020204" pitchFamily="34" charset="0"/>
                      </a:endParaRPr>
                    </a:p>
                  </a:txBody>
                  <a:tcPr marL="72000" marR="10869" marT="32608" marB="32608" anchor="ctr">
                    <a:lnL w="12700" cap="flat" cmpd="sng" algn="ctr">
                      <a:solidFill>
                        <a:srgbClr val="C8CACC"/>
                      </a:solidFill>
                      <a:prstDash val="solid"/>
                      <a:round/>
                      <a:headEnd type="none" w="med" len="med"/>
                      <a:tailEnd type="none" w="med" len="med"/>
                    </a:lnL>
                    <a:lnR w="12700" cap="flat" cmpd="sng" algn="ctr">
                      <a:solidFill>
                        <a:srgbClr val="C8CACC"/>
                      </a:solidFill>
                      <a:prstDash val="solid"/>
                      <a:round/>
                      <a:headEnd type="none" w="med" len="med"/>
                      <a:tailEnd type="none" w="med" len="med"/>
                    </a:lnR>
                    <a:lnT w="12700" cap="flat" cmpd="sng" algn="ctr">
                      <a:solidFill>
                        <a:srgbClr val="C8CACC"/>
                      </a:solidFill>
                      <a:prstDash val="solid"/>
                      <a:round/>
                      <a:headEnd type="none" w="med" len="med"/>
                      <a:tailEnd type="none" w="med" len="med"/>
                    </a:lnT>
                    <a:lnB w="12700" cap="flat" cmpd="sng" algn="ctr">
                      <a:solidFill>
                        <a:srgbClr val="C8CACC"/>
                      </a:solidFill>
                      <a:prstDash val="solid"/>
                      <a:round/>
                      <a:headEnd type="none" w="med" len="med"/>
                      <a:tailEnd type="none" w="med" len="med"/>
                    </a:lnB>
                    <a:solidFill>
                      <a:srgbClr val="D6DCE4"/>
                    </a:solidFill>
                  </a:tcPr>
                </a:tc>
                <a:tc>
                  <a:txBody>
                    <a:bodyPr/>
                    <a:lstStyle/>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Explicit teaching should be considered in your ILPs and modifications.</a:t>
                      </a:r>
                      <a:endParaRPr lang="en-AU" sz="4000" b="0" i="0" u="none" strike="noStrike" dirty="0">
                        <a:effectLst/>
                        <a:latin typeface="Arial" panose="020B0604020202020204" pitchFamily="34" charset="0"/>
                      </a:endParaRPr>
                    </a:p>
                  </a:txBody>
                  <a:tcPr marL="144000" marR="10869" marT="32608" marB="32608" anchor="ctr">
                    <a:lnL w="12700" cap="flat" cmpd="sng" algn="ctr">
                      <a:solidFill>
                        <a:srgbClr val="C8CACC"/>
                      </a:solidFill>
                      <a:prstDash val="solid"/>
                      <a:round/>
                      <a:headEnd type="none" w="med" len="med"/>
                      <a:tailEnd type="none" w="med" len="med"/>
                    </a:lnL>
                    <a:lnR w="12700" cap="flat" cmpd="sng" algn="ctr">
                      <a:solidFill>
                        <a:srgbClr val="C8CACC"/>
                      </a:solidFill>
                      <a:prstDash val="solid"/>
                      <a:round/>
                      <a:headEnd type="none" w="med" len="med"/>
                      <a:tailEnd type="none" w="med" len="med"/>
                    </a:lnR>
                    <a:lnT w="12700" cap="flat" cmpd="sng" algn="ctr">
                      <a:solidFill>
                        <a:srgbClr val="C8CACC"/>
                      </a:solidFill>
                      <a:prstDash val="solid"/>
                      <a:round/>
                      <a:headEnd type="none" w="med" len="med"/>
                      <a:tailEnd type="none" w="med" len="med"/>
                    </a:lnT>
                    <a:lnB w="12700" cap="flat" cmpd="sng" algn="ctr">
                      <a:solidFill>
                        <a:srgbClr val="C8CACC"/>
                      </a:solidFill>
                      <a:prstDash val="solid"/>
                      <a:round/>
                      <a:headEnd type="none" w="med" len="med"/>
                      <a:tailEnd type="none" w="med" len="med"/>
                    </a:lnB>
                    <a:solidFill>
                      <a:srgbClr val="D6DCE4"/>
                    </a:solidFill>
                  </a:tcPr>
                </a:tc>
                <a:extLst>
                  <a:ext uri="{0D108BD9-81ED-4DB2-BD59-A6C34878D82A}">
                    <a16:rowId xmlns:a16="http://schemas.microsoft.com/office/drawing/2014/main" val="998930100"/>
                  </a:ext>
                </a:extLst>
              </a:tr>
              <a:tr h="1973356">
                <a:tc>
                  <a:txBody>
                    <a:bodyPr/>
                    <a:lstStyle/>
                    <a:p>
                      <a:pPr algn="ctr" fontAlgn="ctr">
                        <a:lnSpc>
                          <a:spcPct val="107000"/>
                        </a:lnSpc>
                        <a:spcBef>
                          <a:spcPts val="0"/>
                        </a:spcBef>
                        <a:spcAft>
                          <a:spcPts val="800"/>
                        </a:spcAft>
                      </a:pPr>
                      <a:r>
                        <a:rPr lang="en-AU" sz="2400" b="1"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Tier 2</a:t>
                      </a: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n-AU" sz="4000" b="0" i="0" u="none" strike="noStrike" dirty="0">
                        <a:effectLst/>
                        <a:latin typeface="Arial" panose="020B0604020202020204" pitchFamily="34" charset="0"/>
                      </a:endParaRPr>
                    </a:p>
                  </a:txBody>
                  <a:tcPr marL="10869" marR="10869" marT="32608" marB="32608" anchor="ctr">
                    <a:lnL w="12700" cap="flat" cmpd="sng" algn="ctr">
                      <a:solidFill>
                        <a:srgbClr val="C8CACC"/>
                      </a:solidFill>
                      <a:prstDash val="solid"/>
                      <a:round/>
                      <a:headEnd type="none" w="med" len="med"/>
                      <a:tailEnd type="none" w="med" len="med"/>
                    </a:lnL>
                    <a:lnR w="12700" cap="flat" cmpd="sng" algn="ctr">
                      <a:solidFill>
                        <a:srgbClr val="C8CACC"/>
                      </a:solidFill>
                      <a:prstDash val="solid"/>
                      <a:round/>
                      <a:headEnd type="none" w="med" len="med"/>
                      <a:tailEnd type="none" w="med" len="med"/>
                    </a:lnR>
                    <a:lnT w="12700" cap="flat" cmpd="sng" algn="ctr">
                      <a:solidFill>
                        <a:srgbClr val="C8CACC"/>
                      </a:solidFill>
                      <a:prstDash val="solid"/>
                      <a:round/>
                      <a:headEnd type="none" w="med" len="med"/>
                      <a:tailEnd type="none" w="med" len="med"/>
                    </a:lnT>
                    <a:lnB w="12700" cap="flat" cmpd="sng" algn="ctr">
                      <a:solidFill>
                        <a:srgbClr val="C8CACC"/>
                      </a:solidFill>
                      <a:prstDash val="solid"/>
                      <a:round/>
                      <a:headEnd type="none" w="med" len="med"/>
                      <a:tailEnd type="none" w="med" len="med"/>
                    </a:lnB>
                    <a:solidFill>
                      <a:srgbClr val="D8F0E1"/>
                    </a:solidFill>
                  </a:tcPr>
                </a:tc>
                <a:tc>
                  <a:txBody>
                    <a:bodyPr/>
                    <a:lstStyle/>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Academic words.</a:t>
                      </a:r>
                    </a:p>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Multiple topics and subject areas. </a:t>
                      </a:r>
                      <a:endParaRPr lang="en-AU" sz="4000" b="0" i="0" u="none" strike="noStrike" dirty="0">
                        <a:effectLst/>
                        <a:latin typeface="Arial" panose="020B0604020202020204" pitchFamily="34" charset="0"/>
                      </a:endParaRPr>
                    </a:p>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Increasingly complex.</a:t>
                      </a:r>
                      <a:endParaRPr lang="en-AU" sz="4000" b="0" i="0" u="none" strike="noStrike" dirty="0">
                        <a:effectLst/>
                        <a:latin typeface="Arial" panose="020B0604020202020204" pitchFamily="34" charset="0"/>
                      </a:endParaRPr>
                    </a:p>
                  </a:txBody>
                  <a:tcPr marL="10869" marR="10869" marT="32608" marB="32608" anchor="ctr">
                    <a:lnL w="12700" cap="flat" cmpd="sng" algn="ctr">
                      <a:solidFill>
                        <a:srgbClr val="C8CACC"/>
                      </a:solidFill>
                      <a:prstDash val="solid"/>
                      <a:round/>
                      <a:headEnd type="none" w="med" len="med"/>
                      <a:tailEnd type="none" w="med" len="med"/>
                    </a:lnL>
                    <a:lnR w="12700" cap="flat" cmpd="sng" algn="ctr">
                      <a:solidFill>
                        <a:srgbClr val="C8CACC"/>
                      </a:solidFill>
                      <a:prstDash val="solid"/>
                      <a:round/>
                      <a:headEnd type="none" w="med" len="med"/>
                      <a:tailEnd type="none" w="med" len="med"/>
                    </a:lnR>
                    <a:lnT w="12700" cap="flat" cmpd="sng" algn="ctr">
                      <a:solidFill>
                        <a:srgbClr val="C8CACC"/>
                      </a:solidFill>
                      <a:prstDash val="solid"/>
                      <a:round/>
                      <a:headEnd type="none" w="med" len="med"/>
                      <a:tailEnd type="none" w="med" len="med"/>
                    </a:lnT>
                    <a:lnB w="12700" cap="flat" cmpd="sng" algn="ctr">
                      <a:solidFill>
                        <a:srgbClr val="C8CACC"/>
                      </a:solidFill>
                      <a:prstDash val="solid"/>
                      <a:round/>
                      <a:headEnd type="none" w="med" len="med"/>
                      <a:tailEnd type="none" w="med" len="med"/>
                    </a:lnB>
                    <a:solidFill>
                      <a:srgbClr val="D8F0E1"/>
                    </a:solidFill>
                  </a:tcPr>
                </a:tc>
                <a:tc>
                  <a:txBody>
                    <a:bodyPr/>
                    <a:lstStyle/>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Precision terms</a:t>
                      </a:r>
                    </a:p>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Command terms </a:t>
                      </a:r>
                    </a:p>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Descriptive terms</a:t>
                      </a:r>
                      <a:endParaRPr lang="en-AU" sz="4000" b="0" i="0" u="none" strike="noStrike" dirty="0">
                        <a:effectLst/>
                        <a:latin typeface="Arial" panose="020B0604020202020204" pitchFamily="34" charset="0"/>
                      </a:endParaRPr>
                    </a:p>
                  </a:txBody>
                  <a:tcPr marL="72000" marR="10869" marT="32608" marB="32608" anchor="ctr">
                    <a:lnL w="12700" cap="flat" cmpd="sng" algn="ctr">
                      <a:solidFill>
                        <a:srgbClr val="C8CACC"/>
                      </a:solidFill>
                      <a:prstDash val="solid"/>
                      <a:round/>
                      <a:headEnd type="none" w="med" len="med"/>
                      <a:tailEnd type="none" w="med" len="med"/>
                    </a:lnL>
                    <a:lnR w="12700" cap="flat" cmpd="sng" algn="ctr">
                      <a:solidFill>
                        <a:srgbClr val="C8CACC"/>
                      </a:solidFill>
                      <a:prstDash val="solid"/>
                      <a:round/>
                      <a:headEnd type="none" w="med" len="med"/>
                      <a:tailEnd type="none" w="med" len="med"/>
                    </a:lnR>
                    <a:lnT w="12700" cap="flat" cmpd="sng" algn="ctr">
                      <a:solidFill>
                        <a:srgbClr val="C8CACC"/>
                      </a:solidFill>
                      <a:prstDash val="solid"/>
                      <a:round/>
                      <a:headEnd type="none" w="med" len="med"/>
                      <a:tailEnd type="none" w="med" len="med"/>
                    </a:lnT>
                    <a:lnB w="12700" cap="flat" cmpd="sng" algn="ctr">
                      <a:solidFill>
                        <a:srgbClr val="C8CACC"/>
                      </a:solidFill>
                      <a:prstDash val="solid"/>
                      <a:round/>
                      <a:headEnd type="none" w="med" len="med"/>
                      <a:tailEnd type="none" w="med" len="med"/>
                    </a:lnB>
                    <a:solidFill>
                      <a:srgbClr val="D8F0E1"/>
                    </a:solidFill>
                  </a:tcPr>
                </a:tc>
                <a:tc>
                  <a:txBody>
                    <a:bodyPr/>
                    <a:lstStyle/>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Must be explicitly taught.</a:t>
                      </a:r>
                      <a:endParaRPr lang="en-AU" sz="4000" b="0" i="0" u="none" strike="noStrike" dirty="0">
                        <a:effectLst/>
                        <a:latin typeface="Arial" panose="020B0604020202020204" pitchFamily="34" charset="0"/>
                      </a:endParaRPr>
                    </a:p>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Useful for multiple purposes, </a:t>
                      </a:r>
                    </a:p>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Taught and reinforced across different contexts and exposures. </a:t>
                      </a:r>
                      <a:endParaRPr lang="en-AU" sz="4000" b="0" i="0" u="none" strike="noStrike" dirty="0">
                        <a:effectLst/>
                        <a:latin typeface="Arial" panose="020B0604020202020204" pitchFamily="34" charset="0"/>
                      </a:endParaRPr>
                    </a:p>
                  </a:txBody>
                  <a:tcPr marL="144000" marR="10869" marT="32608" marB="32608" anchor="ctr">
                    <a:lnL w="12700" cap="flat" cmpd="sng" algn="ctr">
                      <a:solidFill>
                        <a:srgbClr val="C8CACC"/>
                      </a:solidFill>
                      <a:prstDash val="solid"/>
                      <a:round/>
                      <a:headEnd type="none" w="med" len="med"/>
                      <a:tailEnd type="none" w="med" len="med"/>
                    </a:lnL>
                    <a:lnR w="12700" cap="flat" cmpd="sng" algn="ctr">
                      <a:solidFill>
                        <a:srgbClr val="C8CACC"/>
                      </a:solidFill>
                      <a:prstDash val="solid"/>
                      <a:round/>
                      <a:headEnd type="none" w="med" len="med"/>
                      <a:tailEnd type="none" w="med" len="med"/>
                    </a:lnR>
                    <a:lnT w="12700" cap="flat" cmpd="sng" algn="ctr">
                      <a:solidFill>
                        <a:srgbClr val="C8CACC"/>
                      </a:solidFill>
                      <a:prstDash val="solid"/>
                      <a:round/>
                      <a:headEnd type="none" w="med" len="med"/>
                      <a:tailEnd type="none" w="med" len="med"/>
                    </a:lnT>
                    <a:lnB w="12700" cap="flat" cmpd="sng" algn="ctr">
                      <a:solidFill>
                        <a:srgbClr val="C8CACC"/>
                      </a:solidFill>
                      <a:prstDash val="solid"/>
                      <a:round/>
                      <a:headEnd type="none" w="med" len="med"/>
                      <a:tailEnd type="none" w="med" len="med"/>
                    </a:lnB>
                    <a:solidFill>
                      <a:srgbClr val="D8F0E1"/>
                    </a:solidFill>
                  </a:tcPr>
                </a:tc>
                <a:extLst>
                  <a:ext uri="{0D108BD9-81ED-4DB2-BD59-A6C34878D82A}">
                    <a16:rowId xmlns:a16="http://schemas.microsoft.com/office/drawing/2014/main" val="20514408"/>
                  </a:ext>
                </a:extLst>
              </a:tr>
              <a:tr h="1919364">
                <a:tc>
                  <a:txBody>
                    <a:bodyPr/>
                    <a:lstStyle/>
                    <a:p>
                      <a:pPr algn="ctr" fontAlgn="ctr">
                        <a:lnSpc>
                          <a:spcPct val="107000"/>
                        </a:lnSpc>
                        <a:spcBef>
                          <a:spcPts val="0"/>
                        </a:spcBef>
                        <a:spcAft>
                          <a:spcPts val="800"/>
                        </a:spcAft>
                      </a:pPr>
                      <a:r>
                        <a:rPr lang="en-AU" sz="2400" b="1"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Tier 3</a:t>
                      </a: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n-AU" sz="4000" b="0" i="0" u="none" strike="noStrike" dirty="0">
                        <a:effectLst/>
                        <a:latin typeface="Arial" panose="020B0604020202020204" pitchFamily="34" charset="0"/>
                      </a:endParaRPr>
                    </a:p>
                  </a:txBody>
                  <a:tcPr marL="10869" marR="10869" marT="32608" marB="32608" anchor="ctr">
                    <a:lnL w="12700" cap="flat" cmpd="sng" algn="ctr">
                      <a:solidFill>
                        <a:srgbClr val="C8CACC"/>
                      </a:solidFill>
                      <a:prstDash val="solid"/>
                      <a:round/>
                      <a:headEnd type="none" w="med" len="med"/>
                      <a:tailEnd type="none" w="med" len="med"/>
                    </a:lnL>
                    <a:lnR w="12700" cap="flat" cmpd="sng" algn="ctr">
                      <a:solidFill>
                        <a:srgbClr val="C8CACC"/>
                      </a:solidFill>
                      <a:prstDash val="solid"/>
                      <a:round/>
                      <a:headEnd type="none" w="med" len="med"/>
                      <a:tailEnd type="none" w="med" len="med"/>
                    </a:lnR>
                    <a:lnT w="12700" cap="flat" cmpd="sng" algn="ctr">
                      <a:solidFill>
                        <a:srgbClr val="C8CACC"/>
                      </a:solidFill>
                      <a:prstDash val="solid"/>
                      <a:round/>
                      <a:headEnd type="none" w="med" len="med"/>
                      <a:tailEnd type="none" w="med" len="med"/>
                    </a:lnT>
                    <a:lnB w="12700" cap="flat" cmpd="sng" algn="ctr">
                      <a:solidFill>
                        <a:srgbClr val="C8CACC"/>
                      </a:solidFill>
                      <a:prstDash val="solid"/>
                      <a:round/>
                      <a:headEnd type="none" w="med" len="med"/>
                      <a:tailEnd type="none" w="med" len="med"/>
                    </a:lnB>
                    <a:solidFill>
                      <a:srgbClr val="D0CECE"/>
                    </a:solidFill>
                  </a:tcPr>
                </a:tc>
                <a:tc>
                  <a:txBody>
                    <a:bodyPr/>
                    <a:lstStyle/>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Specific or context-specific.</a:t>
                      </a:r>
                      <a:endParaRPr lang="en-AU" sz="4000" b="0" i="0" u="none" strike="noStrike" dirty="0">
                        <a:effectLst/>
                        <a:latin typeface="Arial" panose="020B0604020202020204" pitchFamily="34" charset="0"/>
                      </a:endParaRPr>
                    </a:p>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cs typeface="Times New Roman" panose="02020603050405020304" pitchFamily="18" charset="0"/>
                        </a:rPr>
                        <a:t>Distinct meanings and purposes.</a:t>
                      </a:r>
                      <a:endParaRPr lang="en-AU" sz="4000" b="0" i="0" u="none" strike="noStrike" dirty="0">
                        <a:effectLst/>
                        <a:latin typeface="Arial" panose="020B0604020202020204" pitchFamily="34" charset="0"/>
                      </a:endParaRPr>
                    </a:p>
                  </a:txBody>
                  <a:tcPr marL="10869" marR="10869" marT="32608" marB="32608" anchor="ctr">
                    <a:lnL w="12700" cap="flat" cmpd="sng" algn="ctr">
                      <a:solidFill>
                        <a:srgbClr val="C8CACC"/>
                      </a:solidFill>
                      <a:prstDash val="solid"/>
                      <a:round/>
                      <a:headEnd type="none" w="med" len="med"/>
                      <a:tailEnd type="none" w="med" len="med"/>
                    </a:lnL>
                    <a:lnR w="12700" cap="flat" cmpd="sng" algn="ctr">
                      <a:solidFill>
                        <a:srgbClr val="C8CACC"/>
                      </a:solidFill>
                      <a:prstDash val="solid"/>
                      <a:round/>
                      <a:headEnd type="none" w="med" len="med"/>
                      <a:tailEnd type="none" w="med" len="med"/>
                    </a:lnR>
                    <a:lnT w="12700" cap="flat" cmpd="sng" algn="ctr">
                      <a:solidFill>
                        <a:srgbClr val="C8CACC"/>
                      </a:solidFill>
                      <a:prstDash val="solid"/>
                      <a:round/>
                      <a:headEnd type="none" w="med" len="med"/>
                      <a:tailEnd type="none" w="med" len="med"/>
                    </a:lnT>
                    <a:lnB w="12700" cap="flat" cmpd="sng" algn="ctr">
                      <a:solidFill>
                        <a:srgbClr val="C8CACC"/>
                      </a:solidFill>
                      <a:prstDash val="solid"/>
                      <a:round/>
                      <a:headEnd type="none" w="med" len="med"/>
                      <a:tailEnd type="none" w="med" len="med"/>
                    </a:lnB>
                    <a:solidFill>
                      <a:srgbClr val="D0CECE"/>
                    </a:solidFill>
                  </a:tcPr>
                </a:tc>
                <a:tc>
                  <a:txBody>
                    <a:bodyPr/>
                    <a:lstStyle/>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carburettor </a:t>
                      </a:r>
                    </a:p>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legislature circumference aorta polyglot sonata isosceles </a:t>
                      </a:r>
                      <a:endParaRPr lang="en-AU" sz="4000" b="0" i="0" u="none" strike="noStrike" dirty="0">
                        <a:effectLst/>
                        <a:latin typeface="Arial" panose="020B0604020202020204" pitchFamily="34" charset="0"/>
                      </a:endParaRPr>
                    </a:p>
                  </a:txBody>
                  <a:tcPr marL="72000" marR="10869" marT="32608" marB="32608" anchor="ctr">
                    <a:lnL w="12700" cap="flat" cmpd="sng" algn="ctr">
                      <a:solidFill>
                        <a:srgbClr val="C8CACC"/>
                      </a:solidFill>
                      <a:prstDash val="solid"/>
                      <a:round/>
                      <a:headEnd type="none" w="med" len="med"/>
                      <a:tailEnd type="none" w="med" len="med"/>
                    </a:lnL>
                    <a:lnR w="12700" cap="flat" cmpd="sng" algn="ctr">
                      <a:solidFill>
                        <a:srgbClr val="C8CACC"/>
                      </a:solidFill>
                      <a:prstDash val="solid"/>
                      <a:round/>
                      <a:headEnd type="none" w="med" len="med"/>
                      <a:tailEnd type="none" w="med" len="med"/>
                    </a:lnR>
                    <a:lnT w="12700" cap="flat" cmpd="sng" algn="ctr">
                      <a:solidFill>
                        <a:srgbClr val="C8CACC"/>
                      </a:solidFill>
                      <a:prstDash val="solid"/>
                      <a:round/>
                      <a:headEnd type="none" w="med" len="med"/>
                      <a:tailEnd type="none" w="med" len="med"/>
                    </a:lnT>
                    <a:lnB w="12700" cap="flat" cmpd="sng" algn="ctr">
                      <a:solidFill>
                        <a:srgbClr val="C8CACC"/>
                      </a:solidFill>
                      <a:prstDash val="solid"/>
                      <a:round/>
                      <a:headEnd type="none" w="med" len="med"/>
                      <a:tailEnd type="none" w="med" len="med"/>
                    </a:lnB>
                    <a:solidFill>
                      <a:srgbClr val="D0CECE"/>
                    </a:solidFill>
                  </a:tcPr>
                </a:tc>
                <a:tc>
                  <a:txBody>
                    <a:bodyPr/>
                    <a:lstStyle/>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Explicit teaching in particular content areas.</a:t>
                      </a:r>
                      <a:endParaRPr lang="en-AU" sz="4000" b="0" i="0" u="none" strike="noStrike" dirty="0">
                        <a:effectLst/>
                        <a:latin typeface="Arial" panose="020B0604020202020204" pitchFamily="34" charset="0"/>
                      </a:endParaRPr>
                    </a:p>
                    <a:p>
                      <a:pPr algn="l" fontAlgn="ctr">
                        <a:lnSpc>
                          <a:spcPct val="107000"/>
                        </a:lnSpc>
                        <a:spcBef>
                          <a:spcPts val="0"/>
                        </a:spcBef>
                        <a:spcAft>
                          <a:spcPts val="800"/>
                        </a:spcAft>
                      </a:pPr>
                      <a:r>
                        <a:rPr lang="en-AU" sz="2400" b="0" i="0" u="sng"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Does not mean</a:t>
                      </a: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given preference over tier 2 words.</a:t>
                      </a:r>
                      <a:endParaRPr lang="en-AU" sz="4000" b="0" i="0" u="none" strike="noStrike" dirty="0">
                        <a:effectLst/>
                        <a:latin typeface="Arial" panose="020B0604020202020204" pitchFamily="34" charset="0"/>
                      </a:endParaRPr>
                    </a:p>
                    <a:p>
                      <a:pPr algn="l" fontAlgn="ctr">
                        <a:lnSpc>
                          <a:spcPct val="107000"/>
                        </a:lnSpc>
                        <a:spcBef>
                          <a:spcPts val="0"/>
                        </a:spcBef>
                        <a:spcAft>
                          <a:spcPts val="800"/>
                        </a:spcAft>
                      </a:pPr>
                      <a:r>
                        <a:rPr lang="en-AU" sz="2400" b="0" i="0" u="none" strike="noStrike"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Students must understand the nuances of Tier 3 words in specific contexts.</a:t>
                      </a:r>
                      <a:endParaRPr lang="en-AU" sz="4000" b="0" i="0" u="none" strike="noStrike" dirty="0">
                        <a:effectLst/>
                        <a:latin typeface="Arial" panose="020B0604020202020204" pitchFamily="34" charset="0"/>
                      </a:endParaRPr>
                    </a:p>
                  </a:txBody>
                  <a:tcPr marL="144000" marR="10869" marT="32608" marB="32608" anchor="ctr">
                    <a:lnL w="12700" cap="flat" cmpd="sng" algn="ctr">
                      <a:solidFill>
                        <a:srgbClr val="C8CACC"/>
                      </a:solidFill>
                      <a:prstDash val="solid"/>
                      <a:round/>
                      <a:headEnd type="none" w="med" len="med"/>
                      <a:tailEnd type="none" w="med" len="med"/>
                    </a:lnL>
                    <a:lnR w="12700" cap="flat" cmpd="sng" algn="ctr">
                      <a:solidFill>
                        <a:srgbClr val="C8CACC"/>
                      </a:solidFill>
                      <a:prstDash val="solid"/>
                      <a:round/>
                      <a:headEnd type="none" w="med" len="med"/>
                      <a:tailEnd type="none" w="med" len="med"/>
                    </a:lnR>
                    <a:lnT w="12700" cap="flat" cmpd="sng" algn="ctr">
                      <a:solidFill>
                        <a:srgbClr val="C8CACC"/>
                      </a:solidFill>
                      <a:prstDash val="solid"/>
                      <a:round/>
                      <a:headEnd type="none" w="med" len="med"/>
                      <a:tailEnd type="none" w="med" len="med"/>
                    </a:lnT>
                    <a:lnB w="12700" cap="flat" cmpd="sng" algn="ctr">
                      <a:solidFill>
                        <a:srgbClr val="C8CACC"/>
                      </a:solidFill>
                      <a:prstDash val="solid"/>
                      <a:round/>
                      <a:headEnd type="none" w="med" len="med"/>
                      <a:tailEnd type="none" w="med" len="med"/>
                    </a:lnB>
                    <a:solidFill>
                      <a:srgbClr val="D0CECE"/>
                    </a:solidFill>
                  </a:tcPr>
                </a:tc>
                <a:extLst>
                  <a:ext uri="{0D108BD9-81ED-4DB2-BD59-A6C34878D82A}">
                    <a16:rowId xmlns:a16="http://schemas.microsoft.com/office/drawing/2014/main" val="2146499155"/>
                  </a:ext>
                </a:extLst>
              </a:tr>
            </a:tbl>
          </a:graphicData>
        </a:graphic>
      </p:graphicFrame>
    </p:spTree>
    <p:extLst>
      <p:ext uri="{BB962C8B-B14F-4D97-AF65-F5344CB8AC3E}">
        <p14:creationId xmlns:p14="http://schemas.microsoft.com/office/powerpoint/2010/main" val="10702719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59F09-BDB4-0F61-DA2E-944D11ABFCDD}"/>
              </a:ext>
            </a:extLst>
          </p:cNvPr>
          <p:cNvSpPr>
            <a:spLocks noGrp="1"/>
          </p:cNvSpPr>
          <p:nvPr>
            <p:ph type="title"/>
          </p:nvPr>
        </p:nvSpPr>
        <p:spPr/>
        <p:txBody>
          <a:bodyPr/>
          <a:lstStyle/>
          <a:p>
            <a:r>
              <a:rPr lang="en-AU" dirty="0"/>
              <a:t>Existing work</a:t>
            </a:r>
          </a:p>
        </p:txBody>
      </p:sp>
      <p:sp>
        <p:nvSpPr>
          <p:cNvPr id="3" name="Content Placeholder 2">
            <a:extLst>
              <a:ext uri="{FF2B5EF4-FFF2-40B4-BE49-F238E27FC236}">
                <a16:creationId xmlns:a16="http://schemas.microsoft.com/office/drawing/2014/main" id="{1F5CB70C-F0C4-A66C-0554-519711499D25}"/>
              </a:ext>
            </a:extLst>
          </p:cNvPr>
          <p:cNvSpPr>
            <a:spLocks noGrp="1"/>
          </p:cNvSpPr>
          <p:nvPr>
            <p:ph idx="1"/>
          </p:nvPr>
        </p:nvSpPr>
        <p:spPr>
          <a:xfrm>
            <a:off x="827314" y="2218873"/>
            <a:ext cx="9862457" cy="2035628"/>
          </a:xfrm>
        </p:spPr>
        <p:txBody>
          <a:bodyPr anchor="ctr">
            <a:normAutofit/>
          </a:bodyPr>
          <a:lstStyle/>
          <a:p>
            <a:pPr algn="ctr">
              <a:spcAft>
                <a:spcPts val="1200"/>
              </a:spcAft>
            </a:pPr>
            <a:r>
              <a:rPr lang="en-AU" sz="2800" dirty="0"/>
              <a:t>Quick SSK with your table group:</a:t>
            </a:r>
          </a:p>
          <a:p>
            <a:pPr>
              <a:spcAft>
                <a:spcPts val="1200"/>
              </a:spcAft>
            </a:pPr>
            <a:r>
              <a:rPr lang="en-AU" sz="2800" dirty="0"/>
              <a:t>What currently exists in your units to develop a nuanced understanding of tier 2 and tier 3 words?</a:t>
            </a:r>
          </a:p>
        </p:txBody>
      </p:sp>
      <p:sp>
        <p:nvSpPr>
          <p:cNvPr id="4" name="Footer Placeholder 3">
            <a:extLst>
              <a:ext uri="{FF2B5EF4-FFF2-40B4-BE49-F238E27FC236}">
                <a16:creationId xmlns:a16="http://schemas.microsoft.com/office/drawing/2014/main" id="{9D19C6AB-8983-FC6F-DC72-1113B592E234}"/>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4E8551EC-99A8-10F0-E3C6-7666A166F676}"/>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11</a:t>
            </a:fld>
            <a:endParaRPr lang="en-AU">
              <a:solidFill>
                <a:schemeClr val="accent1"/>
              </a:solidFill>
              <a:latin typeface="+mj-lt"/>
            </a:endParaRPr>
          </a:p>
        </p:txBody>
      </p:sp>
      <p:graphicFrame>
        <p:nvGraphicFramePr>
          <p:cNvPr id="6" name="Table 5">
            <a:extLst>
              <a:ext uri="{FF2B5EF4-FFF2-40B4-BE49-F238E27FC236}">
                <a16:creationId xmlns:a16="http://schemas.microsoft.com/office/drawing/2014/main" id="{87D68930-BE3E-6221-33FA-DFCADCC25E3B}"/>
              </a:ext>
            </a:extLst>
          </p:cNvPr>
          <p:cNvGraphicFramePr>
            <a:graphicFrameLocks noGrp="1"/>
          </p:cNvGraphicFramePr>
          <p:nvPr/>
        </p:nvGraphicFramePr>
        <p:xfrm>
          <a:off x="2032000" y="4368027"/>
          <a:ext cx="8127999" cy="15595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05105998"/>
                    </a:ext>
                  </a:extLst>
                </a:gridCol>
                <a:gridCol w="2709333">
                  <a:extLst>
                    <a:ext uri="{9D8B030D-6E8A-4147-A177-3AD203B41FA5}">
                      <a16:colId xmlns:a16="http://schemas.microsoft.com/office/drawing/2014/main" val="536447886"/>
                    </a:ext>
                  </a:extLst>
                </a:gridCol>
                <a:gridCol w="2709333">
                  <a:extLst>
                    <a:ext uri="{9D8B030D-6E8A-4147-A177-3AD203B41FA5}">
                      <a16:colId xmlns:a16="http://schemas.microsoft.com/office/drawing/2014/main" val="3127598228"/>
                    </a:ext>
                  </a:extLst>
                </a:gridCol>
              </a:tblGrid>
              <a:tr h="370840">
                <a:tc>
                  <a:txBody>
                    <a:bodyPr/>
                    <a:lstStyle/>
                    <a:p>
                      <a:pPr algn="ctr"/>
                      <a:r>
                        <a:rPr lang="en-AU" dirty="0"/>
                        <a:t>Stop</a:t>
                      </a:r>
                    </a:p>
                  </a:txBody>
                  <a:tcPr/>
                </a:tc>
                <a:tc>
                  <a:txBody>
                    <a:bodyPr/>
                    <a:lstStyle/>
                    <a:p>
                      <a:pPr algn="ctr"/>
                      <a:r>
                        <a:rPr lang="en-AU" dirty="0"/>
                        <a:t>Start</a:t>
                      </a:r>
                    </a:p>
                  </a:txBody>
                  <a:tcPr/>
                </a:tc>
                <a:tc>
                  <a:txBody>
                    <a:bodyPr/>
                    <a:lstStyle/>
                    <a:p>
                      <a:pPr algn="ctr"/>
                      <a:r>
                        <a:rPr lang="en-AU" dirty="0"/>
                        <a:t>Keep</a:t>
                      </a:r>
                    </a:p>
                  </a:txBody>
                  <a:tcPr/>
                </a:tc>
                <a:extLst>
                  <a:ext uri="{0D108BD9-81ED-4DB2-BD59-A6C34878D82A}">
                    <a16:rowId xmlns:a16="http://schemas.microsoft.com/office/drawing/2014/main" val="4179985740"/>
                  </a:ext>
                </a:extLst>
              </a:tr>
              <a:tr h="370840">
                <a:tc>
                  <a:txBody>
                    <a:bodyPr/>
                    <a:lstStyle/>
                    <a:p>
                      <a:br>
                        <a:rPr lang="en-AU" dirty="0"/>
                      </a:br>
                      <a:br>
                        <a:rPr lang="en-AU" dirty="0"/>
                      </a:br>
                      <a:br>
                        <a:rPr lang="en-AU" dirty="0"/>
                      </a:br>
                      <a:endParaRPr lang="en-AU" dirty="0"/>
                    </a:p>
                  </a:txBody>
                  <a:tcPr/>
                </a:tc>
                <a:tc>
                  <a:txBody>
                    <a:bodyPr/>
                    <a:lstStyle/>
                    <a:p>
                      <a:endParaRPr lang="en-AU"/>
                    </a:p>
                  </a:txBody>
                  <a:tcPr/>
                </a:tc>
                <a:tc>
                  <a:txBody>
                    <a:bodyPr/>
                    <a:lstStyle/>
                    <a:p>
                      <a:endParaRPr lang="en-AU" dirty="0"/>
                    </a:p>
                  </a:txBody>
                  <a:tcPr/>
                </a:tc>
                <a:extLst>
                  <a:ext uri="{0D108BD9-81ED-4DB2-BD59-A6C34878D82A}">
                    <a16:rowId xmlns:a16="http://schemas.microsoft.com/office/drawing/2014/main" val="2225053158"/>
                  </a:ext>
                </a:extLst>
              </a:tr>
            </a:tbl>
          </a:graphicData>
        </a:graphic>
      </p:graphicFrame>
    </p:spTree>
    <p:extLst>
      <p:ext uri="{BB962C8B-B14F-4D97-AF65-F5344CB8AC3E}">
        <p14:creationId xmlns:p14="http://schemas.microsoft.com/office/powerpoint/2010/main" val="941755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D63C4-700A-1BBE-8772-6D6E6C3794B4}"/>
              </a:ext>
            </a:extLst>
          </p:cNvPr>
          <p:cNvSpPr>
            <a:spLocks noGrp="1"/>
          </p:cNvSpPr>
          <p:nvPr>
            <p:ph type="title"/>
          </p:nvPr>
        </p:nvSpPr>
        <p:spPr>
          <a:xfrm>
            <a:off x="827314" y="341859"/>
            <a:ext cx="9862457" cy="669471"/>
          </a:xfrm>
        </p:spPr>
        <p:txBody>
          <a:bodyPr>
            <a:normAutofit fontScale="90000"/>
          </a:bodyPr>
          <a:lstStyle/>
          <a:p>
            <a:r>
              <a:rPr lang="en-AU" dirty="0"/>
              <a:t>How does it align?</a:t>
            </a:r>
          </a:p>
        </p:txBody>
      </p:sp>
      <p:sp>
        <p:nvSpPr>
          <p:cNvPr id="3" name="Content Placeholder 2">
            <a:extLst>
              <a:ext uri="{FF2B5EF4-FFF2-40B4-BE49-F238E27FC236}">
                <a16:creationId xmlns:a16="http://schemas.microsoft.com/office/drawing/2014/main" id="{D672A4BE-C33F-026B-F19F-C2E54D85D9EC}"/>
              </a:ext>
            </a:extLst>
          </p:cNvPr>
          <p:cNvSpPr>
            <a:spLocks noGrp="1"/>
          </p:cNvSpPr>
          <p:nvPr>
            <p:ph idx="1"/>
          </p:nvPr>
        </p:nvSpPr>
        <p:spPr>
          <a:xfrm>
            <a:off x="827314" y="1232810"/>
            <a:ext cx="9862457" cy="3669390"/>
          </a:xfrm>
        </p:spPr>
        <p:txBody>
          <a:bodyPr/>
          <a:lstStyle/>
          <a:p>
            <a:r>
              <a:rPr lang="en-AU" dirty="0"/>
              <a:t>From the VC/ English LC:</a:t>
            </a:r>
          </a:p>
          <a:p>
            <a:endParaRPr lang="en-AU" dirty="0"/>
          </a:p>
          <a:p>
            <a:endParaRPr lang="en-AU" dirty="0"/>
          </a:p>
          <a:p>
            <a:endParaRPr lang="en-AU" dirty="0"/>
          </a:p>
          <a:p>
            <a:endParaRPr lang="en-AU" dirty="0"/>
          </a:p>
          <a:p>
            <a:endParaRPr lang="en-AU" dirty="0"/>
          </a:p>
          <a:p>
            <a:pPr>
              <a:spcBef>
                <a:spcPts val="0"/>
              </a:spcBef>
            </a:pPr>
            <a:endParaRPr lang="en-AU" dirty="0"/>
          </a:p>
          <a:p>
            <a:pPr>
              <a:spcBef>
                <a:spcPts val="1200"/>
              </a:spcBef>
            </a:pPr>
            <a:r>
              <a:rPr lang="en-AU" dirty="0"/>
              <a:t>From our cross-curricular literacy continuum:</a:t>
            </a:r>
          </a:p>
        </p:txBody>
      </p:sp>
      <p:sp>
        <p:nvSpPr>
          <p:cNvPr id="4" name="Footer Placeholder 3">
            <a:extLst>
              <a:ext uri="{FF2B5EF4-FFF2-40B4-BE49-F238E27FC236}">
                <a16:creationId xmlns:a16="http://schemas.microsoft.com/office/drawing/2014/main" id="{F94B0760-1EC0-1136-FD52-B34E419F301D}"/>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D4769687-71CC-B89C-48FA-07312699726A}"/>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12</a:t>
            </a:fld>
            <a:endParaRPr lang="en-AU">
              <a:solidFill>
                <a:schemeClr val="accent1"/>
              </a:solidFill>
              <a:latin typeface="+mj-lt"/>
            </a:endParaRPr>
          </a:p>
        </p:txBody>
      </p:sp>
      <p:pic>
        <p:nvPicPr>
          <p:cNvPr id="10" name="Picture 9">
            <a:extLst>
              <a:ext uri="{FF2B5EF4-FFF2-40B4-BE49-F238E27FC236}">
                <a16:creationId xmlns:a16="http://schemas.microsoft.com/office/drawing/2014/main" id="{663D7A02-441F-A40D-9A92-891033D6B9DF}"/>
              </a:ext>
            </a:extLst>
          </p:cNvPr>
          <p:cNvPicPr>
            <a:picLocks noChangeAspect="1"/>
          </p:cNvPicPr>
          <p:nvPr/>
        </p:nvPicPr>
        <p:blipFill>
          <a:blip r:embed="rId3"/>
          <a:stretch>
            <a:fillRect/>
          </a:stretch>
        </p:blipFill>
        <p:spPr>
          <a:xfrm>
            <a:off x="827314" y="1680362"/>
            <a:ext cx="10441182" cy="2523337"/>
          </a:xfrm>
          <a:prstGeom prst="rect">
            <a:avLst/>
          </a:prstGeom>
        </p:spPr>
      </p:pic>
      <p:pic>
        <p:nvPicPr>
          <p:cNvPr id="14" name="Picture 13">
            <a:extLst>
              <a:ext uri="{FF2B5EF4-FFF2-40B4-BE49-F238E27FC236}">
                <a16:creationId xmlns:a16="http://schemas.microsoft.com/office/drawing/2014/main" id="{FFE8D16E-D5F4-9983-7254-F96D0C3FC5C3}"/>
              </a:ext>
            </a:extLst>
          </p:cNvPr>
          <p:cNvPicPr>
            <a:picLocks noChangeAspect="1"/>
          </p:cNvPicPr>
          <p:nvPr/>
        </p:nvPicPr>
        <p:blipFill>
          <a:blip r:embed="rId4"/>
          <a:stretch>
            <a:fillRect/>
          </a:stretch>
        </p:blipFill>
        <p:spPr>
          <a:xfrm>
            <a:off x="863331" y="4816352"/>
            <a:ext cx="10465338" cy="1174810"/>
          </a:xfrm>
          <a:prstGeom prst="rect">
            <a:avLst/>
          </a:prstGeom>
        </p:spPr>
      </p:pic>
      <mc:AlternateContent xmlns:mc="http://schemas.openxmlformats.org/markup-compatibility/2006">
        <mc:Choice xmlns:p14="http://schemas.microsoft.com/office/powerpoint/2010/main" Requires="p14">
          <p:contentPart p14:bwMode="auto" r:id="rId5">
            <p14:nvContentPartPr>
              <p14:cNvPr id="6" name="Ink 5">
                <a:extLst>
                  <a:ext uri="{FF2B5EF4-FFF2-40B4-BE49-F238E27FC236}">
                    <a16:creationId xmlns:a16="http://schemas.microsoft.com/office/drawing/2014/main" id="{34BBE552-5DBD-259C-EE0F-376098A19C7A}"/>
                  </a:ext>
                </a:extLst>
              </p14:cNvPr>
              <p14:cNvContentPartPr/>
              <p14:nvPr/>
            </p14:nvContentPartPr>
            <p14:xfrm>
              <a:off x="5082660" y="2175560"/>
              <a:ext cx="785160" cy="68400"/>
            </p14:xfrm>
          </p:contentPart>
        </mc:Choice>
        <mc:Fallback>
          <p:pic>
            <p:nvPicPr>
              <p:cNvPr id="6" name="Ink 5">
                <a:extLst>
                  <a:ext uri="{FF2B5EF4-FFF2-40B4-BE49-F238E27FC236}">
                    <a16:creationId xmlns:a16="http://schemas.microsoft.com/office/drawing/2014/main" id="{34BBE552-5DBD-259C-EE0F-376098A19C7A}"/>
                  </a:ext>
                </a:extLst>
              </p:cNvPr>
              <p:cNvPicPr/>
              <p:nvPr/>
            </p:nvPicPr>
            <p:blipFill>
              <a:blip r:embed="rId6"/>
              <a:stretch>
                <a:fillRect/>
              </a:stretch>
            </p:blipFill>
            <p:spPr>
              <a:xfrm>
                <a:off x="5028660" y="2067560"/>
                <a:ext cx="892800" cy="28404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7" name="Ink 6">
                <a:extLst>
                  <a:ext uri="{FF2B5EF4-FFF2-40B4-BE49-F238E27FC236}">
                    <a16:creationId xmlns:a16="http://schemas.microsoft.com/office/drawing/2014/main" id="{69C72D88-12B2-AC0A-B0E4-861771337BD2}"/>
                  </a:ext>
                </a:extLst>
              </p14:cNvPr>
              <p14:cNvContentPartPr/>
              <p14:nvPr/>
            </p14:nvContentPartPr>
            <p14:xfrm>
              <a:off x="5207220" y="2329280"/>
              <a:ext cx="550800" cy="29520"/>
            </p14:xfrm>
          </p:contentPart>
        </mc:Choice>
        <mc:Fallback>
          <p:pic>
            <p:nvPicPr>
              <p:cNvPr id="7" name="Ink 6">
                <a:extLst>
                  <a:ext uri="{FF2B5EF4-FFF2-40B4-BE49-F238E27FC236}">
                    <a16:creationId xmlns:a16="http://schemas.microsoft.com/office/drawing/2014/main" id="{69C72D88-12B2-AC0A-B0E4-861771337BD2}"/>
                  </a:ext>
                </a:extLst>
              </p:cNvPr>
              <p:cNvPicPr/>
              <p:nvPr/>
            </p:nvPicPr>
            <p:blipFill>
              <a:blip r:embed="rId8"/>
              <a:stretch>
                <a:fillRect/>
              </a:stretch>
            </p:blipFill>
            <p:spPr>
              <a:xfrm>
                <a:off x="5153220" y="2221280"/>
                <a:ext cx="65844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DE43C02D-6CA9-5D6A-3543-D25DD2EEC0FE}"/>
                  </a:ext>
                </a:extLst>
              </p14:cNvPr>
              <p14:cNvContentPartPr/>
              <p14:nvPr/>
            </p14:nvContentPartPr>
            <p14:xfrm>
              <a:off x="5164740" y="2393000"/>
              <a:ext cx="603000" cy="40320"/>
            </p14:xfrm>
          </p:contentPart>
        </mc:Choice>
        <mc:Fallback>
          <p:pic>
            <p:nvPicPr>
              <p:cNvPr id="8" name="Ink 7">
                <a:extLst>
                  <a:ext uri="{FF2B5EF4-FFF2-40B4-BE49-F238E27FC236}">
                    <a16:creationId xmlns:a16="http://schemas.microsoft.com/office/drawing/2014/main" id="{DE43C02D-6CA9-5D6A-3543-D25DD2EEC0FE}"/>
                  </a:ext>
                </a:extLst>
              </p:cNvPr>
              <p:cNvPicPr/>
              <p:nvPr/>
            </p:nvPicPr>
            <p:blipFill>
              <a:blip r:embed="rId10"/>
              <a:stretch>
                <a:fillRect/>
              </a:stretch>
            </p:blipFill>
            <p:spPr>
              <a:xfrm>
                <a:off x="5111100" y="2285360"/>
                <a:ext cx="710640" cy="2559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4A928CD1-649E-70BC-22C2-BE59C8784162}"/>
                  </a:ext>
                </a:extLst>
              </p14:cNvPr>
              <p14:cNvContentPartPr/>
              <p14:nvPr/>
            </p14:nvContentPartPr>
            <p14:xfrm>
              <a:off x="5491980" y="2508560"/>
              <a:ext cx="556920" cy="83160"/>
            </p14:xfrm>
          </p:contentPart>
        </mc:Choice>
        <mc:Fallback>
          <p:pic>
            <p:nvPicPr>
              <p:cNvPr id="9" name="Ink 8">
                <a:extLst>
                  <a:ext uri="{FF2B5EF4-FFF2-40B4-BE49-F238E27FC236}">
                    <a16:creationId xmlns:a16="http://schemas.microsoft.com/office/drawing/2014/main" id="{4A928CD1-649E-70BC-22C2-BE59C8784162}"/>
                  </a:ext>
                </a:extLst>
              </p:cNvPr>
              <p:cNvPicPr/>
              <p:nvPr/>
            </p:nvPicPr>
            <p:blipFill>
              <a:blip r:embed="rId12"/>
              <a:stretch>
                <a:fillRect/>
              </a:stretch>
            </p:blipFill>
            <p:spPr>
              <a:xfrm>
                <a:off x="5437980" y="2400920"/>
                <a:ext cx="664560" cy="29880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1" name="Ink 10">
                <a:extLst>
                  <a:ext uri="{FF2B5EF4-FFF2-40B4-BE49-F238E27FC236}">
                    <a16:creationId xmlns:a16="http://schemas.microsoft.com/office/drawing/2014/main" id="{2C834ECF-4494-1385-BE65-73E9330C92ED}"/>
                  </a:ext>
                </a:extLst>
              </p14:cNvPr>
              <p14:cNvContentPartPr/>
              <p14:nvPr/>
            </p14:nvContentPartPr>
            <p14:xfrm>
              <a:off x="5199660" y="2884760"/>
              <a:ext cx="1056960" cy="101520"/>
            </p14:xfrm>
          </p:contentPart>
        </mc:Choice>
        <mc:Fallback>
          <p:pic>
            <p:nvPicPr>
              <p:cNvPr id="11" name="Ink 10">
                <a:extLst>
                  <a:ext uri="{FF2B5EF4-FFF2-40B4-BE49-F238E27FC236}">
                    <a16:creationId xmlns:a16="http://schemas.microsoft.com/office/drawing/2014/main" id="{2C834ECF-4494-1385-BE65-73E9330C92ED}"/>
                  </a:ext>
                </a:extLst>
              </p:cNvPr>
              <p:cNvPicPr/>
              <p:nvPr/>
            </p:nvPicPr>
            <p:blipFill>
              <a:blip r:embed="rId14"/>
              <a:stretch>
                <a:fillRect/>
              </a:stretch>
            </p:blipFill>
            <p:spPr>
              <a:xfrm>
                <a:off x="5145660" y="2777120"/>
                <a:ext cx="1164600" cy="3171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2" name="Ink 11">
                <a:extLst>
                  <a:ext uri="{FF2B5EF4-FFF2-40B4-BE49-F238E27FC236}">
                    <a16:creationId xmlns:a16="http://schemas.microsoft.com/office/drawing/2014/main" id="{D63C7779-7B0C-3A35-5181-A3BC4DD972FF}"/>
                  </a:ext>
                </a:extLst>
              </p14:cNvPr>
              <p14:cNvContentPartPr/>
              <p14:nvPr/>
            </p14:nvContentPartPr>
            <p14:xfrm>
              <a:off x="8267580" y="2580200"/>
              <a:ext cx="552240" cy="45360"/>
            </p14:xfrm>
          </p:contentPart>
        </mc:Choice>
        <mc:Fallback>
          <p:pic>
            <p:nvPicPr>
              <p:cNvPr id="12" name="Ink 11">
                <a:extLst>
                  <a:ext uri="{FF2B5EF4-FFF2-40B4-BE49-F238E27FC236}">
                    <a16:creationId xmlns:a16="http://schemas.microsoft.com/office/drawing/2014/main" id="{D63C7779-7B0C-3A35-5181-A3BC4DD972FF}"/>
                  </a:ext>
                </a:extLst>
              </p:cNvPr>
              <p:cNvPicPr/>
              <p:nvPr/>
            </p:nvPicPr>
            <p:blipFill>
              <a:blip r:embed="rId16"/>
              <a:stretch>
                <a:fillRect/>
              </a:stretch>
            </p:blipFill>
            <p:spPr>
              <a:xfrm>
                <a:off x="8213940" y="2472200"/>
                <a:ext cx="65988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3" name="Ink 12">
                <a:extLst>
                  <a:ext uri="{FF2B5EF4-FFF2-40B4-BE49-F238E27FC236}">
                    <a16:creationId xmlns:a16="http://schemas.microsoft.com/office/drawing/2014/main" id="{C114A6B2-990F-AD6E-842D-BC899A87EE51}"/>
                  </a:ext>
                </a:extLst>
              </p14:cNvPr>
              <p14:cNvContentPartPr/>
              <p14:nvPr/>
            </p14:nvContentPartPr>
            <p14:xfrm>
              <a:off x="8260380" y="2723480"/>
              <a:ext cx="596880" cy="83880"/>
            </p14:xfrm>
          </p:contentPart>
        </mc:Choice>
        <mc:Fallback>
          <p:pic>
            <p:nvPicPr>
              <p:cNvPr id="13" name="Ink 12">
                <a:extLst>
                  <a:ext uri="{FF2B5EF4-FFF2-40B4-BE49-F238E27FC236}">
                    <a16:creationId xmlns:a16="http://schemas.microsoft.com/office/drawing/2014/main" id="{C114A6B2-990F-AD6E-842D-BC899A87EE51}"/>
                  </a:ext>
                </a:extLst>
              </p:cNvPr>
              <p:cNvPicPr/>
              <p:nvPr/>
            </p:nvPicPr>
            <p:blipFill>
              <a:blip r:embed="rId18"/>
              <a:stretch>
                <a:fillRect/>
              </a:stretch>
            </p:blipFill>
            <p:spPr>
              <a:xfrm>
                <a:off x="8206380" y="2615480"/>
                <a:ext cx="704520" cy="29952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1DE690CF-7C6E-8F6C-A0E1-97D4773FB6A3}"/>
                  </a:ext>
                </a:extLst>
              </p14:cNvPr>
              <p14:cNvContentPartPr/>
              <p14:nvPr/>
            </p14:nvContentPartPr>
            <p14:xfrm>
              <a:off x="9800100" y="2220560"/>
              <a:ext cx="1218240" cy="137160"/>
            </p14:xfrm>
          </p:contentPart>
        </mc:Choice>
        <mc:Fallback>
          <p:pic>
            <p:nvPicPr>
              <p:cNvPr id="15" name="Ink 14">
                <a:extLst>
                  <a:ext uri="{FF2B5EF4-FFF2-40B4-BE49-F238E27FC236}">
                    <a16:creationId xmlns:a16="http://schemas.microsoft.com/office/drawing/2014/main" id="{1DE690CF-7C6E-8F6C-A0E1-97D4773FB6A3}"/>
                  </a:ext>
                </a:extLst>
              </p:cNvPr>
              <p:cNvPicPr/>
              <p:nvPr/>
            </p:nvPicPr>
            <p:blipFill>
              <a:blip r:embed="rId20"/>
              <a:stretch>
                <a:fillRect/>
              </a:stretch>
            </p:blipFill>
            <p:spPr>
              <a:xfrm>
                <a:off x="9746460" y="2112920"/>
                <a:ext cx="1325880" cy="35280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6" name="Ink 15">
                <a:extLst>
                  <a:ext uri="{FF2B5EF4-FFF2-40B4-BE49-F238E27FC236}">
                    <a16:creationId xmlns:a16="http://schemas.microsoft.com/office/drawing/2014/main" id="{4994ED7E-4217-E922-B71E-240375AF8BEA}"/>
                  </a:ext>
                </a:extLst>
              </p14:cNvPr>
              <p14:cNvContentPartPr/>
              <p14:nvPr/>
            </p14:nvContentPartPr>
            <p14:xfrm>
              <a:off x="9779940" y="2343680"/>
              <a:ext cx="1237320" cy="227160"/>
            </p14:xfrm>
          </p:contentPart>
        </mc:Choice>
        <mc:Fallback>
          <p:pic>
            <p:nvPicPr>
              <p:cNvPr id="16" name="Ink 15">
                <a:extLst>
                  <a:ext uri="{FF2B5EF4-FFF2-40B4-BE49-F238E27FC236}">
                    <a16:creationId xmlns:a16="http://schemas.microsoft.com/office/drawing/2014/main" id="{4994ED7E-4217-E922-B71E-240375AF8BEA}"/>
                  </a:ext>
                </a:extLst>
              </p:cNvPr>
              <p:cNvPicPr/>
              <p:nvPr/>
            </p:nvPicPr>
            <p:blipFill>
              <a:blip r:embed="rId22"/>
              <a:stretch>
                <a:fillRect/>
              </a:stretch>
            </p:blipFill>
            <p:spPr>
              <a:xfrm>
                <a:off x="9725940" y="2235680"/>
                <a:ext cx="1344960" cy="44280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7" name="Ink 16">
                <a:extLst>
                  <a:ext uri="{FF2B5EF4-FFF2-40B4-BE49-F238E27FC236}">
                    <a16:creationId xmlns:a16="http://schemas.microsoft.com/office/drawing/2014/main" id="{25939627-C132-9E1E-F649-7C20D428D265}"/>
                  </a:ext>
                </a:extLst>
              </p14:cNvPr>
              <p14:cNvContentPartPr/>
              <p14:nvPr/>
            </p14:nvContentPartPr>
            <p14:xfrm>
              <a:off x="9815580" y="2556800"/>
              <a:ext cx="1162440" cy="200160"/>
            </p14:xfrm>
          </p:contentPart>
        </mc:Choice>
        <mc:Fallback>
          <p:pic>
            <p:nvPicPr>
              <p:cNvPr id="17" name="Ink 16">
                <a:extLst>
                  <a:ext uri="{FF2B5EF4-FFF2-40B4-BE49-F238E27FC236}">
                    <a16:creationId xmlns:a16="http://schemas.microsoft.com/office/drawing/2014/main" id="{25939627-C132-9E1E-F649-7C20D428D265}"/>
                  </a:ext>
                </a:extLst>
              </p:cNvPr>
              <p:cNvPicPr/>
              <p:nvPr/>
            </p:nvPicPr>
            <p:blipFill>
              <a:blip r:embed="rId24"/>
              <a:stretch>
                <a:fillRect/>
              </a:stretch>
            </p:blipFill>
            <p:spPr>
              <a:xfrm>
                <a:off x="9761580" y="2449160"/>
                <a:ext cx="1270080" cy="41580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8" name="Ink 17">
                <a:extLst>
                  <a:ext uri="{FF2B5EF4-FFF2-40B4-BE49-F238E27FC236}">
                    <a16:creationId xmlns:a16="http://schemas.microsoft.com/office/drawing/2014/main" id="{E994AD92-8869-A660-B4CB-1F341A4942C2}"/>
                  </a:ext>
                </a:extLst>
              </p14:cNvPr>
              <p14:cNvContentPartPr/>
              <p14:nvPr/>
            </p14:nvContentPartPr>
            <p14:xfrm>
              <a:off x="4094820" y="3434840"/>
              <a:ext cx="746640" cy="39960"/>
            </p14:xfrm>
          </p:contentPart>
        </mc:Choice>
        <mc:Fallback>
          <p:pic>
            <p:nvPicPr>
              <p:cNvPr id="18" name="Ink 17">
                <a:extLst>
                  <a:ext uri="{FF2B5EF4-FFF2-40B4-BE49-F238E27FC236}">
                    <a16:creationId xmlns:a16="http://schemas.microsoft.com/office/drawing/2014/main" id="{E994AD92-8869-A660-B4CB-1F341A4942C2}"/>
                  </a:ext>
                </a:extLst>
              </p:cNvPr>
              <p:cNvPicPr/>
              <p:nvPr/>
            </p:nvPicPr>
            <p:blipFill>
              <a:blip r:embed="rId26"/>
              <a:stretch>
                <a:fillRect/>
              </a:stretch>
            </p:blipFill>
            <p:spPr>
              <a:xfrm>
                <a:off x="4041180" y="3326840"/>
                <a:ext cx="854280" cy="2556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621C92EB-35B4-37C4-C13B-719E43BB0C65}"/>
                  </a:ext>
                </a:extLst>
              </p14:cNvPr>
              <p14:cNvContentPartPr/>
              <p14:nvPr/>
            </p14:nvContentPartPr>
            <p14:xfrm>
              <a:off x="3727260" y="3682880"/>
              <a:ext cx="815400" cy="50040"/>
            </p14:xfrm>
          </p:contentPart>
        </mc:Choice>
        <mc:Fallback>
          <p:pic>
            <p:nvPicPr>
              <p:cNvPr id="19" name="Ink 18">
                <a:extLst>
                  <a:ext uri="{FF2B5EF4-FFF2-40B4-BE49-F238E27FC236}">
                    <a16:creationId xmlns:a16="http://schemas.microsoft.com/office/drawing/2014/main" id="{621C92EB-35B4-37C4-C13B-719E43BB0C65}"/>
                  </a:ext>
                </a:extLst>
              </p:cNvPr>
              <p:cNvPicPr/>
              <p:nvPr/>
            </p:nvPicPr>
            <p:blipFill>
              <a:blip r:embed="rId28"/>
              <a:stretch>
                <a:fillRect/>
              </a:stretch>
            </p:blipFill>
            <p:spPr>
              <a:xfrm>
                <a:off x="3673260" y="3575240"/>
                <a:ext cx="923040" cy="26568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20" name="Ink 19">
                <a:extLst>
                  <a:ext uri="{FF2B5EF4-FFF2-40B4-BE49-F238E27FC236}">
                    <a16:creationId xmlns:a16="http://schemas.microsoft.com/office/drawing/2014/main" id="{3EC8B776-250B-9801-908E-A329D9041C4F}"/>
                  </a:ext>
                </a:extLst>
              </p14:cNvPr>
              <p14:cNvContentPartPr/>
              <p14:nvPr/>
            </p14:nvContentPartPr>
            <p14:xfrm>
              <a:off x="3562740" y="3872960"/>
              <a:ext cx="1105200" cy="41760"/>
            </p14:xfrm>
          </p:contentPart>
        </mc:Choice>
        <mc:Fallback>
          <p:pic>
            <p:nvPicPr>
              <p:cNvPr id="20" name="Ink 19">
                <a:extLst>
                  <a:ext uri="{FF2B5EF4-FFF2-40B4-BE49-F238E27FC236}">
                    <a16:creationId xmlns:a16="http://schemas.microsoft.com/office/drawing/2014/main" id="{3EC8B776-250B-9801-908E-A329D9041C4F}"/>
                  </a:ext>
                </a:extLst>
              </p:cNvPr>
              <p:cNvPicPr/>
              <p:nvPr/>
            </p:nvPicPr>
            <p:blipFill>
              <a:blip r:embed="rId30"/>
              <a:stretch>
                <a:fillRect/>
              </a:stretch>
            </p:blipFill>
            <p:spPr>
              <a:xfrm>
                <a:off x="3509100" y="3765320"/>
                <a:ext cx="121284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1" name="Ink 20">
                <a:extLst>
                  <a:ext uri="{FF2B5EF4-FFF2-40B4-BE49-F238E27FC236}">
                    <a16:creationId xmlns:a16="http://schemas.microsoft.com/office/drawing/2014/main" id="{8EF78363-C74E-130C-E0A3-C7302F5E9835}"/>
                  </a:ext>
                </a:extLst>
              </p14:cNvPr>
              <p14:cNvContentPartPr/>
              <p14:nvPr/>
            </p14:nvContentPartPr>
            <p14:xfrm>
              <a:off x="6724980" y="3624920"/>
              <a:ext cx="543600" cy="33480"/>
            </p14:xfrm>
          </p:contentPart>
        </mc:Choice>
        <mc:Fallback>
          <p:pic>
            <p:nvPicPr>
              <p:cNvPr id="21" name="Ink 20">
                <a:extLst>
                  <a:ext uri="{FF2B5EF4-FFF2-40B4-BE49-F238E27FC236}">
                    <a16:creationId xmlns:a16="http://schemas.microsoft.com/office/drawing/2014/main" id="{8EF78363-C74E-130C-E0A3-C7302F5E9835}"/>
                  </a:ext>
                </a:extLst>
              </p:cNvPr>
              <p:cNvPicPr/>
              <p:nvPr/>
            </p:nvPicPr>
            <p:blipFill>
              <a:blip r:embed="rId32"/>
              <a:stretch>
                <a:fillRect/>
              </a:stretch>
            </p:blipFill>
            <p:spPr>
              <a:xfrm>
                <a:off x="6670980" y="3517280"/>
                <a:ext cx="651240" cy="24912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2" name="Ink 21">
                <a:extLst>
                  <a:ext uri="{FF2B5EF4-FFF2-40B4-BE49-F238E27FC236}">
                    <a16:creationId xmlns:a16="http://schemas.microsoft.com/office/drawing/2014/main" id="{02756FA3-5B62-0D92-EDF7-0E810138D688}"/>
                  </a:ext>
                </a:extLst>
              </p14:cNvPr>
              <p14:cNvContentPartPr/>
              <p14:nvPr/>
            </p14:nvContentPartPr>
            <p14:xfrm>
              <a:off x="6708780" y="3736160"/>
              <a:ext cx="781560" cy="83520"/>
            </p14:xfrm>
          </p:contentPart>
        </mc:Choice>
        <mc:Fallback>
          <p:pic>
            <p:nvPicPr>
              <p:cNvPr id="22" name="Ink 21">
                <a:extLst>
                  <a:ext uri="{FF2B5EF4-FFF2-40B4-BE49-F238E27FC236}">
                    <a16:creationId xmlns:a16="http://schemas.microsoft.com/office/drawing/2014/main" id="{02756FA3-5B62-0D92-EDF7-0E810138D688}"/>
                  </a:ext>
                </a:extLst>
              </p:cNvPr>
              <p:cNvPicPr/>
              <p:nvPr/>
            </p:nvPicPr>
            <p:blipFill>
              <a:blip r:embed="rId34"/>
              <a:stretch>
                <a:fillRect/>
              </a:stretch>
            </p:blipFill>
            <p:spPr>
              <a:xfrm>
                <a:off x="6654780" y="3628160"/>
                <a:ext cx="889200" cy="2991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3" name="Ink 22">
                <a:extLst>
                  <a:ext uri="{FF2B5EF4-FFF2-40B4-BE49-F238E27FC236}">
                    <a16:creationId xmlns:a16="http://schemas.microsoft.com/office/drawing/2014/main" id="{FA6D8A16-ECC0-449C-4151-6B8FBF7238DE}"/>
                  </a:ext>
                </a:extLst>
              </p14:cNvPr>
              <p14:cNvContentPartPr/>
              <p14:nvPr/>
            </p14:nvContentPartPr>
            <p14:xfrm>
              <a:off x="5415300" y="3346640"/>
              <a:ext cx="999000" cy="102600"/>
            </p14:xfrm>
          </p:contentPart>
        </mc:Choice>
        <mc:Fallback>
          <p:pic>
            <p:nvPicPr>
              <p:cNvPr id="23" name="Ink 22">
                <a:extLst>
                  <a:ext uri="{FF2B5EF4-FFF2-40B4-BE49-F238E27FC236}">
                    <a16:creationId xmlns:a16="http://schemas.microsoft.com/office/drawing/2014/main" id="{FA6D8A16-ECC0-449C-4151-6B8FBF7238DE}"/>
                  </a:ext>
                </a:extLst>
              </p:cNvPr>
              <p:cNvPicPr/>
              <p:nvPr/>
            </p:nvPicPr>
            <p:blipFill>
              <a:blip r:embed="rId36"/>
              <a:stretch>
                <a:fillRect/>
              </a:stretch>
            </p:blipFill>
            <p:spPr>
              <a:xfrm>
                <a:off x="5361660" y="3239000"/>
                <a:ext cx="1106640" cy="31824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4" name="Ink 23">
                <a:extLst>
                  <a:ext uri="{FF2B5EF4-FFF2-40B4-BE49-F238E27FC236}">
                    <a16:creationId xmlns:a16="http://schemas.microsoft.com/office/drawing/2014/main" id="{A4DEC2F2-96D2-5A18-B356-18CA2F0285BA}"/>
                  </a:ext>
                </a:extLst>
              </p14:cNvPr>
              <p14:cNvContentPartPr/>
              <p14:nvPr/>
            </p14:nvContentPartPr>
            <p14:xfrm>
              <a:off x="5102460" y="3623480"/>
              <a:ext cx="561600" cy="89640"/>
            </p14:xfrm>
          </p:contentPart>
        </mc:Choice>
        <mc:Fallback>
          <p:pic>
            <p:nvPicPr>
              <p:cNvPr id="24" name="Ink 23">
                <a:extLst>
                  <a:ext uri="{FF2B5EF4-FFF2-40B4-BE49-F238E27FC236}">
                    <a16:creationId xmlns:a16="http://schemas.microsoft.com/office/drawing/2014/main" id="{A4DEC2F2-96D2-5A18-B356-18CA2F0285BA}"/>
                  </a:ext>
                </a:extLst>
              </p:cNvPr>
              <p:cNvPicPr/>
              <p:nvPr/>
            </p:nvPicPr>
            <p:blipFill>
              <a:blip r:embed="rId38"/>
              <a:stretch>
                <a:fillRect/>
              </a:stretch>
            </p:blipFill>
            <p:spPr>
              <a:xfrm>
                <a:off x="5048460" y="3515480"/>
                <a:ext cx="669240" cy="3052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5" name="Ink 24">
                <a:extLst>
                  <a:ext uri="{FF2B5EF4-FFF2-40B4-BE49-F238E27FC236}">
                    <a16:creationId xmlns:a16="http://schemas.microsoft.com/office/drawing/2014/main" id="{D6C692E7-78FB-5CA0-1E5D-393342F05D94}"/>
                  </a:ext>
                </a:extLst>
              </p14:cNvPr>
              <p14:cNvContentPartPr/>
              <p14:nvPr/>
            </p14:nvContentPartPr>
            <p14:xfrm>
              <a:off x="3855780" y="5149880"/>
              <a:ext cx="955080" cy="28440"/>
            </p14:xfrm>
          </p:contentPart>
        </mc:Choice>
        <mc:Fallback>
          <p:pic>
            <p:nvPicPr>
              <p:cNvPr id="25" name="Ink 24">
                <a:extLst>
                  <a:ext uri="{FF2B5EF4-FFF2-40B4-BE49-F238E27FC236}">
                    <a16:creationId xmlns:a16="http://schemas.microsoft.com/office/drawing/2014/main" id="{D6C692E7-78FB-5CA0-1E5D-393342F05D94}"/>
                  </a:ext>
                </a:extLst>
              </p:cNvPr>
              <p:cNvPicPr/>
              <p:nvPr/>
            </p:nvPicPr>
            <p:blipFill>
              <a:blip r:embed="rId40"/>
              <a:stretch>
                <a:fillRect/>
              </a:stretch>
            </p:blipFill>
            <p:spPr>
              <a:xfrm>
                <a:off x="3802140" y="5042240"/>
                <a:ext cx="1062720" cy="24408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6" name="Ink 25">
                <a:extLst>
                  <a:ext uri="{FF2B5EF4-FFF2-40B4-BE49-F238E27FC236}">
                    <a16:creationId xmlns:a16="http://schemas.microsoft.com/office/drawing/2014/main" id="{ED1B9AB0-47BB-E9B2-712C-178E7346C76A}"/>
                  </a:ext>
                </a:extLst>
              </p14:cNvPr>
              <p14:cNvContentPartPr/>
              <p14:nvPr/>
            </p14:nvContentPartPr>
            <p14:xfrm>
              <a:off x="3619260" y="5318000"/>
              <a:ext cx="1258920" cy="69120"/>
            </p14:xfrm>
          </p:contentPart>
        </mc:Choice>
        <mc:Fallback>
          <p:pic>
            <p:nvPicPr>
              <p:cNvPr id="26" name="Ink 25">
                <a:extLst>
                  <a:ext uri="{FF2B5EF4-FFF2-40B4-BE49-F238E27FC236}">
                    <a16:creationId xmlns:a16="http://schemas.microsoft.com/office/drawing/2014/main" id="{ED1B9AB0-47BB-E9B2-712C-178E7346C76A}"/>
                  </a:ext>
                </a:extLst>
              </p:cNvPr>
              <p:cNvPicPr/>
              <p:nvPr/>
            </p:nvPicPr>
            <p:blipFill>
              <a:blip r:embed="rId42"/>
              <a:stretch>
                <a:fillRect/>
              </a:stretch>
            </p:blipFill>
            <p:spPr>
              <a:xfrm>
                <a:off x="3565260" y="5210360"/>
                <a:ext cx="1366560" cy="28476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7" name="Ink 26">
                <a:extLst>
                  <a:ext uri="{FF2B5EF4-FFF2-40B4-BE49-F238E27FC236}">
                    <a16:creationId xmlns:a16="http://schemas.microsoft.com/office/drawing/2014/main" id="{847A598C-3A55-8B6B-71B3-014C5650E100}"/>
                  </a:ext>
                </a:extLst>
              </p14:cNvPr>
              <p14:cNvContentPartPr/>
              <p14:nvPr/>
            </p14:nvContentPartPr>
            <p14:xfrm>
              <a:off x="3712140" y="5148800"/>
              <a:ext cx="685080" cy="41760"/>
            </p14:xfrm>
          </p:contentPart>
        </mc:Choice>
        <mc:Fallback>
          <p:pic>
            <p:nvPicPr>
              <p:cNvPr id="27" name="Ink 26">
                <a:extLst>
                  <a:ext uri="{FF2B5EF4-FFF2-40B4-BE49-F238E27FC236}">
                    <a16:creationId xmlns:a16="http://schemas.microsoft.com/office/drawing/2014/main" id="{847A598C-3A55-8B6B-71B3-014C5650E100}"/>
                  </a:ext>
                </a:extLst>
              </p:cNvPr>
              <p:cNvPicPr/>
              <p:nvPr/>
            </p:nvPicPr>
            <p:blipFill>
              <a:blip r:embed="rId44"/>
              <a:stretch>
                <a:fillRect/>
              </a:stretch>
            </p:blipFill>
            <p:spPr>
              <a:xfrm>
                <a:off x="3658500" y="5040800"/>
                <a:ext cx="79272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8" name="Ink 27">
                <a:extLst>
                  <a:ext uri="{FF2B5EF4-FFF2-40B4-BE49-F238E27FC236}">
                    <a16:creationId xmlns:a16="http://schemas.microsoft.com/office/drawing/2014/main" id="{68D95C00-0934-A936-FB03-A8A542F49E7C}"/>
                  </a:ext>
                </a:extLst>
              </p14:cNvPr>
              <p14:cNvContentPartPr/>
              <p14:nvPr/>
            </p14:nvContentPartPr>
            <p14:xfrm>
              <a:off x="3664620" y="5489360"/>
              <a:ext cx="388080" cy="90000"/>
            </p14:xfrm>
          </p:contentPart>
        </mc:Choice>
        <mc:Fallback>
          <p:pic>
            <p:nvPicPr>
              <p:cNvPr id="28" name="Ink 27">
                <a:extLst>
                  <a:ext uri="{FF2B5EF4-FFF2-40B4-BE49-F238E27FC236}">
                    <a16:creationId xmlns:a16="http://schemas.microsoft.com/office/drawing/2014/main" id="{68D95C00-0934-A936-FB03-A8A542F49E7C}"/>
                  </a:ext>
                </a:extLst>
              </p:cNvPr>
              <p:cNvPicPr/>
              <p:nvPr/>
            </p:nvPicPr>
            <p:blipFill>
              <a:blip r:embed="rId46"/>
              <a:stretch>
                <a:fillRect/>
              </a:stretch>
            </p:blipFill>
            <p:spPr>
              <a:xfrm>
                <a:off x="3610980" y="5381360"/>
                <a:ext cx="495720" cy="3056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9" name="Ink 28">
                <a:extLst>
                  <a:ext uri="{FF2B5EF4-FFF2-40B4-BE49-F238E27FC236}">
                    <a16:creationId xmlns:a16="http://schemas.microsoft.com/office/drawing/2014/main" id="{8EF200EB-B66B-2001-DA24-E48D715276F7}"/>
                  </a:ext>
                </a:extLst>
              </p14:cNvPr>
              <p14:cNvContentPartPr/>
              <p14:nvPr/>
            </p14:nvContentPartPr>
            <p14:xfrm>
              <a:off x="5373180" y="5233400"/>
              <a:ext cx="743400" cy="46440"/>
            </p14:xfrm>
          </p:contentPart>
        </mc:Choice>
        <mc:Fallback>
          <p:pic>
            <p:nvPicPr>
              <p:cNvPr id="29" name="Ink 28">
                <a:extLst>
                  <a:ext uri="{FF2B5EF4-FFF2-40B4-BE49-F238E27FC236}">
                    <a16:creationId xmlns:a16="http://schemas.microsoft.com/office/drawing/2014/main" id="{8EF200EB-B66B-2001-DA24-E48D715276F7}"/>
                  </a:ext>
                </a:extLst>
              </p:cNvPr>
              <p:cNvPicPr/>
              <p:nvPr/>
            </p:nvPicPr>
            <p:blipFill>
              <a:blip r:embed="rId48"/>
              <a:stretch>
                <a:fillRect/>
              </a:stretch>
            </p:blipFill>
            <p:spPr>
              <a:xfrm>
                <a:off x="5319180" y="5125760"/>
                <a:ext cx="851040" cy="26208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0" name="Ink 29">
                <a:extLst>
                  <a:ext uri="{FF2B5EF4-FFF2-40B4-BE49-F238E27FC236}">
                    <a16:creationId xmlns:a16="http://schemas.microsoft.com/office/drawing/2014/main" id="{06AF05AF-2AF8-61A1-63BE-BB52AE69DE43}"/>
                  </a:ext>
                </a:extLst>
              </p14:cNvPr>
              <p14:cNvContentPartPr/>
              <p14:nvPr/>
            </p14:nvContentPartPr>
            <p14:xfrm>
              <a:off x="5108220" y="5417360"/>
              <a:ext cx="1136880" cy="75240"/>
            </p14:xfrm>
          </p:contentPart>
        </mc:Choice>
        <mc:Fallback>
          <p:pic>
            <p:nvPicPr>
              <p:cNvPr id="30" name="Ink 29">
                <a:extLst>
                  <a:ext uri="{FF2B5EF4-FFF2-40B4-BE49-F238E27FC236}">
                    <a16:creationId xmlns:a16="http://schemas.microsoft.com/office/drawing/2014/main" id="{06AF05AF-2AF8-61A1-63BE-BB52AE69DE43}"/>
                  </a:ext>
                </a:extLst>
              </p:cNvPr>
              <p:cNvPicPr/>
              <p:nvPr/>
            </p:nvPicPr>
            <p:blipFill>
              <a:blip r:embed="rId50"/>
              <a:stretch>
                <a:fillRect/>
              </a:stretch>
            </p:blipFill>
            <p:spPr>
              <a:xfrm>
                <a:off x="5054580" y="5309720"/>
                <a:ext cx="1244520" cy="29088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1" name="Ink 30">
                <a:extLst>
                  <a:ext uri="{FF2B5EF4-FFF2-40B4-BE49-F238E27FC236}">
                    <a16:creationId xmlns:a16="http://schemas.microsoft.com/office/drawing/2014/main" id="{CB7129BB-1644-9533-69E2-795C5D1A5C41}"/>
                  </a:ext>
                </a:extLst>
              </p14:cNvPr>
              <p14:cNvContentPartPr/>
              <p14:nvPr/>
            </p14:nvContentPartPr>
            <p14:xfrm>
              <a:off x="5205420" y="5293520"/>
              <a:ext cx="944280" cy="48960"/>
            </p14:xfrm>
          </p:contentPart>
        </mc:Choice>
        <mc:Fallback>
          <p:pic>
            <p:nvPicPr>
              <p:cNvPr id="31" name="Ink 30">
                <a:extLst>
                  <a:ext uri="{FF2B5EF4-FFF2-40B4-BE49-F238E27FC236}">
                    <a16:creationId xmlns:a16="http://schemas.microsoft.com/office/drawing/2014/main" id="{CB7129BB-1644-9533-69E2-795C5D1A5C41}"/>
                  </a:ext>
                </a:extLst>
              </p:cNvPr>
              <p:cNvPicPr/>
              <p:nvPr/>
            </p:nvPicPr>
            <p:blipFill>
              <a:blip r:embed="rId52"/>
              <a:stretch>
                <a:fillRect/>
              </a:stretch>
            </p:blipFill>
            <p:spPr>
              <a:xfrm>
                <a:off x="5151780" y="5185520"/>
                <a:ext cx="1051920" cy="2646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2" name="Ink 31">
                <a:extLst>
                  <a:ext uri="{FF2B5EF4-FFF2-40B4-BE49-F238E27FC236}">
                    <a16:creationId xmlns:a16="http://schemas.microsoft.com/office/drawing/2014/main" id="{2B1C6C41-88E8-9CAA-CE8C-5343A331097F}"/>
                  </a:ext>
                </a:extLst>
              </p14:cNvPr>
              <p14:cNvContentPartPr/>
              <p14:nvPr/>
            </p14:nvContentPartPr>
            <p14:xfrm>
              <a:off x="5195340" y="5618240"/>
              <a:ext cx="817920" cy="82080"/>
            </p14:xfrm>
          </p:contentPart>
        </mc:Choice>
        <mc:Fallback>
          <p:pic>
            <p:nvPicPr>
              <p:cNvPr id="32" name="Ink 31">
                <a:extLst>
                  <a:ext uri="{FF2B5EF4-FFF2-40B4-BE49-F238E27FC236}">
                    <a16:creationId xmlns:a16="http://schemas.microsoft.com/office/drawing/2014/main" id="{2B1C6C41-88E8-9CAA-CE8C-5343A331097F}"/>
                  </a:ext>
                </a:extLst>
              </p:cNvPr>
              <p:cNvPicPr/>
              <p:nvPr/>
            </p:nvPicPr>
            <p:blipFill>
              <a:blip r:embed="rId54"/>
              <a:stretch>
                <a:fillRect/>
              </a:stretch>
            </p:blipFill>
            <p:spPr>
              <a:xfrm>
                <a:off x="5141700" y="5510240"/>
                <a:ext cx="925560" cy="29772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3" name="Ink 32">
                <a:extLst>
                  <a:ext uri="{FF2B5EF4-FFF2-40B4-BE49-F238E27FC236}">
                    <a16:creationId xmlns:a16="http://schemas.microsoft.com/office/drawing/2014/main" id="{CAEB83B1-A3A0-B635-11E4-FB17CD07D0E0}"/>
                  </a:ext>
                </a:extLst>
              </p14:cNvPr>
              <p14:cNvContentPartPr/>
              <p14:nvPr/>
            </p14:nvContentPartPr>
            <p14:xfrm>
              <a:off x="6670980" y="5450480"/>
              <a:ext cx="1239120" cy="57960"/>
            </p14:xfrm>
          </p:contentPart>
        </mc:Choice>
        <mc:Fallback>
          <p:pic>
            <p:nvPicPr>
              <p:cNvPr id="33" name="Ink 32">
                <a:extLst>
                  <a:ext uri="{FF2B5EF4-FFF2-40B4-BE49-F238E27FC236}">
                    <a16:creationId xmlns:a16="http://schemas.microsoft.com/office/drawing/2014/main" id="{CAEB83B1-A3A0-B635-11E4-FB17CD07D0E0}"/>
                  </a:ext>
                </a:extLst>
              </p:cNvPr>
              <p:cNvPicPr/>
              <p:nvPr/>
            </p:nvPicPr>
            <p:blipFill>
              <a:blip r:embed="rId56"/>
              <a:stretch>
                <a:fillRect/>
              </a:stretch>
            </p:blipFill>
            <p:spPr>
              <a:xfrm>
                <a:off x="6616980" y="5342840"/>
                <a:ext cx="1346760" cy="27360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4" name="Ink 33">
                <a:extLst>
                  <a:ext uri="{FF2B5EF4-FFF2-40B4-BE49-F238E27FC236}">
                    <a16:creationId xmlns:a16="http://schemas.microsoft.com/office/drawing/2014/main" id="{BA80BC81-3F5D-78D3-510D-268C329BFDA6}"/>
                  </a:ext>
                </a:extLst>
              </p14:cNvPr>
              <p14:cNvContentPartPr/>
              <p14:nvPr/>
            </p14:nvContentPartPr>
            <p14:xfrm>
              <a:off x="7333740" y="5727680"/>
              <a:ext cx="655920" cy="29520"/>
            </p14:xfrm>
          </p:contentPart>
        </mc:Choice>
        <mc:Fallback>
          <p:pic>
            <p:nvPicPr>
              <p:cNvPr id="34" name="Ink 33">
                <a:extLst>
                  <a:ext uri="{FF2B5EF4-FFF2-40B4-BE49-F238E27FC236}">
                    <a16:creationId xmlns:a16="http://schemas.microsoft.com/office/drawing/2014/main" id="{BA80BC81-3F5D-78D3-510D-268C329BFDA6}"/>
                  </a:ext>
                </a:extLst>
              </p:cNvPr>
              <p:cNvPicPr/>
              <p:nvPr/>
            </p:nvPicPr>
            <p:blipFill>
              <a:blip r:embed="rId58"/>
              <a:stretch>
                <a:fillRect/>
              </a:stretch>
            </p:blipFill>
            <p:spPr>
              <a:xfrm>
                <a:off x="7279740" y="5619680"/>
                <a:ext cx="763560" cy="245160"/>
              </a:xfrm>
              <a:prstGeom prst="rect">
                <a:avLst/>
              </a:prstGeom>
            </p:spPr>
          </p:pic>
        </mc:Fallback>
      </mc:AlternateContent>
    </p:spTree>
    <p:extLst>
      <p:ext uri="{BB962C8B-B14F-4D97-AF65-F5344CB8AC3E}">
        <p14:creationId xmlns:p14="http://schemas.microsoft.com/office/powerpoint/2010/main" val="3004617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D63C4-700A-1BBE-8772-6D6E6C3794B4}"/>
              </a:ext>
            </a:extLst>
          </p:cNvPr>
          <p:cNvSpPr>
            <a:spLocks noGrp="1"/>
          </p:cNvSpPr>
          <p:nvPr>
            <p:ph type="title"/>
          </p:nvPr>
        </p:nvSpPr>
        <p:spPr>
          <a:xfrm>
            <a:off x="827314" y="341859"/>
            <a:ext cx="9862457" cy="669471"/>
          </a:xfrm>
        </p:spPr>
        <p:txBody>
          <a:bodyPr>
            <a:normAutofit fontScale="90000"/>
          </a:bodyPr>
          <a:lstStyle/>
          <a:p>
            <a:r>
              <a:rPr lang="en-AU" dirty="0"/>
              <a:t>How does it align?</a:t>
            </a:r>
          </a:p>
        </p:txBody>
      </p:sp>
      <p:sp>
        <p:nvSpPr>
          <p:cNvPr id="3" name="Content Placeholder 2">
            <a:extLst>
              <a:ext uri="{FF2B5EF4-FFF2-40B4-BE49-F238E27FC236}">
                <a16:creationId xmlns:a16="http://schemas.microsoft.com/office/drawing/2014/main" id="{D672A4BE-C33F-026B-F19F-C2E54D85D9EC}"/>
              </a:ext>
            </a:extLst>
          </p:cNvPr>
          <p:cNvSpPr>
            <a:spLocks noGrp="1"/>
          </p:cNvSpPr>
          <p:nvPr>
            <p:ph idx="1"/>
          </p:nvPr>
        </p:nvSpPr>
        <p:spPr>
          <a:xfrm>
            <a:off x="827314" y="1232810"/>
            <a:ext cx="9862457" cy="5091790"/>
          </a:xfrm>
        </p:spPr>
        <p:txBody>
          <a:bodyPr>
            <a:normAutofit/>
          </a:bodyPr>
          <a:lstStyle/>
          <a:p>
            <a:r>
              <a:rPr lang="en-AU" b="1" dirty="0"/>
              <a:t>Arts</a:t>
            </a:r>
            <a:r>
              <a:rPr lang="en-AU" dirty="0"/>
              <a:t> </a:t>
            </a:r>
          </a:p>
          <a:p>
            <a:r>
              <a:rPr lang="en-AU" dirty="0"/>
              <a:t>Curriculum documents include detailed glossary.</a:t>
            </a:r>
          </a:p>
          <a:p>
            <a:r>
              <a:rPr lang="en-AU" b="1" dirty="0"/>
              <a:t>Descriptors include:</a:t>
            </a:r>
          </a:p>
          <a:p>
            <a:pPr marL="622300" indent="-342900">
              <a:buFont typeface="Arial" panose="020B0604020202020204" pitchFamily="34" charset="0"/>
              <a:buChar char="•"/>
            </a:pPr>
            <a:r>
              <a:rPr lang="en-AU" dirty="0"/>
              <a:t>Describe how ideas are expressed (7-8 vis art)</a:t>
            </a:r>
          </a:p>
          <a:p>
            <a:pPr marL="622300" indent="-342900">
              <a:buFont typeface="Arial" panose="020B0604020202020204" pitchFamily="34" charset="0"/>
              <a:buChar char="•"/>
            </a:pPr>
            <a:r>
              <a:rPr lang="en-AU" dirty="0"/>
              <a:t>Analyse and interpret artworks - explore different forms of expression (9-10 vis art)</a:t>
            </a:r>
          </a:p>
          <a:p>
            <a:pPr marL="622300" indent="-342900">
              <a:buFont typeface="Arial" panose="020B0604020202020204" pitchFamily="34" charset="0"/>
              <a:buChar char="•"/>
            </a:pPr>
            <a:r>
              <a:rPr lang="en-AU" dirty="0"/>
              <a:t>Identify and connect specific features (7-8)</a:t>
            </a:r>
          </a:p>
          <a:p>
            <a:pPr marL="622300" indent="-342900">
              <a:buFont typeface="Arial" panose="020B0604020202020204" pitchFamily="34" charset="0"/>
              <a:buChar char="•"/>
            </a:pPr>
            <a:r>
              <a:rPr lang="en-AU" dirty="0"/>
              <a:t>Identify and describe methods, media, materials, design elements and design (7-8 vis com)</a:t>
            </a:r>
          </a:p>
          <a:p>
            <a:pPr marL="622300" indent="-342900">
              <a:buFont typeface="Arial" panose="020B0604020202020204" pitchFamily="34" charset="0"/>
              <a:buChar char="•"/>
            </a:pPr>
            <a:r>
              <a:rPr lang="en-AU" dirty="0"/>
              <a:t>“Analyse and evaluate” the same (9-10)</a:t>
            </a:r>
          </a:p>
        </p:txBody>
      </p:sp>
      <p:sp>
        <p:nvSpPr>
          <p:cNvPr id="4" name="Footer Placeholder 3">
            <a:extLst>
              <a:ext uri="{FF2B5EF4-FFF2-40B4-BE49-F238E27FC236}">
                <a16:creationId xmlns:a16="http://schemas.microsoft.com/office/drawing/2014/main" id="{F94B0760-1EC0-1136-FD52-B34E419F301D}"/>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D4769687-71CC-B89C-48FA-07312699726A}"/>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13</a:t>
            </a:fld>
            <a:endParaRPr lang="en-AU">
              <a:solidFill>
                <a:schemeClr val="accent1"/>
              </a:solidFill>
              <a:latin typeface="+mj-lt"/>
            </a:endParaRPr>
          </a:p>
        </p:txBody>
      </p:sp>
    </p:spTree>
    <p:extLst>
      <p:ext uri="{BB962C8B-B14F-4D97-AF65-F5344CB8AC3E}">
        <p14:creationId xmlns:p14="http://schemas.microsoft.com/office/powerpoint/2010/main" val="2002199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D63C4-700A-1BBE-8772-6D6E6C3794B4}"/>
              </a:ext>
            </a:extLst>
          </p:cNvPr>
          <p:cNvSpPr>
            <a:spLocks noGrp="1"/>
          </p:cNvSpPr>
          <p:nvPr>
            <p:ph type="title"/>
          </p:nvPr>
        </p:nvSpPr>
        <p:spPr>
          <a:xfrm>
            <a:off x="827314" y="341859"/>
            <a:ext cx="9862457" cy="669471"/>
          </a:xfrm>
        </p:spPr>
        <p:txBody>
          <a:bodyPr>
            <a:normAutofit fontScale="90000"/>
          </a:bodyPr>
          <a:lstStyle/>
          <a:p>
            <a:r>
              <a:rPr lang="en-AU" dirty="0"/>
              <a:t>How does it align?</a:t>
            </a:r>
          </a:p>
        </p:txBody>
      </p:sp>
      <p:sp>
        <p:nvSpPr>
          <p:cNvPr id="3" name="Content Placeholder 2">
            <a:extLst>
              <a:ext uri="{FF2B5EF4-FFF2-40B4-BE49-F238E27FC236}">
                <a16:creationId xmlns:a16="http://schemas.microsoft.com/office/drawing/2014/main" id="{D672A4BE-C33F-026B-F19F-C2E54D85D9EC}"/>
              </a:ext>
            </a:extLst>
          </p:cNvPr>
          <p:cNvSpPr>
            <a:spLocks noGrp="1"/>
          </p:cNvSpPr>
          <p:nvPr>
            <p:ph idx="1"/>
          </p:nvPr>
        </p:nvSpPr>
        <p:spPr>
          <a:xfrm>
            <a:off x="827314" y="1232810"/>
            <a:ext cx="9862457" cy="5091790"/>
          </a:xfrm>
        </p:spPr>
        <p:txBody>
          <a:bodyPr>
            <a:normAutofit/>
          </a:bodyPr>
          <a:lstStyle/>
          <a:p>
            <a:r>
              <a:rPr lang="en-AU" b="1" dirty="0"/>
              <a:t>History</a:t>
            </a:r>
            <a:r>
              <a:rPr lang="en-AU" dirty="0"/>
              <a:t> </a:t>
            </a:r>
          </a:p>
          <a:p>
            <a:r>
              <a:rPr lang="en-AU" dirty="0"/>
              <a:t>Curriculum documents include detailed glossary.</a:t>
            </a:r>
          </a:p>
          <a:p>
            <a:r>
              <a:rPr lang="en-AU" b="1" dirty="0"/>
              <a:t>Specified in descriptors:</a:t>
            </a:r>
          </a:p>
          <a:p>
            <a:pPr marL="622300" indent="-342900">
              <a:buFont typeface="Arial" panose="020B0604020202020204" pitchFamily="34" charset="0"/>
              <a:buChar char="•"/>
            </a:pPr>
            <a:r>
              <a:rPr lang="en-AU" dirty="0"/>
              <a:t>Causes/effects of contacts/conflicts with other societies/ peoples … expansion of trade, colonisation, war and beliefs</a:t>
            </a:r>
          </a:p>
          <a:p>
            <a:pPr marL="622300" indent="-342900">
              <a:buFont typeface="Arial" panose="020B0604020202020204" pitchFamily="34" charset="0"/>
              <a:buChar char="•"/>
            </a:pPr>
            <a:r>
              <a:rPr lang="en-AU" dirty="0"/>
              <a:t>Causes leading to Industrial Revolution … industrialisation of Britain and of Australia</a:t>
            </a:r>
          </a:p>
          <a:p>
            <a:pPr marL="622300" indent="-342900">
              <a:buFont typeface="Arial" panose="020B0604020202020204" pitchFamily="34" charset="0"/>
              <a:buChar char="•"/>
            </a:pPr>
            <a:r>
              <a:rPr lang="en-AU" dirty="0"/>
              <a:t>Analyse/corroborate sources, evaluate accuracy, usefulness and reliability</a:t>
            </a:r>
          </a:p>
          <a:p>
            <a:r>
              <a:rPr lang="en-AU" b="1" dirty="0"/>
              <a:t>Implied</a:t>
            </a:r>
            <a:r>
              <a:rPr lang="en-AU" dirty="0"/>
              <a:t> </a:t>
            </a:r>
            <a:r>
              <a:rPr lang="en-AU" b="1" dirty="0"/>
              <a:t>in descriptors:</a:t>
            </a:r>
          </a:p>
          <a:p>
            <a:pPr marL="622300" indent="-342900">
              <a:buFont typeface="Arial" panose="020B0604020202020204" pitchFamily="34" charset="0"/>
              <a:buChar char="•"/>
            </a:pPr>
            <a:r>
              <a:rPr lang="en-AU" dirty="0"/>
              <a:t>Qualification, quantification, primary and secondary sources, conservative, revisionist, neo-conservative</a:t>
            </a:r>
          </a:p>
          <a:p>
            <a:pPr marL="622300" indent="-342900">
              <a:buFont typeface="Arial" panose="020B0604020202020204" pitchFamily="34" charset="0"/>
              <a:buChar char="•"/>
            </a:pPr>
            <a:endParaRPr lang="en-AU" dirty="0"/>
          </a:p>
        </p:txBody>
      </p:sp>
      <p:sp>
        <p:nvSpPr>
          <p:cNvPr id="4" name="Footer Placeholder 3">
            <a:extLst>
              <a:ext uri="{FF2B5EF4-FFF2-40B4-BE49-F238E27FC236}">
                <a16:creationId xmlns:a16="http://schemas.microsoft.com/office/drawing/2014/main" id="{F94B0760-1EC0-1136-FD52-B34E419F301D}"/>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D4769687-71CC-B89C-48FA-07312699726A}"/>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14</a:t>
            </a:fld>
            <a:endParaRPr lang="en-AU">
              <a:solidFill>
                <a:schemeClr val="accent1"/>
              </a:solidFill>
              <a:latin typeface="+mj-lt"/>
            </a:endParaRPr>
          </a:p>
        </p:txBody>
      </p:sp>
    </p:spTree>
    <p:extLst>
      <p:ext uri="{BB962C8B-B14F-4D97-AF65-F5344CB8AC3E}">
        <p14:creationId xmlns:p14="http://schemas.microsoft.com/office/powerpoint/2010/main" val="10181589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D63C4-700A-1BBE-8772-6D6E6C3794B4}"/>
              </a:ext>
            </a:extLst>
          </p:cNvPr>
          <p:cNvSpPr>
            <a:spLocks noGrp="1"/>
          </p:cNvSpPr>
          <p:nvPr>
            <p:ph type="title"/>
          </p:nvPr>
        </p:nvSpPr>
        <p:spPr>
          <a:xfrm>
            <a:off x="827314" y="341859"/>
            <a:ext cx="9862457" cy="669471"/>
          </a:xfrm>
        </p:spPr>
        <p:txBody>
          <a:bodyPr>
            <a:normAutofit fontScale="90000"/>
          </a:bodyPr>
          <a:lstStyle/>
          <a:p>
            <a:r>
              <a:rPr lang="en-AU" dirty="0"/>
              <a:t>How does it align?</a:t>
            </a:r>
          </a:p>
        </p:txBody>
      </p:sp>
      <p:sp>
        <p:nvSpPr>
          <p:cNvPr id="3" name="Content Placeholder 2">
            <a:extLst>
              <a:ext uri="{FF2B5EF4-FFF2-40B4-BE49-F238E27FC236}">
                <a16:creationId xmlns:a16="http://schemas.microsoft.com/office/drawing/2014/main" id="{D672A4BE-C33F-026B-F19F-C2E54D85D9EC}"/>
              </a:ext>
            </a:extLst>
          </p:cNvPr>
          <p:cNvSpPr>
            <a:spLocks noGrp="1"/>
          </p:cNvSpPr>
          <p:nvPr>
            <p:ph idx="1"/>
          </p:nvPr>
        </p:nvSpPr>
        <p:spPr>
          <a:xfrm>
            <a:off x="827314" y="1232810"/>
            <a:ext cx="9862457" cy="5091790"/>
          </a:xfrm>
        </p:spPr>
        <p:txBody>
          <a:bodyPr anchor="ctr">
            <a:normAutofit/>
          </a:bodyPr>
          <a:lstStyle/>
          <a:p>
            <a:pPr marL="342900" indent="-342900">
              <a:spcAft>
                <a:spcPts val="1200"/>
              </a:spcAft>
              <a:buFont typeface="Arial" panose="020B0604020202020204" pitchFamily="34" charset="0"/>
              <a:buChar char="•"/>
            </a:pPr>
            <a:r>
              <a:rPr lang="en-AU" b="1" dirty="0"/>
              <a:t>What tier 2 words </a:t>
            </a:r>
            <a:r>
              <a:rPr lang="en-AU" dirty="0"/>
              <a:t>does your subject require students to use?</a:t>
            </a:r>
          </a:p>
          <a:p>
            <a:pPr marL="342900" indent="-342900">
              <a:spcAft>
                <a:spcPts val="1200"/>
              </a:spcAft>
              <a:buFont typeface="Arial" panose="020B0604020202020204" pitchFamily="34" charset="0"/>
              <a:buChar char="•"/>
            </a:pPr>
            <a:r>
              <a:rPr lang="en-AU" b="1" dirty="0"/>
              <a:t>What tier 3 words </a:t>
            </a:r>
            <a:r>
              <a:rPr lang="en-AU" dirty="0"/>
              <a:t>are unique or specific to your subject?</a:t>
            </a:r>
          </a:p>
        </p:txBody>
      </p:sp>
      <p:sp>
        <p:nvSpPr>
          <p:cNvPr id="4" name="Footer Placeholder 3">
            <a:extLst>
              <a:ext uri="{FF2B5EF4-FFF2-40B4-BE49-F238E27FC236}">
                <a16:creationId xmlns:a16="http://schemas.microsoft.com/office/drawing/2014/main" id="{F94B0760-1EC0-1136-FD52-B34E419F301D}"/>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D4769687-71CC-B89C-48FA-07312699726A}"/>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15</a:t>
            </a:fld>
            <a:endParaRPr lang="en-AU">
              <a:solidFill>
                <a:schemeClr val="accent1"/>
              </a:solidFill>
              <a:latin typeface="+mj-lt"/>
            </a:endParaRPr>
          </a:p>
        </p:txBody>
      </p:sp>
    </p:spTree>
    <p:extLst>
      <p:ext uri="{BB962C8B-B14F-4D97-AF65-F5344CB8AC3E}">
        <p14:creationId xmlns:p14="http://schemas.microsoft.com/office/powerpoint/2010/main" val="820413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3D5BA-B1A0-0AAB-57C1-4B59AF99C786}"/>
              </a:ext>
            </a:extLst>
          </p:cNvPr>
          <p:cNvSpPr>
            <a:spLocks noGrp="1"/>
          </p:cNvSpPr>
          <p:nvPr>
            <p:ph type="title"/>
          </p:nvPr>
        </p:nvSpPr>
        <p:spPr>
          <a:xfrm>
            <a:off x="827314" y="664029"/>
            <a:ext cx="9862457" cy="555171"/>
          </a:xfrm>
        </p:spPr>
        <p:txBody>
          <a:bodyPr>
            <a:normAutofit fontScale="90000"/>
          </a:bodyPr>
          <a:lstStyle/>
          <a:p>
            <a:r>
              <a:rPr lang="en-AU" dirty="0"/>
              <a:t>Is the juice worth the squeeze?</a:t>
            </a:r>
          </a:p>
        </p:txBody>
      </p:sp>
      <p:sp>
        <p:nvSpPr>
          <p:cNvPr id="3" name="Content Placeholder 2">
            <a:extLst>
              <a:ext uri="{FF2B5EF4-FFF2-40B4-BE49-F238E27FC236}">
                <a16:creationId xmlns:a16="http://schemas.microsoft.com/office/drawing/2014/main" id="{BC45E252-4143-21E4-D634-AD9728B86BB3}"/>
              </a:ext>
            </a:extLst>
          </p:cNvPr>
          <p:cNvSpPr>
            <a:spLocks noGrp="1"/>
          </p:cNvSpPr>
          <p:nvPr>
            <p:ph idx="1"/>
          </p:nvPr>
        </p:nvSpPr>
        <p:spPr>
          <a:xfrm>
            <a:off x="827314" y="1498170"/>
            <a:ext cx="9862457" cy="5023415"/>
          </a:xfrm>
        </p:spPr>
        <p:txBody>
          <a:bodyPr>
            <a:normAutofit/>
          </a:bodyPr>
          <a:lstStyle/>
          <a:p>
            <a:r>
              <a:rPr lang="en-AU" b="1" dirty="0"/>
              <a:t>The juice:</a:t>
            </a:r>
          </a:p>
          <a:p>
            <a:pPr marL="622300" indent="-342900">
              <a:buFont typeface="Arial" panose="020B0604020202020204" pitchFamily="34" charset="0"/>
              <a:buChar char="•"/>
            </a:pPr>
            <a:r>
              <a:rPr lang="en-AU" dirty="0"/>
              <a:t>To improve students’ ability to communicate ideas with precision,</a:t>
            </a:r>
          </a:p>
          <a:p>
            <a:pPr marL="622300" indent="-342900">
              <a:buFont typeface="Arial" panose="020B0604020202020204" pitchFamily="34" charset="0"/>
              <a:buChar char="•"/>
            </a:pPr>
            <a:r>
              <a:rPr lang="en-AU" dirty="0"/>
              <a:t>To enable students to understand increasingly complex ideas in texts</a:t>
            </a:r>
          </a:p>
          <a:p>
            <a:pPr marL="622300" indent="-342900">
              <a:buFont typeface="Arial" panose="020B0604020202020204" pitchFamily="34" charset="0"/>
              <a:buChar char="•"/>
            </a:pPr>
            <a:r>
              <a:rPr lang="en-AU" dirty="0"/>
              <a:t>To develop confidence</a:t>
            </a:r>
          </a:p>
          <a:p>
            <a:pPr marL="622300" indent="-342900">
              <a:buFont typeface="Arial" panose="020B0604020202020204" pitchFamily="34" charset="0"/>
              <a:buChar char="•"/>
            </a:pPr>
            <a:r>
              <a:rPr lang="en-AU" dirty="0"/>
              <a:t>To ultimately improve ATAR scores.</a:t>
            </a:r>
          </a:p>
          <a:p>
            <a:pPr>
              <a:spcBef>
                <a:spcPts val="1800"/>
              </a:spcBef>
            </a:pPr>
            <a:r>
              <a:rPr lang="en-AU" b="1" dirty="0"/>
              <a:t>The squeeze:</a:t>
            </a:r>
          </a:p>
          <a:p>
            <a:pPr algn="ctr"/>
            <a:r>
              <a:rPr lang="en-AU" sz="3600" dirty="0">
                <a:solidFill>
                  <a:schemeClr val="accent1"/>
                </a:solidFill>
              </a:rPr>
              <a:t>To implement strategies for the explicit teaching of tier 2 and tier 3 words.</a:t>
            </a:r>
          </a:p>
          <a:p>
            <a:endParaRPr lang="en-AU" dirty="0"/>
          </a:p>
        </p:txBody>
      </p:sp>
      <p:sp>
        <p:nvSpPr>
          <p:cNvPr id="4" name="Footer Placeholder 3">
            <a:extLst>
              <a:ext uri="{FF2B5EF4-FFF2-40B4-BE49-F238E27FC236}">
                <a16:creationId xmlns:a16="http://schemas.microsoft.com/office/drawing/2014/main" id="{22D29428-4DA1-D309-0370-BB4EFF43A01A}"/>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EEF2FAA3-0792-458A-0E86-8E3C80876736}"/>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16</a:t>
            </a:fld>
            <a:endParaRPr lang="en-AU">
              <a:solidFill>
                <a:schemeClr val="accent1"/>
              </a:solidFill>
              <a:latin typeface="+mj-lt"/>
            </a:endParaRPr>
          </a:p>
        </p:txBody>
      </p:sp>
    </p:spTree>
    <p:extLst>
      <p:ext uri="{BB962C8B-B14F-4D97-AF65-F5344CB8AC3E}">
        <p14:creationId xmlns:p14="http://schemas.microsoft.com/office/powerpoint/2010/main" val="1765551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B5329-87C8-22D0-86A5-61257C7B9787}"/>
              </a:ext>
            </a:extLst>
          </p:cNvPr>
          <p:cNvSpPr>
            <a:spLocks noGrp="1"/>
          </p:cNvSpPr>
          <p:nvPr>
            <p:ph type="title"/>
          </p:nvPr>
        </p:nvSpPr>
        <p:spPr/>
        <p:txBody>
          <a:bodyPr/>
          <a:lstStyle/>
          <a:p>
            <a:r>
              <a:rPr lang="en-AU" dirty="0"/>
              <a:t>Strategies</a:t>
            </a:r>
          </a:p>
        </p:txBody>
      </p:sp>
      <p:sp>
        <p:nvSpPr>
          <p:cNvPr id="3" name="Text Placeholder 2">
            <a:extLst>
              <a:ext uri="{FF2B5EF4-FFF2-40B4-BE49-F238E27FC236}">
                <a16:creationId xmlns:a16="http://schemas.microsoft.com/office/drawing/2014/main" id="{8D66A632-2EF7-75E4-2B58-7CC9CF212EBA}"/>
              </a:ext>
            </a:extLst>
          </p:cNvPr>
          <p:cNvSpPr>
            <a:spLocks noGrp="1"/>
          </p:cNvSpPr>
          <p:nvPr>
            <p:ph type="body" idx="1"/>
          </p:nvPr>
        </p:nvSpPr>
        <p:spPr/>
        <p:txBody>
          <a:bodyPr/>
          <a:lstStyle/>
          <a:p>
            <a:r>
              <a:rPr lang="en-AU" dirty="0"/>
              <a:t>A non-comprehensive, non-compulsory list of suggestions, mostly developed by people much smarter than me.</a:t>
            </a:r>
          </a:p>
        </p:txBody>
      </p:sp>
      <p:sp>
        <p:nvSpPr>
          <p:cNvPr id="4" name="Footer Placeholder 3">
            <a:extLst>
              <a:ext uri="{FF2B5EF4-FFF2-40B4-BE49-F238E27FC236}">
                <a16:creationId xmlns:a16="http://schemas.microsoft.com/office/drawing/2014/main" id="{49A02C6C-1BD1-0B68-DA47-8A4BC2264D24}"/>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3DA7E004-D403-6419-D1B5-5E7103EC0F12}"/>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17</a:t>
            </a:fld>
            <a:endParaRPr lang="en-AU">
              <a:solidFill>
                <a:schemeClr val="accent1"/>
              </a:solidFill>
              <a:latin typeface="+mj-lt"/>
            </a:endParaRPr>
          </a:p>
        </p:txBody>
      </p:sp>
    </p:spTree>
    <p:extLst>
      <p:ext uri="{BB962C8B-B14F-4D97-AF65-F5344CB8AC3E}">
        <p14:creationId xmlns:p14="http://schemas.microsoft.com/office/powerpoint/2010/main" val="4231850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C034A-6CF4-B976-C401-8EE43EAEAE40}"/>
              </a:ext>
            </a:extLst>
          </p:cNvPr>
          <p:cNvSpPr>
            <a:spLocks noGrp="1"/>
          </p:cNvSpPr>
          <p:nvPr>
            <p:ph type="title"/>
          </p:nvPr>
        </p:nvSpPr>
        <p:spPr/>
        <p:txBody>
          <a:bodyPr/>
          <a:lstStyle/>
          <a:p>
            <a:r>
              <a:rPr lang="en-AU" dirty="0"/>
              <a:t>Student glossaries</a:t>
            </a:r>
          </a:p>
        </p:txBody>
      </p:sp>
      <p:sp>
        <p:nvSpPr>
          <p:cNvPr id="3" name="Content Placeholder 2">
            <a:extLst>
              <a:ext uri="{FF2B5EF4-FFF2-40B4-BE49-F238E27FC236}">
                <a16:creationId xmlns:a16="http://schemas.microsoft.com/office/drawing/2014/main" id="{1474E3F0-47D4-03CD-0B5D-06CA3E9A0FA6}"/>
              </a:ext>
            </a:extLst>
          </p:cNvPr>
          <p:cNvSpPr>
            <a:spLocks noGrp="1"/>
          </p:cNvSpPr>
          <p:nvPr>
            <p:ph idx="1"/>
          </p:nvPr>
        </p:nvSpPr>
        <p:spPr>
          <a:xfrm>
            <a:off x="827314" y="2231572"/>
            <a:ext cx="9862457" cy="3762828"/>
          </a:xfrm>
        </p:spPr>
        <p:txBody>
          <a:bodyPr>
            <a:normAutofit lnSpcReduction="10000"/>
          </a:bodyPr>
          <a:lstStyle/>
          <a:p>
            <a:r>
              <a:rPr lang="en-AU" sz="2800" dirty="0"/>
              <a:t>Even better if:</a:t>
            </a:r>
          </a:p>
          <a:p>
            <a:pPr marL="342900" indent="-342900">
              <a:buFont typeface="Arial" panose="020B0604020202020204" pitchFamily="34" charset="0"/>
              <a:buChar char="•"/>
            </a:pPr>
            <a:r>
              <a:rPr lang="en-AU" sz="2800" b="1" dirty="0"/>
              <a:t>Student created </a:t>
            </a:r>
            <a:r>
              <a:rPr lang="en-AU" sz="2800" dirty="0"/>
              <a:t>– students build their own glossary of terms in the back of their notebooks with teacher support.</a:t>
            </a:r>
          </a:p>
          <a:p>
            <a:pPr marL="342900" indent="-342900">
              <a:buFont typeface="Arial" panose="020B0604020202020204" pitchFamily="34" charset="0"/>
              <a:buChar char="•"/>
            </a:pPr>
            <a:r>
              <a:rPr lang="en-AU" sz="2800" b="1" dirty="0"/>
              <a:t>Word wall </a:t>
            </a:r>
            <a:r>
              <a:rPr lang="en-AU" sz="2800" dirty="0"/>
              <a:t>– unit-specific words are displayed visibly around the classroom.</a:t>
            </a:r>
          </a:p>
          <a:p>
            <a:pPr marL="342900" indent="-342900">
              <a:buFont typeface="Arial" panose="020B0604020202020204" pitchFamily="34" charset="0"/>
              <a:buChar char="•"/>
            </a:pPr>
            <a:r>
              <a:rPr lang="en-AU" sz="2800" b="1" dirty="0"/>
              <a:t>Groupwork</a:t>
            </a:r>
            <a:r>
              <a:rPr lang="en-AU" sz="2800" dirty="0"/>
              <a:t> – with teacher support, students work together to define and find examples of words without the use of the internet.</a:t>
            </a:r>
          </a:p>
          <a:p>
            <a:endParaRPr lang="en-AU" dirty="0"/>
          </a:p>
        </p:txBody>
      </p:sp>
      <p:sp>
        <p:nvSpPr>
          <p:cNvPr id="4" name="Footer Placeholder 3">
            <a:extLst>
              <a:ext uri="{FF2B5EF4-FFF2-40B4-BE49-F238E27FC236}">
                <a16:creationId xmlns:a16="http://schemas.microsoft.com/office/drawing/2014/main" id="{A16D3CF9-E6FC-8402-AE8A-33727E1713ED}"/>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A079FC54-B8DE-3CDF-5DB1-BFDC5862D0CD}"/>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18</a:t>
            </a:fld>
            <a:endParaRPr lang="en-AU">
              <a:solidFill>
                <a:schemeClr val="accent1"/>
              </a:solidFill>
              <a:latin typeface="+mj-lt"/>
            </a:endParaRPr>
          </a:p>
        </p:txBody>
      </p:sp>
    </p:spTree>
    <p:extLst>
      <p:ext uri="{BB962C8B-B14F-4D97-AF65-F5344CB8AC3E}">
        <p14:creationId xmlns:p14="http://schemas.microsoft.com/office/powerpoint/2010/main" val="2326014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AF3AC-E3CD-595C-01FB-9830C16E1370}"/>
              </a:ext>
            </a:extLst>
          </p:cNvPr>
          <p:cNvSpPr>
            <a:spLocks noGrp="1"/>
          </p:cNvSpPr>
          <p:nvPr>
            <p:ph type="title"/>
          </p:nvPr>
        </p:nvSpPr>
        <p:spPr/>
        <p:txBody>
          <a:bodyPr/>
          <a:lstStyle/>
          <a:p>
            <a:r>
              <a:rPr lang="en-AU" dirty="0"/>
              <a:t>Concept attainment</a:t>
            </a:r>
          </a:p>
        </p:txBody>
      </p:sp>
      <p:sp>
        <p:nvSpPr>
          <p:cNvPr id="3" name="Content Placeholder 2">
            <a:extLst>
              <a:ext uri="{FF2B5EF4-FFF2-40B4-BE49-F238E27FC236}">
                <a16:creationId xmlns:a16="http://schemas.microsoft.com/office/drawing/2014/main" id="{D88CAECC-D267-058F-F317-F52FDE572FD0}"/>
              </a:ext>
            </a:extLst>
          </p:cNvPr>
          <p:cNvSpPr>
            <a:spLocks noGrp="1"/>
          </p:cNvSpPr>
          <p:nvPr>
            <p:ph idx="1"/>
          </p:nvPr>
        </p:nvSpPr>
        <p:spPr>
          <a:xfrm>
            <a:off x="827314" y="2231573"/>
            <a:ext cx="9862457" cy="1332115"/>
          </a:xfrm>
        </p:spPr>
        <p:txBody>
          <a:bodyPr>
            <a:normAutofit/>
          </a:bodyPr>
          <a:lstStyle/>
          <a:p>
            <a:r>
              <a:rPr lang="en-AU" sz="2800" dirty="0"/>
              <a:t>Students are given a list/table of words from all three tiers, including subject metalanguage, analytic verbs, concrete and abstract nouns.</a:t>
            </a:r>
          </a:p>
        </p:txBody>
      </p:sp>
      <p:sp>
        <p:nvSpPr>
          <p:cNvPr id="4" name="Footer Placeholder 3">
            <a:extLst>
              <a:ext uri="{FF2B5EF4-FFF2-40B4-BE49-F238E27FC236}">
                <a16:creationId xmlns:a16="http://schemas.microsoft.com/office/drawing/2014/main" id="{F06E3739-9E04-6FE3-FB03-489BF92790CD}"/>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417D40DE-4A77-2FE9-221D-18B3A75560D8}"/>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19</a:t>
            </a:fld>
            <a:endParaRPr lang="en-AU">
              <a:solidFill>
                <a:schemeClr val="accent1"/>
              </a:solidFill>
              <a:latin typeface="+mj-lt"/>
            </a:endParaRPr>
          </a:p>
        </p:txBody>
      </p:sp>
      <p:pic>
        <p:nvPicPr>
          <p:cNvPr id="9" name="Picture 8">
            <a:extLst>
              <a:ext uri="{FF2B5EF4-FFF2-40B4-BE49-F238E27FC236}">
                <a16:creationId xmlns:a16="http://schemas.microsoft.com/office/drawing/2014/main" id="{E0B7C9CE-CA31-B3F2-8671-BDF5C27A7BAD}"/>
              </a:ext>
            </a:extLst>
          </p:cNvPr>
          <p:cNvPicPr>
            <a:picLocks noChangeAspect="1"/>
          </p:cNvPicPr>
          <p:nvPr/>
        </p:nvPicPr>
        <p:blipFill>
          <a:blip r:embed="rId3"/>
          <a:stretch>
            <a:fillRect/>
          </a:stretch>
        </p:blipFill>
        <p:spPr>
          <a:xfrm>
            <a:off x="827314" y="4082573"/>
            <a:ext cx="9680494" cy="1003300"/>
          </a:xfrm>
          <a:prstGeom prst="rect">
            <a:avLst/>
          </a:prstGeom>
        </p:spPr>
      </p:pic>
    </p:spTree>
    <p:extLst>
      <p:ext uri="{BB962C8B-B14F-4D97-AF65-F5344CB8AC3E}">
        <p14:creationId xmlns:p14="http://schemas.microsoft.com/office/powerpoint/2010/main" val="10125320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AF3AC-E3CD-595C-01FB-9830C16E1370}"/>
              </a:ext>
            </a:extLst>
          </p:cNvPr>
          <p:cNvSpPr>
            <a:spLocks noGrp="1"/>
          </p:cNvSpPr>
          <p:nvPr>
            <p:ph type="title"/>
          </p:nvPr>
        </p:nvSpPr>
        <p:spPr/>
        <p:txBody>
          <a:bodyPr/>
          <a:lstStyle/>
          <a:p>
            <a:r>
              <a:rPr lang="en-AU" dirty="0"/>
              <a:t>Concept attainment</a:t>
            </a:r>
          </a:p>
        </p:txBody>
      </p:sp>
      <p:sp>
        <p:nvSpPr>
          <p:cNvPr id="3" name="Content Placeholder 2">
            <a:extLst>
              <a:ext uri="{FF2B5EF4-FFF2-40B4-BE49-F238E27FC236}">
                <a16:creationId xmlns:a16="http://schemas.microsoft.com/office/drawing/2014/main" id="{D88CAECC-D267-058F-F317-F52FDE572FD0}"/>
              </a:ext>
            </a:extLst>
          </p:cNvPr>
          <p:cNvSpPr>
            <a:spLocks noGrp="1"/>
          </p:cNvSpPr>
          <p:nvPr>
            <p:ph idx="1"/>
          </p:nvPr>
        </p:nvSpPr>
        <p:spPr>
          <a:xfrm>
            <a:off x="977899" y="3429000"/>
            <a:ext cx="9862457" cy="2764971"/>
          </a:xfrm>
        </p:spPr>
        <p:txBody>
          <a:bodyPr>
            <a:normAutofit/>
          </a:bodyPr>
          <a:lstStyle/>
          <a:p>
            <a:r>
              <a:rPr lang="en-AU" sz="2600" dirty="0"/>
              <a:t>Students use different coloured highlighters to categorise the words</a:t>
            </a:r>
          </a:p>
          <a:p>
            <a:pPr marL="533400"/>
            <a:r>
              <a:rPr lang="en-AU" sz="2600" b="1" dirty="0"/>
              <a:t>Basic</a:t>
            </a:r>
            <a:r>
              <a:rPr lang="en-AU" sz="2600" dirty="0"/>
              <a:t> – give them the categories (metalanguage, analytic verbs, concrete nouns, abstract nouns, descriptive words)</a:t>
            </a:r>
          </a:p>
          <a:p>
            <a:pPr marL="533400"/>
            <a:r>
              <a:rPr lang="en-AU" sz="2600" b="1" dirty="0"/>
              <a:t>Advanced</a:t>
            </a:r>
            <a:r>
              <a:rPr lang="en-AU" sz="2600" dirty="0"/>
              <a:t> – have students work together to define and describe the categories.</a:t>
            </a:r>
          </a:p>
        </p:txBody>
      </p:sp>
      <p:sp>
        <p:nvSpPr>
          <p:cNvPr id="4" name="Footer Placeholder 3">
            <a:extLst>
              <a:ext uri="{FF2B5EF4-FFF2-40B4-BE49-F238E27FC236}">
                <a16:creationId xmlns:a16="http://schemas.microsoft.com/office/drawing/2014/main" id="{F06E3739-9E04-6FE3-FB03-489BF92790CD}"/>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417D40DE-4A77-2FE9-221D-18B3A75560D8}"/>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20</a:t>
            </a:fld>
            <a:endParaRPr lang="en-AU">
              <a:solidFill>
                <a:schemeClr val="accent1"/>
              </a:solidFill>
              <a:latin typeface="+mj-lt"/>
            </a:endParaRPr>
          </a:p>
        </p:txBody>
      </p:sp>
      <p:pic>
        <p:nvPicPr>
          <p:cNvPr id="9" name="Picture 8">
            <a:extLst>
              <a:ext uri="{FF2B5EF4-FFF2-40B4-BE49-F238E27FC236}">
                <a16:creationId xmlns:a16="http://schemas.microsoft.com/office/drawing/2014/main" id="{E0B7C9CE-CA31-B3F2-8671-BDF5C27A7BAD}"/>
              </a:ext>
            </a:extLst>
          </p:cNvPr>
          <p:cNvPicPr>
            <a:picLocks noChangeAspect="1"/>
          </p:cNvPicPr>
          <p:nvPr/>
        </p:nvPicPr>
        <p:blipFill>
          <a:blip r:embed="rId2"/>
          <a:stretch>
            <a:fillRect/>
          </a:stretch>
        </p:blipFill>
        <p:spPr>
          <a:xfrm>
            <a:off x="977899" y="2100943"/>
            <a:ext cx="9750514" cy="1010557"/>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83964C83-15DB-17BB-D5FD-D8344BE45006}"/>
                  </a:ext>
                </a:extLst>
              </p14:cNvPr>
              <p14:cNvContentPartPr/>
              <p14:nvPr/>
            </p14:nvContentPartPr>
            <p14:xfrm>
              <a:off x="1092420" y="2297600"/>
              <a:ext cx="1181520" cy="103320"/>
            </p14:xfrm>
          </p:contentPart>
        </mc:Choice>
        <mc:Fallback xmlns="">
          <p:pic>
            <p:nvPicPr>
              <p:cNvPr id="6" name="Ink 5">
                <a:extLst>
                  <a:ext uri="{FF2B5EF4-FFF2-40B4-BE49-F238E27FC236}">
                    <a16:creationId xmlns:a16="http://schemas.microsoft.com/office/drawing/2014/main" id="{83964C83-15DB-17BB-D5FD-D8344BE45006}"/>
                  </a:ext>
                </a:extLst>
              </p:cNvPr>
              <p:cNvPicPr/>
              <p:nvPr/>
            </p:nvPicPr>
            <p:blipFill>
              <a:blip r:embed="rId4"/>
              <a:stretch>
                <a:fillRect/>
              </a:stretch>
            </p:blipFill>
            <p:spPr>
              <a:xfrm>
                <a:off x="1038420" y="2189600"/>
                <a:ext cx="128916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ADCEBEA9-8394-8D17-82B9-5CC7941EB617}"/>
                  </a:ext>
                </a:extLst>
              </p14:cNvPr>
              <p14:cNvContentPartPr/>
              <p14:nvPr/>
            </p14:nvContentPartPr>
            <p14:xfrm>
              <a:off x="2730420" y="2183840"/>
              <a:ext cx="1048680" cy="76680"/>
            </p14:xfrm>
          </p:contentPart>
        </mc:Choice>
        <mc:Fallback xmlns="">
          <p:pic>
            <p:nvPicPr>
              <p:cNvPr id="7" name="Ink 6">
                <a:extLst>
                  <a:ext uri="{FF2B5EF4-FFF2-40B4-BE49-F238E27FC236}">
                    <a16:creationId xmlns:a16="http://schemas.microsoft.com/office/drawing/2014/main" id="{ADCEBEA9-8394-8D17-82B9-5CC7941EB617}"/>
                  </a:ext>
                </a:extLst>
              </p:cNvPr>
              <p:cNvPicPr/>
              <p:nvPr/>
            </p:nvPicPr>
            <p:blipFill>
              <a:blip r:embed="rId6"/>
              <a:stretch>
                <a:fillRect/>
              </a:stretch>
            </p:blipFill>
            <p:spPr>
              <a:xfrm>
                <a:off x="2676420" y="2076200"/>
                <a:ext cx="115632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4A534398-2275-7A44-FB60-9D7DAEC14634}"/>
                  </a:ext>
                </a:extLst>
              </p14:cNvPr>
              <p14:cNvContentPartPr/>
              <p14:nvPr/>
            </p14:nvContentPartPr>
            <p14:xfrm>
              <a:off x="5943780" y="2946320"/>
              <a:ext cx="1034640" cy="63000"/>
            </p14:xfrm>
          </p:contentPart>
        </mc:Choice>
        <mc:Fallback xmlns="">
          <p:pic>
            <p:nvPicPr>
              <p:cNvPr id="11" name="Ink 10">
                <a:extLst>
                  <a:ext uri="{FF2B5EF4-FFF2-40B4-BE49-F238E27FC236}">
                    <a16:creationId xmlns:a16="http://schemas.microsoft.com/office/drawing/2014/main" id="{4A534398-2275-7A44-FB60-9D7DAEC14634}"/>
                  </a:ext>
                </a:extLst>
              </p:cNvPr>
              <p:cNvPicPr/>
              <p:nvPr/>
            </p:nvPicPr>
            <p:blipFill>
              <a:blip r:embed="rId8"/>
              <a:stretch>
                <a:fillRect/>
              </a:stretch>
            </p:blipFill>
            <p:spPr>
              <a:xfrm>
                <a:off x="5889780" y="2838320"/>
                <a:ext cx="114228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F7C3FC2A-BA16-ACC1-7B28-AFAD009F4093}"/>
                  </a:ext>
                </a:extLst>
              </p14:cNvPr>
              <p14:cNvContentPartPr/>
              <p14:nvPr/>
            </p14:nvContentPartPr>
            <p14:xfrm>
              <a:off x="2776500" y="2551040"/>
              <a:ext cx="1099800" cy="91440"/>
            </p14:xfrm>
          </p:contentPart>
        </mc:Choice>
        <mc:Fallback xmlns="">
          <p:pic>
            <p:nvPicPr>
              <p:cNvPr id="12" name="Ink 11">
                <a:extLst>
                  <a:ext uri="{FF2B5EF4-FFF2-40B4-BE49-F238E27FC236}">
                    <a16:creationId xmlns:a16="http://schemas.microsoft.com/office/drawing/2014/main" id="{F7C3FC2A-BA16-ACC1-7B28-AFAD009F4093}"/>
                  </a:ext>
                </a:extLst>
              </p:cNvPr>
              <p:cNvPicPr/>
              <p:nvPr/>
            </p:nvPicPr>
            <p:blipFill>
              <a:blip r:embed="rId10"/>
              <a:stretch>
                <a:fillRect/>
              </a:stretch>
            </p:blipFill>
            <p:spPr>
              <a:xfrm>
                <a:off x="2722860" y="2443040"/>
                <a:ext cx="1207440" cy="3070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3" name="Ink 12">
                <a:extLst>
                  <a:ext uri="{FF2B5EF4-FFF2-40B4-BE49-F238E27FC236}">
                    <a16:creationId xmlns:a16="http://schemas.microsoft.com/office/drawing/2014/main" id="{65060BCF-CC1C-3B54-434E-32E73AAC5671}"/>
                  </a:ext>
                </a:extLst>
              </p14:cNvPr>
              <p14:cNvContentPartPr/>
              <p14:nvPr/>
            </p14:nvContentPartPr>
            <p14:xfrm>
              <a:off x="9257940" y="2222000"/>
              <a:ext cx="1144800" cy="64440"/>
            </p14:xfrm>
          </p:contentPart>
        </mc:Choice>
        <mc:Fallback xmlns="">
          <p:pic>
            <p:nvPicPr>
              <p:cNvPr id="13" name="Ink 12">
                <a:extLst>
                  <a:ext uri="{FF2B5EF4-FFF2-40B4-BE49-F238E27FC236}">
                    <a16:creationId xmlns:a16="http://schemas.microsoft.com/office/drawing/2014/main" id="{65060BCF-CC1C-3B54-434E-32E73AAC5671}"/>
                  </a:ext>
                </a:extLst>
              </p:cNvPr>
              <p:cNvPicPr/>
              <p:nvPr/>
            </p:nvPicPr>
            <p:blipFill>
              <a:blip r:embed="rId12"/>
              <a:stretch>
                <a:fillRect/>
              </a:stretch>
            </p:blipFill>
            <p:spPr>
              <a:xfrm>
                <a:off x="9204300" y="2114000"/>
                <a:ext cx="125244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B1F6762B-E2A4-0596-BBFE-45272290EB31}"/>
                  </a:ext>
                </a:extLst>
              </p14:cNvPr>
              <p14:cNvContentPartPr/>
              <p14:nvPr/>
            </p14:nvContentPartPr>
            <p14:xfrm>
              <a:off x="7619940" y="2627720"/>
              <a:ext cx="843120" cy="26640"/>
            </p14:xfrm>
          </p:contentPart>
        </mc:Choice>
        <mc:Fallback xmlns="">
          <p:pic>
            <p:nvPicPr>
              <p:cNvPr id="14" name="Ink 13">
                <a:extLst>
                  <a:ext uri="{FF2B5EF4-FFF2-40B4-BE49-F238E27FC236}">
                    <a16:creationId xmlns:a16="http://schemas.microsoft.com/office/drawing/2014/main" id="{B1F6762B-E2A4-0596-BBFE-45272290EB31}"/>
                  </a:ext>
                </a:extLst>
              </p:cNvPr>
              <p:cNvPicPr/>
              <p:nvPr/>
            </p:nvPicPr>
            <p:blipFill>
              <a:blip r:embed="rId14"/>
              <a:stretch>
                <a:fillRect/>
              </a:stretch>
            </p:blipFill>
            <p:spPr>
              <a:xfrm>
                <a:off x="7565940" y="2520080"/>
                <a:ext cx="95076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id="{983124FD-B18C-A11C-06A2-50D9F1F9D151}"/>
                  </a:ext>
                </a:extLst>
              </p14:cNvPr>
              <p14:cNvContentPartPr/>
              <p14:nvPr/>
            </p14:nvContentPartPr>
            <p14:xfrm>
              <a:off x="4368420" y="2259800"/>
              <a:ext cx="771840" cy="65160"/>
            </p14:xfrm>
          </p:contentPart>
        </mc:Choice>
        <mc:Fallback xmlns="">
          <p:pic>
            <p:nvPicPr>
              <p:cNvPr id="15" name="Ink 14">
                <a:extLst>
                  <a:ext uri="{FF2B5EF4-FFF2-40B4-BE49-F238E27FC236}">
                    <a16:creationId xmlns:a16="http://schemas.microsoft.com/office/drawing/2014/main" id="{983124FD-B18C-A11C-06A2-50D9F1F9D151}"/>
                  </a:ext>
                </a:extLst>
              </p:cNvPr>
              <p:cNvPicPr/>
              <p:nvPr/>
            </p:nvPicPr>
            <p:blipFill>
              <a:blip r:embed="rId16"/>
              <a:stretch>
                <a:fillRect/>
              </a:stretch>
            </p:blipFill>
            <p:spPr>
              <a:xfrm>
                <a:off x="4314420" y="2152160"/>
                <a:ext cx="87948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F84CE36F-961A-9914-221B-DA89C57084A0}"/>
                  </a:ext>
                </a:extLst>
              </p14:cNvPr>
              <p14:cNvContentPartPr/>
              <p14:nvPr/>
            </p14:nvContentPartPr>
            <p14:xfrm>
              <a:off x="2781540" y="2933360"/>
              <a:ext cx="877680" cy="74520"/>
            </p14:xfrm>
          </p:contentPart>
        </mc:Choice>
        <mc:Fallback xmlns="">
          <p:pic>
            <p:nvPicPr>
              <p:cNvPr id="16" name="Ink 15">
                <a:extLst>
                  <a:ext uri="{FF2B5EF4-FFF2-40B4-BE49-F238E27FC236}">
                    <a16:creationId xmlns:a16="http://schemas.microsoft.com/office/drawing/2014/main" id="{F84CE36F-961A-9914-221B-DA89C57084A0}"/>
                  </a:ext>
                </a:extLst>
              </p:cNvPr>
              <p:cNvPicPr/>
              <p:nvPr/>
            </p:nvPicPr>
            <p:blipFill>
              <a:blip r:embed="rId18"/>
              <a:stretch>
                <a:fillRect/>
              </a:stretch>
            </p:blipFill>
            <p:spPr>
              <a:xfrm>
                <a:off x="2727540" y="2825360"/>
                <a:ext cx="98532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6925570C-44BE-A5E6-49F1-97C3660457CC}"/>
                  </a:ext>
                </a:extLst>
              </p14:cNvPr>
              <p14:cNvContentPartPr/>
              <p14:nvPr/>
            </p14:nvContentPartPr>
            <p14:xfrm>
              <a:off x="7606980" y="2173400"/>
              <a:ext cx="793800" cy="100440"/>
            </p14:xfrm>
          </p:contentPart>
        </mc:Choice>
        <mc:Fallback xmlns="">
          <p:pic>
            <p:nvPicPr>
              <p:cNvPr id="17" name="Ink 16">
                <a:extLst>
                  <a:ext uri="{FF2B5EF4-FFF2-40B4-BE49-F238E27FC236}">
                    <a16:creationId xmlns:a16="http://schemas.microsoft.com/office/drawing/2014/main" id="{6925570C-44BE-A5E6-49F1-97C3660457CC}"/>
                  </a:ext>
                </a:extLst>
              </p:cNvPr>
              <p:cNvPicPr/>
              <p:nvPr/>
            </p:nvPicPr>
            <p:blipFill>
              <a:blip r:embed="rId20"/>
              <a:stretch>
                <a:fillRect/>
              </a:stretch>
            </p:blipFill>
            <p:spPr>
              <a:xfrm>
                <a:off x="7552980" y="2065400"/>
                <a:ext cx="90144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8" name="Ink 17">
                <a:extLst>
                  <a:ext uri="{FF2B5EF4-FFF2-40B4-BE49-F238E27FC236}">
                    <a16:creationId xmlns:a16="http://schemas.microsoft.com/office/drawing/2014/main" id="{394C2DDE-5110-6DED-5C0C-5819A2DB7D1B}"/>
                  </a:ext>
                </a:extLst>
              </p14:cNvPr>
              <p14:cNvContentPartPr/>
              <p14:nvPr/>
            </p14:nvContentPartPr>
            <p14:xfrm>
              <a:off x="1155780" y="2602880"/>
              <a:ext cx="781920" cy="27360"/>
            </p14:xfrm>
          </p:contentPart>
        </mc:Choice>
        <mc:Fallback xmlns="">
          <p:pic>
            <p:nvPicPr>
              <p:cNvPr id="18" name="Ink 17">
                <a:extLst>
                  <a:ext uri="{FF2B5EF4-FFF2-40B4-BE49-F238E27FC236}">
                    <a16:creationId xmlns:a16="http://schemas.microsoft.com/office/drawing/2014/main" id="{394C2DDE-5110-6DED-5C0C-5819A2DB7D1B}"/>
                  </a:ext>
                </a:extLst>
              </p:cNvPr>
              <p:cNvPicPr/>
              <p:nvPr/>
            </p:nvPicPr>
            <p:blipFill>
              <a:blip r:embed="rId22"/>
              <a:stretch>
                <a:fillRect/>
              </a:stretch>
            </p:blipFill>
            <p:spPr>
              <a:xfrm>
                <a:off x="1101780" y="2494880"/>
                <a:ext cx="88956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9" name="Ink 18">
                <a:extLst>
                  <a:ext uri="{FF2B5EF4-FFF2-40B4-BE49-F238E27FC236}">
                    <a16:creationId xmlns:a16="http://schemas.microsoft.com/office/drawing/2014/main" id="{71BB2562-061D-941B-1152-5F50675D23CF}"/>
                  </a:ext>
                </a:extLst>
              </p14:cNvPr>
              <p14:cNvContentPartPr/>
              <p14:nvPr/>
            </p14:nvContentPartPr>
            <p14:xfrm>
              <a:off x="9207540" y="2932640"/>
              <a:ext cx="1329480" cy="27000"/>
            </p14:xfrm>
          </p:contentPart>
        </mc:Choice>
        <mc:Fallback xmlns="">
          <p:pic>
            <p:nvPicPr>
              <p:cNvPr id="19" name="Ink 18">
                <a:extLst>
                  <a:ext uri="{FF2B5EF4-FFF2-40B4-BE49-F238E27FC236}">
                    <a16:creationId xmlns:a16="http://schemas.microsoft.com/office/drawing/2014/main" id="{71BB2562-061D-941B-1152-5F50675D23CF}"/>
                  </a:ext>
                </a:extLst>
              </p:cNvPr>
              <p:cNvPicPr/>
              <p:nvPr/>
            </p:nvPicPr>
            <p:blipFill>
              <a:blip r:embed="rId24"/>
              <a:stretch>
                <a:fillRect/>
              </a:stretch>
            </p:blipFill>
            <p:spPr>
              <a:xfrm>
                <a:off x="9153900" y="2824640"/>
                <a:ext cx="143712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0" name="Ink 19">
                <a:extLst>
                  <a:ext uri="{FF2B5EF4-FFF2-40B4-BE49-F238E27FC236}">
                    <a16:creationId xmlns:a16="http://schemas.microsoft.com/office/drawing/2014/main" id="{CCDD9E38-D320-034B-7EB4-E1057CA57FF8}"/>
                  </a:ext>
                </a:extLst>
              </p14:cNvPr>
              <p14:cNvContentPartPr/>
              <p14:nvPr/>
            </p14:nvContentPartPr>
            <p14:xfrm>
              <a:off x="6007140" y="2209040"/>
              <a:ext cx="1296360" cy="84960"/>
            </p14:xfrm>
          </p:contentPart>
        </mc:Choice>
        <mc:Fallback xmlns="">
          <p:pic>
            <p:nvPicPr>
              <p:cNvPr id="20" name="Ink 19">
                <a:extLst>
                  <a:ext uri="{FF2B5EF4-FFF2-40B4-BE49-F238E27FC236}">
                    <a16:creationId xmlns:a16="http://schemas.microsoft.com/office/drawing/2014/main" id="{CCDD9E38-D320-034B-7EB4-E1057CA57FF8}"/>
                  </a:ext>
                </a:extLst>
              </p:cNvPr>
              <p:cNvPicPr/>
              <p:nvPr/>
            </p:nvPicPr>
            <p:blipFill>
              <a:blip r:embed="rId26"/>
              <a:stretch>
                <a:fillRect/>
              </a:stretch>
            </p:blipFill>
            <p:spPr>
              <a:xfrm>
                <a:off x="5953140" y="2101040"/>
                <a:ext cx="140400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1" name="Ink 20">
                <a:extLst>
                  <a:ext uri="{FF2B5EF4-FFF2-40B4-BE49-F238E27FC236}">
                    <a16:creationId xmlns:a16="http://schemas.microsoft.com/office/drawing/2014/main" id="{FF38A516-4A5E-520E-2BA3-29C6EDCAD0E6}"/>
                  </a:ext>
                </a:extLst>
              </p14:cNvPr>
              <p14:cNvContentPartPr/>
              <p14:nvPr/>
            </p14:nvContentPartPr>
            <p14:xfrm>
              <a:off x="4419540" y="2590640"/>
              <a:ext cx="496080" cy="81360"/>
            </p14:xfrm>
          </p:contentPart>
        </mc:Choice>
        <mc:Fallback xmlns="">
          <p:pic>
            <p:nvPicPr>
              <p:cNvPr id="21" name="Ink 20">
                <a:extLst>
                  <a:ext uri="{FF2B5EF4-FFF2-40B4-BE49-F238E27FC236}">
                    <a16:creationId xmlns:a16="http://schemas.microsoft.com/office/drawing/2014/main" id="{FF38A516-4A5E-520E-2BA3-29C6EDCAD0E6}"/>
                  </a:ext>
                </a:extLst>
              </p:cNvPr>
              <p:cNvPicPr/>
              <p:nvPr/>
            </p:nvPicPr>
            <p:blipFill>
              <a:blip r:embed="rId28"/>
              <a:stretch>
                <a:fillRect/>
              </a:stretch>
            </p:blipFill>
            <p:spPr>
              <a:xfrm>
                <a:off x="4365540" y="2482640"/>
                <a:ext cx="60372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2" name="Ink 21">
                <a:extLst>
                  <a:ext uri="{FF2B5EF4-FFF2-40B4-BE49-F238E27FC236}">
                    <a16:creationId xmlns:a16="http://schemas.microsoft.com/office/drawing/2014/main" id="{93B67ADD-3650-5BC1-B6BF-5E122348B757}"/>
                  </a:ext>
                </a:extLst>
              </p14:cNvPr>
              <p14:cNvContentPartPr/>
              <p14:nvPr/>
            </p14:nvContentPartPr>
            <p14:xfrm>
              <a:off x="6007140" y="2577320"/>
              <a:ext cx="642600" cy="66600"/>
            </p14:xfrm>
          </p:contentPart>
        </mc:Choice>
        <mc:Fallback xmlns="">
          <p:pic>
            <p:nvPicPr>
              <p:cNvPr id="22" name="Ink 21">
                <a:extLst>
                  <a:ext uri="{FF2B5EF4-FFF2-40B4-BE49-F238E27FC236}">
                    <a16:creationId xmlns:a16="http://schemas.microsoft.com/office/drawing/2014/main" id="{93B67ADD-3650-5BC1-B6BF-5E122348B757}"/>
                  </a:ext>
                </a:extLst>
              </p:cNvPr>
              <p:cNvPicPr/>
              <p:nvPr/>
            </p:nvPicPr>
            <p:blipFill>
              <a:blip r:embed="rId30"/>
              <a:stretch>
                <a:fillRect/>
              </a:stretch>
            </p:blipFill>
            <p:spPr>
              <a:xfrm>
                <a:off x="5953140" y="2469680"/>
                <a:ext cx="75024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Ink 22">
                <a:extLst>
                  <a:ext uri="{FF2B5EF4-FFF2-40B4-BE49-F238E27FC236}">
                    <a16:creationId xmlns:a16="http://schemas.microsoft.com/office/drawing/2014/main" id="{A71E0615-9444-91AD-B158-744B136C7E95}"/>
                  </a:ext>
                </a:extLst>
              </p14:cNvPr>
              <p14:cNvContentPartPr/>
              <p14:nvPr/>
            </p14:nvContentPartPr>
            <p14:xfrm>
              <a:off x="9254340" y="2615840"/>
              <a:ext cx="769320" cy="34560"/>
            </p14:xfrm>
          </p:contentPart>
        </mc:Choice>
        <mc:Fallback xmlns="">
          <p:pic>
            <p:nvPicPr>
              <p:cNvPr id="23" name="Ink 22">
                <a:extLst>
                  <a:ext uri="{FF2B5EF4-FFF2-40B4-BE49-F238E27FC236}">
                    <a16:creationId xmlns:a16="http://schemas.microsoft.com/office/drawing/2014/main" id="{A71E0615-9444-91AD-B158-744B136C7E95}"/>
                  </a:ext>
                </a:extLst>
              </p:cNvPr>
              <p:cNvPicPr/>
              <p:nvPr/>
            </p:nvPicPr>
            <p:blipFill>
              <a:blip r:embed="rId32"/>
              <a:stretch>
                <a:fillRect/>
              </a:stretch>
            </p:blipFill>
            <p:spPr>
              <a:xfrm>
                <a:off x="9200340" y="2507840"/>
                <a:ext cx="87696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Ink 23">
                <a:extLst>
                  <a:ext uri="{FF2B5EF4-FFF2-40B4-BE49-F238E27FC236}">
                    <a16:creationId xmlns:a16="http://schemas.microsoft.com/office/drawing/2014/main" id="{BF88C104-3210-2754-8C65-B2C45B309B64}"/>
                  </a:ext>
                </a:extLst>
              </p14:cNvPr>
              <p14:cNvContentPartPr/>
              <p14:nvPr/>
            </p14:nvContentPartPr>
            <p14:xfrm>
              <a:off x="7568820" y="2908160"/>
              <a:ext cx="1083960" cy="90000"/>
            </p14:xfrm>
          </p:contentPart>
        </mc:Choice>
        <mc:Fallback xmlns="">
          <p:pic>
            <p:nvPicPr>
              <p:cNvPr id="24" name="Ink 23">
                <a:extLst>
                  <a:ext uri="{FF2B5EF4-FFF2-40B4-BE49-F238E27FC236}">
                    <a16:creationId xmlns:a16="http://schemas.microsoft.com/office/drawing/2014/main" id="{BF88C104-3210-2754-8C65-B2C45B309B64}"/>
                  </a:ext>
                </a:extLst>
              </p:cNvPr>
              <p:cNvPicPr/>
              <p:nvPr/>
            </p:nvPicPr>
            <p:blipFill>
              <a:blip r:embed="rId34"/>
              <a:stretch>
                <a:fillRect/>
              </a:stretch>
            </p:blipFill>
            <p:spPr>
              <a:xfrm>
                <a:off x="7514820" y="2800160"/>
                <a:ext cx="119160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5" name="Ink 24">
                <a:extLst>
                  <a:ext uri="{FF2B5EF4-FFF2-40B4-BE49-F238E27FC236}">
                    <a16:creationId xmlns:a16="http://schemas.microsoft.com/office/drawing/2014/main" id="{4C5A5532-6122-ACB7-9ED2-597C6F6B8886}"/>
                  </a:ext>
                </a:extLst>
              </p14:cNvPr>
              <p14:cNvContentPartPr/>
              <p14:nvPr/>
            </p14:nvContentPartPr>
            <p14:xfrm>
              <a:off x="4406580" y="2946320"/>
              <a:ext cx="745560" cy="94320"/>
            </p14:xfrm>
          </p:contentPart>
        </mc:Choice>
        <mc:Fallback xmlns="">
          <p:pic>
            <p:nvPicPr>
              <p:cNvPr id="25" name="Ink 24">
                <a:extLst>
                  <a:ext uri="{FF2B5EF4-FFF2-40B4-BE49-F238E27FC236}">
                    <a16:creationId xmlns:a16="http://schemas.microsoft.com/office/drawing/2014/main" id="{4C5A5532-6122-ACB7-9ED2-597C6F6B8886}"/>
                  </a:ext>
                </a:extLst>
              </p:cNvPr>
              <p:cNvPicPr/>
              <p:nvPr/>
            </p:nvPicPr>
            <p:blipFill>
              <a:blip r:embed="rId36"/>
              <a:stretch>
                <a:fillRect/>
              </a:stretch>
            </p:blipFill>
            <p:spPr>
              <a:xfrm>
                <a:off x="4352580" y="2838320"/>
                <a:ext cx="853200" cy="3099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6" name="Ink 25">
                <a:extLst>
                  <a:ext uri="{FF2B5EF4-FFF2-40B4-BE49-F238E27FC236}">
                    <a16:creationId xmlns:a16="http://schemas.microsoft.com/office/drawing/2014/main" id="{5EE51979-674E-46B3-0ED3-68C7821CE1F8}"/>
                  </a:ext>
                </a:extLst>
              </p14:cNvPr>
              <p14:cNvContentPartPr/>
              <p14:nvPr/>
            </p14:nvContentPartPr>
            <p14:xfrm>
              <a:off x="1079460" y="2870000"/>
              <a:ext cx="876240" cy="140760"/>
            </p14:xfrm>
          </p:contentPart>
        </mc:Choice>
        <mc:Fallback xmlns="">
          <p:pic>
            <p:nvPicPr>
              <p:cNvPr id="26" name="Ink 25">
                <a:extLst>
                  <a:ext uri="{FF2B5EF4-FFF2-40B4-BE49-F238E27FC236}">
                    <a16:creationId xmlns:a16="http://schemas.microsoft.com/office/drawing/2014/main" id="{5EE51979-674E-46B3-0ED3-68C7821CE1F8}"/>
                  </a:ext>
                </a:extLst>
              </p:cNvPr>
              <p:cNvPicPr/>
              <p:nvPr/>
            </p:nvPicPr>
            <p:blipFill>
              <a:blip r:embed="rId38"/>
              <a:stretch>
                <a:fillRect/>
              </a:stretch>
            </p:blipFill>
            <p:spPr>
              <a:xfrm>
                <a:off x="1025460" y="2762000"/>
                <a:ext cx="983880" cy="356400"/>
              </a:xfrm>
              <a:prstGeom prst="rect">
                <a:avLst/>
              </a:prstGeom>
            </p:spPr>
          </p:pic>
        </mc:Fallback>
      </mc:AlternateContent>
    </p:spTree>
    <p:extLst>
      <p:ext uri="{BB962C8B-B14F-4D97-AF65-F5344CB8AC3E}">
        <p14:creationId xmlns:p14="http://schemas.microsoft.com/office/powerpoint/2010/main" val="26369179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71F0B-A241-17D4-64C8-06D9162CA261}"/>
              </a:ext>
            </a:extLst>
          </p:cNvPr>
          <p:cNvSpPr>
            <a:spLocks noGrp="1"/>
          </p:cNvSpPr>
          <p:nvPr>
            <p:ph type="title"/>
          </p:nvPr>
        </p:nvSpPr>
        <p:spPr/>
        <p:txBody>
          <a:bodyPr/>
          <a:lstStyle/>
          <a:p>
            <a:r>
              <a:rPr lang="en-AU" dirty="0"/>
              <a:t>Concept attainment</a:t>
            </a:r>
          </a:p>
        </p:txBody>
      </p:sp>
      <p:sp>
        <p:nvSpPr>
          <p:cNvPr id="3" name="Content Placeholder 2">
            <a:extLst>
              <a:ext uri="{FF2B5EF4-FFF2-40B4-BE49-F238E27FC236}">
                <a16:creationId xmlns:a16="http://schemas.microsoft.com/office/drawing/2014/main" id="{A97594C3-7A6B-900B-B09E-65932851F25C}"/>
              </a:ext>
            </a:extLst>
          </p:cNvPr>
          <p:cNvSpPr>
            <a:spLocks noGrp="1"/>
          </p:cNvSpPr>
          <p:nvPr>
            <p:ph idx="1"/>
          </p:nvPr>
        </p:nvSpPr>
        <p:spPr>
          <a:xfrm>
            <a:off x="827315" y="2231572"/>
            <a:ext cx="3490685" cy="3305628"/>
          </a:xfrm>
        </p:spPr>
        <p:txBody>
          <a:bodyPr anchor="ctr">
            <a:normAutofit/>
          </a:bodyPr>
          <a:lstStyle/>
          <a:p>
            <a:r>
              <a:rPr lang="en-AU" sz="2800" dirty="0"/>
              <a:t>Follow-up task:</a:t>
            </a:r>
          </a:p>
          <a:p>
            <a:r>
              <a:rPr lang="en-AU" sz="2800" dirty="0"/>
              <a:t>Students to use the same colour coding to highlight the same word classes in their own writing.</a:t>
            </a:r>
          </a:p>
        </p:txBody>
      </p:sp>
      <p:sp>
        <p:nvSpPr>
          <p:cNvPr id="4" name="Footer Placeholder 3">
            <a:extLst>
              <a:ext uri="{FF2B5EF4-FFF2-40B4-BE49-F238E27FC236}">
                <a16:creationId xmlns:a16="http://schemas.microsoft.com/office/drawing/2014/main" id="{DF7A10CE-0ABD-8FC5-6AC0-00B9CC1E1E65}"/>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11D6881C-DC31-F28A-4C74-4AD22000B6AC}"/>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21</a:t>
            </a:fld>
            <a:endParaRPr lang="en-AU">
              <a:solidFill>
                <a:schemeClr val="accent1"/>
              </a:solidFill>
              <a:latin typeface="+mj-lt"/>
            </a:endParaRPr>
          </a:p>
        </p:txBody>
      </p:sp>
      <p:pic>
        <p:nvPicPr>
          <p:cNvPr id="7" name="Picture 6">
            <a:extLst>
              <a:ext uri="{FF2B5EF4-FFF2-40B4-BE49-F238E27FC236}">
                <a16:creationId xmlns:a16="http://schemas.microsoft.com/office/drawing/2014/main" id="{B1B26A6D-0D8D-0FB3-EF25-8FECC0EE1604}"/>
              </a:ext>
            </a:extLst>
          </p:cNvPr>
          <p:cNvPicPr>
            <a:picLocks noChangeAspect="1"/>
          </p:cNvPicPr>
          <p:nvPr/>
        </p:nvPicPr>
        <p:blipFill>
          <a:blip r:embed="rId2" cstate="screen">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a:ext>
            </a:extLst>
          </a:blip>
          <a:stretch>
            <a:fillRect/>
          </a:stretch>
        </p:blipFill>
        <p:spPr>
          <a:xfrm>
            <a:off x="5536317" y="1480118"/>
            <a:ext cx="5153454" cy="4161397"/>
          </a:xfrm>
          <a:prstGeom prst="rect">
            <a:avLst/>
          </a:prstGeom>
        </p:spPr>
      </p:pic>
    </p:spTree>
    <p:extLst>
      <p:ext uri="{BB962C8B-B14F-4D97-AF65-F5344CB8AC3E}">
        <p14:creationId xmlns:p14="http://schemas.microsoft.com/office/powerpoint/2010/main" val="25319259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EAA6A-A3C4-B655-F335-F120FF2A63FA}"/>
              </a:ext>
            </a:extLst>
          </p:cNvPr>
          <p:cNvSpPr>
            <a:spLocks noGrp="1"/>
          </p:cNvSpPr>
          <p:nvPr>
            <p:ph type="title"/>
          </p:nvPr>
        </p:nvSpPr>
        <p:spPr/>
        <p:txBody>
          <a:bodyPr/>
          <a:lstStyle/>
          <a:p>
            <a:r>
              <a:rPr lang="en-AU" dirty="0"/>
              <a:t>Cloze</a:t>
            </a:r>
          </a:p>
        </p:txBody>
      </p:sp>
      <p:sp>
        <p:nvSpPr>
          <p:cNvPr id="3" name="Content Placeholder 2">
            <a:extLst>
              <a:ext uri="{FF2B5EF4-FFF2-40B4-BE49-F238E27FC236}">
                <a16:creationId xmlns:a16="http://schemas.microsoft.com/office/drawing/2014/main" id="{F74EE744-F05E-F52F-E6A4-EF0F8480ED40}"/>
              </a:ext>
            </a:extLst>
          </p:cNvPr>
          <p:cNvSpPr>
            <a:spLocks noGrp="1"/>
          </p:cNvSpPr>
          <p:nvPr>
            <p:ph idx="1"/>
          </p:nvPr>
        </p:nvSpPr>
        <p:spPr>
          <a:xfrm>
            <a:off x="827314" y="2231572"/>
            <a:ext cx="9862457" cy="4143828"/>
          </a:xfrm>
        </p:spPr>
        <p:txBody>
          <a:bodyPr>
            <a:normAutofit/>
          </a:bodyPr>
          <a:lstStyle/>
          <a:p>
            <a:r>
              <a:rPr lang="en-AU" dirty="0"/>
              <a:t>An oldie but a goodie, especially for differentiated or ILP tasks.</a:t>
            </a:r>
          </a:p>
          <a:p>
            <a:endParaRPr lang="en-AU" dirty="0"/>
          </a:p>
          <a:p>
            <a:endParaRPr lang="en-AU" dirty="0"/>
          </a:p>
          <a:p>
            <a:endParaRPr lang="en-AU" dirty="0"/>
          </a:p>
          <a:p>
            <a:r>
              <a:rPr lang="en-AU" dirty="0"/>
              <a:t>Rather than an onerous _______________ task, you can ___________ your students and allow them to _________ their knowledge using a short Cloze exercise. This allows them to develop their ______________ without needing to ____________  _______________ in a time-consuming ___________________ - especially if their ILP requires _____________ modifications.</a:t>
            </a:r>
          </a:p>
          <a:p>
            <a:endParaRPr lang="en-AU" dirty="0"/>
          </a:p>
        </p:txBody>
      </p:sp>
      <p:sp>
        <p:nvSpPr>
          <p:cNvPr id="4" name="Footer Placeholder 3">
            <a:extLst>
              <a:ext uri="{FF2B5EF4-FFF2-40B4-BE49-F238E27FC236}">
                <a16:creationId xmlns:a16="http://schemas.microsoft.com/office/drawing/2014/main" id="{589A37C8-3B42-803D-A9A0-6A67C00E6589}"/>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6BF62509-E8FA-125D-5F9E-4908A6953F0D}"/>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22</a:t>
            </a:fld>
            <a:endParaRPr lang="en-AU">
              <a:solidFill>
                <a:schemeClr val="accent1"/>
              </a:solidFill>
              <a:latin typeface="+mj-lt"/>
            </a:endParaRPr>
          </a:p>
        </p:txBody>
      </p:sp>
      <p:pic>
        <p:nvPicPr>
          <p:cNvPr id="7" name="Picture 6">
            <a:extLst>
              <a:ext uri="{FF2B5EF4-FFF2-40B4-BE49-F238E27FC236}">
                <a16:creationId xmlns:a16="http://schemas.microsoft.com/office/drawing/2014/main" id="{C0760546-90B4-8C60-9B54-56FC5B7B72E6}"/>
              </a:ext>
            </a:extLst>
          </p:cNvPr>
          <p:cNvPicPr>
            <a:picLocks noChangeAspect="1"/>
          </p:cNvPicPr>
          <p:nvPr/>
        </p:nvPicPr>
        <p:blipFill>
          <a:blip r:embed="rId3"/>
          <a:stretch>
            <a:fillRect/>
          </a:stretch>
        </p:blipFill>
        <p:spPr>
          <a:xfrm>
            <a:off x="2799290" y="2879697"/>
            <a:ext cx="5918504" cy="1098606"/>
          </a:xfrm>
          <a:prstGeom prst="rect">
            <a:avLst/>
          </a:prstGeom>
        </p:spPr>
      </p:pic>
    </p:spTree>
    <p:extLst>
      <p:ext uri="{BB962C8B-B14F-4D97-AF65-F5344CB8AC3E}">
        <p14:creationId xmlns:p14="http://schemas.microsoft.com/office/powerpoint/2010/main" val="1235360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0E065-2957-C904-0FC9-0C13E1898CF1}"/>
              </a:ext>
            </a:extLst>
          </p:cNvPr>
          <p:cNvSpPr>
            <a:spLocks noGrp="1"/>
          </p:cNvSpPr>
          <p:nvPr>
            <p:ph type="title"/>
          </p:nvPr>
        </p:nvSpPr>
        <p:spPr/>
        <p:txBody>
          <a:bodyPr/>
          <a:lstStyle/>
          <a:p>
            <a:r>
              <a:rPr lang="en-AU" dirty="0" err="1"/>
              <a:t>Freyer</a:t>
            </a:r>
            <a:r>
              <a:rPr lang="en-AU" dirty="0"/>
              <a:t> chart</a:t>
            </a:r>
          </a:p>
        </p:txBody>
      </p:sp>
      <p:sp>
        <p:nvSpPr>
          <p:cNvPr id="3" name="Content Placeholder 2">
            <a:extLst>
              <a:ext uri="{FF2B5EF4-FFF2-40B4-BE49-F238E27FC236}">
                <a16:creationId xmlns:a16="http://schemas.microsoft.com/office/drawing/2014/main" id="{A9B1D848-CFFD-D523-82E1-953D618AF180}"/>
              </a:ext>
            </a:extLst>
          </p:cNvPr>
          <p:cNvSpPr>
            <a:spLocks noGrp="1"/>
          </p:cNvSpPr>
          <p:nvPr>
            <p:ph idx="1"/>
          </p:nvPr>
        </p:nvSpPr>
        <p:spPr>
          <a:xfrm>
            <a:off x="827315" y="2231572"/>
            <a:ext cx="2957285" cy="3962399"/>
          </a:xfrm>
        </p:spPr>
        <p:txBody>
          <a:bodyPr anchor="ctr">
            <a:normAutofit/>
          </a:bodyPr>
          <a:lstStyle/>
          <a:p>
            <a:r>
              <a:rPr lang="en-AU" dirty="0"/>
              <a:t>Develops vocab using concept-attainment.</a:t>
            </a:r>
          </a:p>
          <a:p>
            <a:r>
              <a:rPr lang="en-AU" dirty="0"/>
              <a:t>Allows students to develop </a:t>
            </a:r>
            <a:r>
              <a:rPr lang="en-AU" b="1" dirty="0"/>
              <a:t>own</a:t>
            </a:r>
            <a:r>
              <a:rPr lang="en-AU" dirty="0"/>
              <a:t> understanding of a word or a concept </a:t>
            </a:r>
          </a:p>
          <a:p>
            <a:r>
              <a:rPr lang="en-AU" dirty="0"/>
              <a:t>Before or during reading.</a:t>
            </a:r>
          </a:p>
        </p:txBody>
      </p:sp>
      <p:sp>
        <p:nvSpPr>
          <p:cNvPr id="4" name="Footer Placeholder 3">
            <a:extLst>
              <a:ext uri="{FF2B5EF4-FFF2-40B4-BE49-F238E27FC236}">
                <a16:creationId xmlns:a16="http://schemas.microsoft.com/office/drawing/2014/main" id="{F52AEADF-1924-D2DF-7679-4076DAC7805B}"/>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92D5BD25-B044-E835-E515-A6C576AA4608}"/>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23</a:t>
            </a:fld>
            <a:endParaRPr lang="en-AU">
              <a:solidFill>
                <a:schemeClr val="accent1"/>
              </a:solidFill>
              <a:latin typeface="+mj-lt"/>
            </a:endParaRPr>
          </a:p>
        </p:txBody>
      </p:sp>
      <p:pic>
        <p:nvPicPr>
          <p:cNvPr id="7" name="Picture 6">
            <a:extLst>
              <a:ext uri="{FF2B5EF4-FFF2-40B4-BE49-F238E27FC236}">
                <a16:creationId xmlns:a16="http://schemas.microsoft.com/office/drawing/2014/main" id="{03442D7E-FB8E-CEB4-5A6E-37CAA979312D}"/>
              </a:ext>
            </a:extLst>
          </p:cNvPr>
          <p:cNvPicPr>
            <a:picLocks noChangeAspect="1"/>
          </p:cNvPicPr>
          <p:nvPr/>
        </p:nvPicPr>
        <p:blipFill>
          <a:blip r:embed="rId3"/>
          <a:stretch>
            <a:fillRect/>
          </a:stretch>
        </p:blipFill>
        <p:spPr>
          <a:xfrm>
            <a:off x="3933603" y="1694920"/>
            <a:ext cx="7697223" cy="4553049"/>
          </a:xfrm>
          <a:prstGeom prst="rect">
            <a:avLst/>
          </a:prstGeom>
        </p:spPr>
      </p:pic>
    </p:spTree>
    <p:extLst>
      <p:ext uri="{BB962C8B-B14F-4D97-AF65-F5344CB8AC3E}">
        <p14:creationId xmlns:p14="http://schemas.microsoft.com/office/powerpoint/2010/main" val="17890514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0E065-2957-C904-0FC9-0C13E1898CF1}"/>
              </a:ext>
            </a:extLst>
          </p:cNvPr>
          <p:cNvSpPr>
            <a:spLocks noGrp="1"/>
          </p:cNvSpPr>
          <p:nvPr>
            <p:ph type="title"/>
          </p:nvPr>
        </p:nvSpPr>
        <p:spPr/>
        <p:txBody>
          <a:bodyPr/>
          <a:lstStyle/>
          <a:p>
            <a:r>
              <a:rPr lang="en-AU" dirty="0" err="1"/>
              <a:t>Freyer</a:t>
            </a:r>
            <a:r>
              <a:rPr lang="en-AU" dirty="0"/>
              <a:t> chart</a:t>
            </a:r>
          </a:p>
        </p:txBody>
      </p:sp>
      <p:sp>
        <p:nvSpPr>
          <p:cNvPr id="3" name="Content Placeholder 2">
            <a:extLst>
              <a:ext uri="{FF2B5EF4-FFF2-40B4-BE49-F238E27FC236}">
                <a16:creationId xmlns:a16="http://schemas.microsoft.com/office/drawing/2014/main" id="{A9B1D848-CFFD-D523-82E1-953D618AF180}"/>
              </a:ext>
            </a:extLst>
          </p:cNvPr>
          <p:cNvSpPr>
            <a:spLocks noGrp="1"/>
          </p:cNvSpPr>
          <p:nvPr>
            <p:ph idx="1"/>
          </p:nvPr>
        </p:nvSpPr>
        <p:spPr>
          <a:xfrm>
            <a:off x="561175" y="2231572"/>
            <a:ext cx="3223426" cy="3962399"/>
          </a:xfrm>
        </p:spPr>
        <p:txBody>
          <a:bodyPr anchor="ctr">
            <a:normAutofit lnSpcReduction="10000"/>
          </a:bodyPr>
          <a:lstStyle/>
          <a:p>
            <a:pPr marL="457200" indent="-457200">
              <a:buFont typeface="+mj-lt"/>
              <a:buAutoNum type="arabicPeriod"/>
            </a:pPr>
            <a:r>
              <a:rPr lang="en-AU" dirty="0"/>
              <a:t>Word in centre</a:t>
            </a:r>
          </a:p>
          <a:p>
            <a:pPr marL="457200" indent="-457200">
              <a:buFont typeface="+mj-lt"/>
              <a:buAutoNum type="arabicPeriod"/>
            </a:pPr>
            <a:r>
              <a:rPr lang="en-AU" dirty="0"/>
              <a:t>Characteristics of the idea</a:t>
            </a:r>
          </a:p>
          <a:p>
            <a:pPr marL="457200" indent="-457200">
              <a:buFont typeface="+mj-lt"/>
              <a:buAutoNum type="arabicPeriod"/>
            </a:pPr>
            <a:r>
              <a:rPr lang="en-AU" dirty="0"/>
              <a:t>Brainstorm examples</a:t>
            </a:r>
          </a:p>
          <a:p>
            <a:pPr marL="457200" indent="-457200">
              <a:buFont typeface="+mj-lt"/>
              <a:buAutoNum type="arabicPeriod"/>
            </a:pPr>
            <a:r>
              <a:rPr lang="en-AU" dirty="0"/>
              <a:t>Brainstorm non-examples</a:t>
            </a:r>
          </a:p>
          <a:p>
            <a:pPr marL="457200" indent="-457200">
              <a:buFont typeface="+mj-lt"/>
              <a:buAutoNum type="arabicPeriod"/>
            </a:pPr>
            <a:r>
              <a:rPr lang="en-AU" dirty="0"/>
              <a:t>Write own definition </a:t>
            </a:r>
          </a:p>
          <a:p>
            <a:pPr marL="457200" indent="-457200">
              <a:buFont typeface="+mj-lt"/>
              <a:buAutoNum type="arabicPeriod"/>
            </a:pPr>
            <a:r>
              <a:rPr lang="en-AU" dirty="0"/>
              <a:t>Check definition</a:t>
            </a:r>
          </a:p>
        </p:txBody>
      </p:sp>
      <p:sp>
        <p:nvSpPr>
          <p:cNvPr id="4" name="Footer Placeholder 3">
            <a:extLst>
              <a:ext uri="{FF2B5EF4-FFF2-40B4-BE49-F238E27FC236}">
                <a16:creationId xmlns:a16="http://schemas.microsoft.com/office/drawing/2014/main" id="{F52AEADF-1924-D2DF-7679-4076DAC7805B}"/>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92D5BD25-B044-E835-E515-A6C576AA4608}"/>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24</a:t>
            </a:fld>
            <a:endParaRPr lang="en-AU">
              <a:solidFill>
                <a:schemeClr val="accent1"/>
              </a:solidFill>
              <a:latin typeface="+mj-lt"/>
            </a:endParaRPr>
          </a:p>
        </p:txBody>
      </p:sp>
      <p:pic>
        <p:nvPicPr>
          <p:cNvPr id="7" name="Picture 6">
            <a:extLst>
              <a:ext uri="{FF2B5EF4-FFF2-40B4-BE49-F238E27FC236}">
                <a16:creationId xmlns:a16="http://schemas.microsoft.com/office/drawing/2014/main" id="{03442D7E-FB8E-CEB4-5A6E-37CAA979312D}"/>
              </a:ext>
            </a:extLst>
          </p:cNvPr>
          <p:cNvPicPr>
            <a:picLocks noChangeAspect="1"/>
          </p:cNvPicPr>
          <p:nvPr/>
        </p:nvPicPr>
        <p:blipFill>
          <a:blip r:embed="rId3"/>
          <a:stretch>
            <a:fillRect/>
          </a:stretch>
        </p:blipFill>
        <p:spPr>
          <a:xfrm>
            <a:off x="3933603" y="1694920"/>
            <a:ext cx="7697223" cy="4553049"/>
          </a:xfrm>
          <a:prstGeom prst="rect">
            <a:avLst/>
          </a:prstGeom>
        </p:spPr>
      </p:pic>
      <p:grpSp>
        <p:nvGrpSpPr>
          <p:cNvPr id="17" name="Group 16">
            <a:extLst>
              <a:ext uri="{FF2B5EF4-FFF2-40B4-BE49-F238E27FC236}">
                <a16:creationId xmlns:a16="http://schemas.microsoft.com/office/drawing/2014/main" id="{713D9E4A-1FBC-7D90-D16A-BBCA31AEBD1A}"/>
              </a:ext>
            </a:extLst>
          </p:cNvPr>
          <p:cNvGrpSpPr/>
          <p:nvPr/>
        </p:nvGrpSpPr>
        <p:grpSpPr>
          <a:xfrm>
            <a:off x="7091000" y="3517720"/>
            <a:ext cx="1278360" cy="497160"/>
            <a:chOff x="7091000" y="3517720"/>
            <a:chExt cx="1278360" cy="497160"/>
          </a:xfrm>
        </p:grpSpPr>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F7C21348-5A0A-3751-65F5-9BF9EC8158EB}"/>
                    </a:ext>
                  </a:extLst>
                </p14:cNvPr>
                <p14:cNvContentPartPr/>
                <p14:nvPr/>
              </p14:nvContentPartPr>
              <p14:xfrm>
                <a:off x="7091000" y="3687640"/>
                <a:ext cx="21960" cy="253800"/>
              </p14:xfrm>
            </p:contentPart>
          </mc:Choice>
          <mc:Fallback xmlns="">
            <p:pic>
              <p:nvPicPr>
                <p:cNvPr id="6" name="Ink 5">
                  <a:extLst>
                    <a:ext uri="{FF2B5EF4-FFF2-40B4-BE49-F238E27FC236}">
                      <a16:creationId xmlns:a16="http://schemas.microsoft.com/office/drawing/2014/main" id="{F7C21348-5A0A-3751-65F5-9BF9EC8158EB}"/>
                    </a:ext>
                  </a:extLst>
                </p:cNvPr>
                <p:cNvPicPr/>
                <p:nvPr/>
              </p:nvPicPr>
              <p:blipFill>
                <a:blip r:embed="rId5"/>
                <a:stretch>
                  <a:fillRect/>
                </a:stretch>
              </p:blipFill>
              <p:spPr>
                <a:xfrm>
                  <a:off x="7082000" y="3679000"/>
                  <a:ext cx="3960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7D234562-7E79-9D2A-E0E3-A191B0C01E69}"/>
                    </a:ext>
                  </a:extLst>
                </p14:cNvPr>
                <p14:cNvContentPartPr/>
                <p14:nvPr/>
              </p14:nvContentPartPr>
              <p14:xfrm>
                <a:off x="7106480" y="3635080"/>
                <a:ext cx="201240" cy="379800"/>
              </p14:xfrm>
            </p:contentPart>
          </mc:Choice>
          <mc:Fallback xmlns="">
            <p:pic>
              <p:nvPicPr>
                <p:cNvPr id="8" name="Ink 7">
                  <a:extLst>
                    <a:ext uri="{FF2B5EF4-FFF2-40B4-BE49-F238E27FC236}">
                      <a16:creationId xmlns:a16="http://schemas.microsoft.com/office/drawing/2014/main" id="{7D234562-7E79-9D2A-E0E3-A191B0C01E69}"/>
                    </a:ext>
                  </a:extLst>
                </p:cNvPr>
                <p:cNvPicPr/>
                <p:nvPr/>
              </p:nvPicPr>
              <p:blipFill>
                <a:blip r:embed="rId7"/>
                <a:stretch>
                  <a:fillRect/>
                </a:stretch>
              </p:blipFill>
              <p:spPr>
                <a:xfrm>
                  <a:off x="7097480" y="3626440"/>
                  <a:ext cx="21888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E01E2F01-AB3E-2740-9BA9-C44EEB93F757}"/>
                    </a:ext>
                  </a:extLst>
                </p14:cNvPr>
                <p14:cNvContentPartPr/>
                <p14:nvPr/>
              </p14:nvContentPartPr>
              <p14:xfrm>
                <a:off x="7346240" y="3568480"/>
                <a:ext cx="51480" cy="330120"/>
              </p14:xfrm>
            </p:contentPart>
          </mc:Choice>
          <mc:Fallback xmlns="">
            <p:pic>
              <p:nvPicPr>
                <p:cNvPr id="9" name="Ink 8">
                  <a:extLst>
                    <a:ext uri="{FF2B5EF4-FFF2-40B4-BE49-F238E27FC236}">
                      <a16:creationId xmlns:a16="http://schemas.microsoft.com/office/drawing/2014/main" id="{E01E2F01-AB3E-2740-9BA9-C44EEB93F757}"/>
                    </a:ext>
                  </a:extLst>
                </p:cNvPr>
                <p:cNvPicPr/>
                <p:nvPr/>
              </p:nvPicPr>
              <p:blipFill>
                <a:blip r:embed="rId9"/>
                <a:stretch>
                  <a:fillRect/>
                </a:stretch>
              </p:blipFill>
              <p:spPr>
                <a:xfrm>
                  <a:off x="7337240" y="3559840"/>
                  <a:ext cx="69120" cy="347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D6746E43-3E89-0BE1-4F87-C3B5013217D8}"/>
                    </a:ext>
                  </a:extLst>
                </p14:cNvPr>
                <p14:cNvContentPartPr/>
                <p14:nvPr/>
              </p14:nvContentPartPr>
              <p14:xfrm>
                <a:off x="7434440" y="3715360"/>
                <a:ext cx="111960" cy="162360"/>
              </p14:xfrm>
            </p:contentPart>
          </mc:Choice>
          <mc:Fallback xmlns="">
            <p:pic>
              <p:nvPicPr>
                <p:cNvPr id="10" name="Ink 9">
                  <a:extLst>
                    <a:ext uri="{FF2B5EF4-FFF2-40B4-BE49-F238E27FC236}">
                      <a16:creationId xmlns:a16="http://schemas.microsoft.com/office/drawing/2014/main" id="{D6746E43-3E89-0BE1-4F87-C3B5013217D8}"/>
                    </a:ext>
                  </a:extLst>
                </p:cNvPr>
                <p:cNvPicPr/>
                <p:nvPr/>
              </p:nvPicPr>
              <p:blipFill>
                <a:blip r:embed="rId11"/>
                <a:stretch>
                  <a:fillRect/>
                </a:stretch>
              </p:blipFill>
              <p:spPr>
                <a:xfrm>
                  <a:off x="7425800" y="3706720"/>
                  <a:ext cx="12960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C5311993-3720-85F5-DBDA-4CC727CB3642}"/>
                    </a:ext>
                  </a:extLst>
                </p14:cNvPr>
                <p14:cNvContentPartPr/>
                <p14:nvPr/>
              </p14:nvContentPartPr>
              <p14:xfrm>
                <a:off x="7581320" y="3698800"/>
                <a:ext cx="139680" cy="129240"/>
              </p14:xfrm>
            </p:contentPart>
          </mc:Choice>
          <mc:Fallback xmlns="">
            <p:pic>
              <p:nvPicPr>
                <p:cNvPr id="11" name="Ink 10">
                  <a:extLst>
                    <a:ext uri="{FF2B5EF4-FFF2-40B4-BE49-F238E27FC236}">
                      <a16:creationId xmlns:a16="http://schemas.microsoft.com/office/drawing/2014/main" id="{C5311993-3720-85F5-DBDA-4CC727CB3642}"/>
                    </a:ext>
                  </a:extLst>
                </p:cNvPr>
                <p:cNvPicPr/>
                <p:nvPr/>
              </p:nvPicPr>
              <p:blipFill>
                <a:blip r:embed="rId13"/>
                <a:stretch>
                  <a:fillRect/>
                </a:stretch>
              </p:blipFill>
              <p:spPr>
                <a:xfrm>
                  <a:off x="7572320" y="3689800"/>
                  <a:ext cx="15732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4A760482-A2D6-57A0-66D9-CC1D84523266}"/>
                    </a:ext>
                  </a:extLst>
                </p14:cNvPr>
                <p14:cNvContentPartPr/>
                <p14:nvPr/>
              </p14:nvContentPartPr>
              <p14:xfrm>
                <a:off x="7689320" y="3700600"/>
                <a:ext cx="141120" cy="288000"/>
              </p14:xfrm>
            </p:contentPart>
          </mc:Choice>
          <mc:Fallback xmlns="">
            <p:pic>
              <p:nvPicPr>
                <p:cNvPr id="12" name="Ink 11">
                  <a:extLst>
                    <a:ext uri="{FF2B5EF4-FFF2-40B4-BE49-F238E27FC236}">
                      <a16:creationId xmlns:a16="http://schemas.microsoft.com/office/drawing/2014/main" id="{4A760482-A2D6-57A0-66D9-CC1D84523266}"/>
                    </a:ext>
                  </a:extLst>
                </p:cNvPr>
                <p:cNvPicPr/>
                <p:nvPr/>
              </p:nvPicPr>
              <p:blipFill>
                <a:blip r:embed="rId15"/>
                <a:stretch>
                  <a:fillRect/>
                </a:stretch>
              </p:blipFill>
              <p:spPr>
                <a:xfrm>
                  <a:off x="7680320" y="3691960"/>
                  <a:ext cx="158760" cy="305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298978D6-8885-38A8-B295-865960F3CAB1}"/>
                    </a:ext>
                  </a:extLst>
                </p14:cNvPr>
                <p14:cNvContentPartPr/>
                <p14:nvPr/>
              </p14:nvContentPartPr>
              <p14:xfrm>
                <a:off x="7853480" y="3676840"/>
                <a:ext cx="68760" cy="114120"/>
              </p14:xfrm>
            </p:contentPart>
          </mc:Choice>
          <mc:Fallback xmlns="">
            <p:pic>
              <p:nvPicPr>
                <p:cNvPr id="13" name="Ink 12">
                  <a:extLst>
                    <a:ext uri="{FF2B5EF4-FFF2-40B4-BE49-F238E27FC236}">
                      <a16:creationId xmlns:a16="http://schemas.microsoft.com/office/drawing/2014/main" id="{298978D6-8885-38A8-B295-865960F3CAB1}"/>
                    </a:ext>
                  </a:extLst>
                </p:cNvPr>
                <p:cNvPicPr/>
                <p:nvPr/>
              </p:nvPicPr>
              <p:blipFill>
                <a:blip r:embed="rId17"/>
                <a:stretch>
                  <a:fillRect/>
                </a:stretch>
              </p:blipFill>
              <p:spPr>
                <a:xfrm>
                  <a:off x="7844840" y="3667840"/>
                  <a:ext cx="8640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Ink 13">
                  <a:extLst>
                    <a:ext uri="{FF2B5EF4-FFF2-40B4-BE49-F238E27FC236}">
                      <a16:creationId xmlns:a16="http://schemas.microsoft.com/office/drawing/2014/main" id="{78292405-E715-0E96-82A6-F0CDC4F16733}"/>
                    </a:ext>
                  </a:extLst>
                </p14:cNvPr>
                <p14:cNvContentPartPr/>
                <p14:nvPr/>
              </p14:nvContentPartPr>
              <p14:xfrm>
                <a:off x="7988480" y="3649120"/>
                <a:ext cx="138960" cy="123480"/>
              </p14:xfrm>
            </p:contentPart>
          </mc:Choice>
          <mc:Fallback xmlns="">
            <p:pic>
              <p:nvPicPr>
                <p:cNvPr id="14" name="Ink 13">
                  <a:extLst>
                    <a:ext uri="{FF2B5EF4-FFF2-40B4-BE49-F238E27FC236}">
                      <a16:creationId xmlns:a16="http://schemas.microsoft.com/office/drawing/2014/main" id="{78292405-E715-0E96-82A6-F0CDC4F16733}"/>
                    </a:ext>
                  </a:extLst>
                </p:cNvPr>
                <p:cNvPicPr/>
                <p:nvPr/>
              </p:nvPicPr>
              <p:blipFill>
                <a:blip r:embed="rId19"/>
                <a:stretch>
                  <a:fillRect/>
                </a:stretch>
              </p:blipFill>
              <p:spPr>
                <a:xfrm>
                  <a:off x="7979840" y="3640480"/>
                  <a:ext cx="15660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Ink 14">
                  <a:extLst>
                    <a:ext uri="{FF2B5EF4-FFF2-40B4-BE49-F238E27FC236}">
                      <a16:creationId xmlns:a16="http://schemas.microsoft.com/office/drawing/2014/main" id="{CD3AA9BF-3235-313F-9B69-52C8FCB04EEA}"/>
                    </a:ext>
                  </a:extLst>
                </p14:cNvPr>
                <p14:cNvContentPartPr/>
                <p14:nvPr/>
              </p14:nvContentPartPr>
              <p14:xfrm>
                <a:off x="8149400" y="3545800"/>
                <a:ext cx="105120" cy="172800"/>
              </p14:xfrm>
            </p:contentPart>
          </mc:Choice>
          <mc:Fallback xmlns="">
            <p:pic>
              <p:nvPicPr>
                <p:cNvPr id="15" name="Ink 14">
                  <a:extLst>
                    <a:ext uri="{FF2B5EF4-FFF2-40B4-BE49-F238E27FC236}">
                      <a16:creationId xmlns:a16="http://schemas.microsoft.com/office/drawing/2014/main" id="{CD3AA9BF-3235-313F-9B69-52C8FCB04EEA}"/>
                    </a:ext>
                  </a:extLst>
                </p:cNvPr>
                <p:cNvPicPr/>
                <p:nvPr/>
              </p:nvPicPr>
              <p:blipFill>
                <a:blip r:embed="rId21"/>
                <a:stretch>
                  <a:fillRect/>
                </a:stretch>
              </p:blipFill>
              <p:spPr>
                <a:xfrm>
                  <a:off x="8140400" y="3536800"/>
                  <a:ext cx="12276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 name="Ink 15">
                  <a:extLst>
                    <a:ext uri="{FF2B5EF4-FFF2-40B4-BE49-F238E27FC236}">
                      <a16:creationId xmlns:a16="http://schemas.microsoft.com/office/drawing/2014/main" id="{FC4FFDB4-9A09-4639-0EC4-CD310800A8DF}"/>
                    </a:ext>
                  </a:extLst>
                </p14:cNvPr>
                <p14:cNvContentPartPr/>
                <p14:nvPr/>
              </p14:nvContentPartPr>
              <p14:xfrm>
                <a:off x="8295200" y="3517720"/>
                <a:ext cx="74160" cy="190800"/>
              </p14:xfrm>
            </p:contentPart>
          </mc:Choice>
          <mc:Fallback xmlns="">
            <p:pic>
              <p:nvPicPr>
                <p:cNvPr id="16" name="Ink 15">
                  <a:extLst>
                    <a:ext uri="{FF2B5EF4-FFF2-40B4-BE49-F238E27FC236}">
                      <a16:creationId xmlns:a16="http://schemas.microsoft.com/office/drawing/2014/main" id="{FC4FFDB4-9A09-4639-0EC4-CD310800A8DF}"/>
                    </a:ext>
                  </a:extLst>
                </p:cNvPr>
                <p:cNvPicPr/>
                <p:nvPr/>
              </p:nvPicPr>
              <p:blipFill>
                <a:blip r:embed="rId23"/>
                <a:stretch>
                  <a:fillRect/>
                </a:stretch>
              </p:blipFill>
              <p:spPr>
                <a:xfrm>
                  <a:off x="8286200" y="3509080"/>
                  <a:ext cx="91800" cy="208440"/>
                </a:xfrm>
                <a:prstGeom prst="rect">
                  <a:avLst/>
                </a:prstGeom>
              </p:spPr>
            </p:pic>
          </mc:Fallback>
        </mc:AlternateContent>
      </p:grpSp>
      <p:grpSp>
        <p:nvGrpSpPr>
          <p:cNvPr id="32" name="Group 31">
            <a:extLst>
              <a:ext uri="{FF2B5EF4-FFF2-40B4-BE49-F238E27FC236}">
                <a16:creationId xmlns:a16="http://schemas.microsoft.com/office/drawing/2014/main" id="{2701C38B-3950-E300-0472-DDD94DF45030}"/>
              </a:ext>
            </a:extLst>
          </p:cNvPr>
          <p:cNvGrpSpPr/>
          <p:nvPr/>
        </p:nvGrpSpPr>
        <p:grpSpPr>
          <a:xfrm>
            <a:off x="8103240" y="1798920"/>
            <a:ext cx="3370320" cy="1789560"/>
            <a:chOff x="8103240" y="1798920"/>
            <a:chExt cx="3370320" cy="1789560"/>
          </a:xfrm>
        </p:grpSpPr>
        <p:grpSp>
          <p:nvGrpSpPr>
            <p:cNvPr id="77" name="Group 76">
              <a:extLst>
                <a:ext uri="{FF2B5EF4-FFF2-40B4-BE49-F238E27FC236}">
                  <a16:creationId xmlns:a16="http://schemas.microsoft.com/office/drawing/2014/main" id="{9A71A5E3-9343-A20F-6C1B-64A579D5242A}"/>
                </a:ext>
              </a:extLst>
            </p:cNvPr>
            <p:cNvGrpSpPr/>
            <p:nvPr/>
          </p:nvGrpSpPr>
          <p:grpSpPr>
            <a:xfrm>
              <a:off x="8103240" y="1798920"/>
              <a:ext cx="2648520" cy="1548000"/>
              <a:chOff x="8103240" y="1798920"/>
              <a:chExt cx="2648520" cy="1548000"/>
            </a:xfrm>
          </p:grpSpPr>
          <mc:AlternateContent xmlns:mc="http://schemas.openxmlformats.org/markup-compatibility/2006" xmlns:p14="http://schemas.microsoft.com/office/powerpoint/2010/main">
            <mc:Choice Requires="p14">
              <p:contentPart p14:bwMode="auto" r:id="rId24">
                <p14:nvContentPartPr>
                  <p14:cNvPr id="18" name="Ink 17">
                    <a:extLst>
                      <a:ext uri="{FF2B5EF4-FFF2-40B4-BE49-F238E27FC236}">
                        <a16:creationId xmlns:a16="http://schemas.microsoft.com/office/drawing/2014/main" id="{E9FEAB72-7717-3122-C923-2C826AE06DEB}"/>
                      </a:ext>
                    </a:extLst>
                  </p14:cNvPr>
                  <p14:cNvContentPartPr/>
                  <p14:nvPr/>
                </p14:nvContentPartPr>
                <p14:xfrm>
                  <a:off x="8636040" y="2288160"/>
                  <a:ext cx="118800" cy="240480"/>
                </p14:xfrm>
              </p:contentPart>
            </mc:Choice>
            <mc:Fallback xmlns="">
              <p:pic>
                <p:nvPicPr>
                  <p:cNvPr id="18" name="Ink 17">
                    <a:extLst>
                      <a:ext uri="{FF2B5EF4-FFF2-40B4-BE49-F238E27FC236}">
                        <a16:creationId xmlns:a16="http://schemas.microsoft.com/office/drawing/2014/main" id="{E9FEAB72-7717-3122-C923-2C826AE06DEB}"/>
                      </a:ext>
                    </a:extLst>
                  </p:cNvPr>
                  <p:cNvPicPr/>
                  <p:nvPr/>
                </p:nvPicPr>
                <p:blipFill>
                  <a:blip r:embed="rId25"/>
                  <a:stretch>
                    <a:fillRect/>
                  </a:stretch>
                </p:blipFill>
                <p:spPr>
                  <a:xfrm>
                    <a:off x="8627400" y="2279520"/>
                    <a:ext cx="13644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E32022F2-D0EC-DED2-911B-789E21A5BB55}"/>
                      </a:ext>
                    </a:extLst>
                  </p14:cNvPr>
                  <p14:cNvContentPartPr/>
                  <p14:nvPr/>
                </p14:nvContentPartPr>
                <p14:xfrm>
                  <a:off x="8779680" y="2179440"/>
                  <a:ext cx="154800" cy="286200"/>
                </p14:xfrm>
              </p:contentPart>
            </mc:Choice>
            <mc:Fallback xmlns="">
              <p:pic>
                <p:nvPicPr>
                  <p:cNvPr id="19" name="Ink 18">
                    <a:extLst>
                      <a:ext uri="{FF2B5EF4-FFF2-40B4-BE49-F238E27FC236}">
                        <a16:creationId xmlns:a16="http://schemas.microsoft.com/office/drawing/2014/main" id="{E32022F2-D0EC-DED2-911B-789E21A5BB55}"/>
                      </a:ext>
                    </a:extLst>
                  </p:cNvPr>
                  <p:cNvPicPr/>
                  <p:nvPr/>
                </p:nvPicPr>
                <p:blipFill>
                  <a:blip r:embed="rId27"/>
                  <a:stretch>
                    <a:fillRect/>
                  </a:stretch>
                </p:blipFill>
                <p:spPr>
                  <a:xfrm>
                    <a:off x="8770680" y="2170440"/>
                    <a:ext cx="172440" cy="303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766EDC7E-30DB-C08E-5515-BB4B7999B360}"/>
                      </a:ext>
                    </a:extLst>
                  </p14:cNvPr>
                  <p14:cNvContentPartPr/>
                  <p14:nvPr/>
                </p14:nvContentPartPr>
                <p14:xfrm>
                  <a:off x="8939520" y="2251080"/>
                  <a:ext cx="88200" cy="175320"/>
                </p14:xfrm>
              </p:contentPart>
            </mc:Choice>
            <mc:Fallback xmlns="">
              <p:pic>
                <p:nvPicPr>
                  <p:cNvPr id="20" name="Ink 19">
                    <a:extLst>
                      <a:ext uri="{FF2B5EF4-FFF2-40B4-BE49-F238E27FC236}">
                        <a16:creationId xmlns:a16="http://schemas.microsoft.com/office/drawing/2014/main" id="{766EDC7E-30DB-C08E-5515-BB4B7999B360}"/>
                      </a:ext>
                    </a:extLst>
                  </p:cNvPr>
                  <p:cNvPicPr/>
                  <p:nvPr/>
                </p:nvPicPr>
                <p:blipFill>
                  <a:blip r:embed="rId29"/>
                  <a:stretch>
                    <a:fillRect/>
                  </a:stretch>
                </p:blipFill>
                <p:spPr>
                  <a:xfrm>
                    <a:off x="8930880" y="2242440"/>
                    <a:ext cx="105840" cy="1929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1" name="Ink 20">
                    <a:extLst>
                      <a:ext uri="{FF2B5EF4-FFF2-40B4-BE49-F238E27FC236}">
                        <a16:creationId xmlns:a16="http://schemas.microsoft.com/office/drawing/2014/main" id="{84E5A3EB-EB57-C12C-A28A-587491519116}"/>
                      </a:ext>
                    </a:extLst>
                  </p14:cNvPr>
                  <p14:cNvContentPartPr/>
                  <p14:nvPr/>
                </p14:nvContentPartPr>
                <p14:xfrm>
                  <a:off x="9066600" y="2348640"/>
                  <a:ext cx="69840" cy="110880"/>
                </p14:xfrm>
              </p:contentPart>
            </mc:Choice>
            <mc:Fallback xmlns="">
              <p:pic>
                <p:nvPicPr>
                  <p:cNvPr id="21" name="Ink 20">
                    <a:extLst>
                      <a:ext uri="{FF2B5EF4-FFF2-40B4-BE49-F238E27FC236}">
                        <a16:creationId xmlns:a16="http://schemas.microsoft.com/office/drawing/2014/main" id="{84E5A3EB-EB57-C12C-A28A-587491519116}"/>
                      </a:ext>
                    </a:extLst>
                  </p:cNvPr>
                  <p:cNvPicPr/>
                  <p:nvPr/>
                </p:nvPicPr>
                <p:blipFill>
                  <a:blip r:embed="rId31"/>
                  <a:stretch>
                    <a:fillRect/>
                  </a:stretch>
                </p:blipFill>
                <p:spPr>
                  <a:xfrm>
                    <a:off x="9057600" y="2340000"/>
                    <a:ext cx="8748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2" name="Ink 21">
                    <a:extLst>
                      <a:ext uri="{FF2B5EF4-FFF2-40B4-BE49-F238E27FC236}">
                        <a16:creationId xmlns:a16="http://schemas.microsoft.com/office/drawing/2014/main" id="{85318D68-4083-E360-55A2-73DC8F60847B}"/>
                      </a:ext>
                    </a:extLst>
                  </p14:cNvPr>
                  <p14:cNvContentPartPr/>
                  <p14:nvPr/>
                </p14:nvContentPartPr>
                <p14:xfrm>
                  <a:off x="9105120" y="2199600"/>
                  <a:ext cx="151200" cy="234360"/>
                </p14:xfrm>
              </p:contentPart>
            </mc:Choice>
            <mc:Fallback xmlns="">
              <p:pic>
                <p:nvPicPr>
                  <p:cNvPr id="22" name="Ink 21">
                    <a:extLst>
                      <a:ext uri="{FF2B5EF4-FFF2-40B4-BE49-F238E27FC236}">
                        <a16:creationId xmlns:a16="http://schemas.microsoft.com/office/drawing/2014/main" id="{85318D68-4083-E360-55A2-73DC8F60847B}"/>
                      </a:ext>
                    </a:extLst>
                  </p:cNvPr>
                  <p:cNvPicPr/>
                  <p:nvPr/>
                </p:nvPicPr>
                <p:blipFill>
                  <a:blip r:embed="rId33"/>
                  <a:stretch>
                    <a:fillRect/>
                  </a:stretch>
                </p:blipFill>
                <p:spPr>
                  <a:xfrm>
                    <a:off x="9096120" y="2190960"/>
                    <a:ext cx="16884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3" name="Ink 22">
                    <a:extLst>
                      <a:ext uri="{FF2B5EF4-FFF2-40B4-BE49-F238E27FC236}">
                        <a16:creationId xmlns:a16="http://schemas.microsoft.com/office/drawing/2014/main" id="{FFD25114-1EA5-6CB8-33DA-D2D5590C258C}"/>
                      </a:ext>
                    </a:extLst>
                  </p14:cNvPr>
                  <p14:cNvContentPartPr/>
                  <p14:nvPr/>
                </p14:nvContentPartPr>
                <p14:xfrm>
                  <a:off x="9160560" y="2325240"/>
                  <a:ext cx="96840" cy="62640"/>
                </p14:xfrm>
              </p:contentPart>
            </mc:Choice>
            <mc:Fallback xmlns="">
              <p:pic>
                <p:nvPicPr>
                  <p:cNvPr id="23" name="Ink 22">
                    <a:extLst>
                      <a:ext uri="{FF2B5EF4-FFF2-40B4-BE49-F238E27FC236}">
                        <a16:creationId xmlns:a16="http://schemas.microsoft.com/office/drawing/2014/main" id="{FFD25114-1EA5-6CB8-33DA-D2D5590C258C}"/>
                      </a:ext>
                    </a:extLst>
                  </p:cNvPr>
                  <p:cNvPicPr/>
                  <p:nvPr/>
                </p:nvPicPr>
                <p:blipFill>
                  <a:blip r:embed="rId35"/>
                  <a:stretch>
                    <a:fillRect/>
                  </a:stretch>
                </p:blipFill>
                <p:spPr>
                  <a:xfrm>
                    <a:off x="9151560" y="2316240"/>
                    <a:ext cx="11448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Ink 23">
                    <a:extLst>
                      <a:ext uri="{FF2B5EF4-FFF2-40B4-BE49-F238E27FC236}">
                        <a16:creationId xmlns:a16="http://schemas.microsoft.com/office/drawing/2014/main" id="{7F7FCC61-98EF-9D15-413F-B7104ECF283D}"/>
                      </a:ext>
                    </a:extLst>
                  </p14:cNvPr>
                  <p14:cNvContentPartPr/>
                  <p14:nvPr/>
                </p14:nvContentPartPr>
                <p14:xfrm>
                  <a:off x="9272520" y="2304360"/>
                  <a:ext cx="176040" cy="123480"/>
                </p14:xfrm>
              </p:contentPart>
            </mc:Choice>
            <mc:Fallback xmlns="">
              <p:pic>
                <p:nvPicPr>
                  <p:cNvPr id="24" name="Ink 23">
                    <a:extLst>
                      <a:ext uri="{FF2B5EF4-FFF2-40B4-BE49-F238E27FC236}">
                        <a16:creationId xmlns:a16="http://schemas.microsoft.com/office/drawing/2014/main" id="{7F7FCC61-98EF-9D15-413F-B7104ECF283D}"/>
                      </a:ext>
                    </a:extLst>
                  </p:cNvPr>
                  <p:cNvPicPr/>
                  <p:nvPr/>
                </p:nvPicPr>
                <p:blipFill>
                  <a:blip r:embed="rId37"/>
                  <a:stretch>
                    <a:fillRect/>
                  </a:stretch>
                </p:blipFill>
                <p:spPr>
                  <a:xfrm>
                    <a:off x="9263520" y="2295360"/>
                    <a:ext cx="19368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5" name="Ink 24">
                    <a:extLst>
                      <a:ext uri="{FF2B5EF4-FFF2-40B4-BE49-F238E27FC236}">
                        <a16:creationId xmlns:a16="http://schemas.microsoft.com/office/drawing/2014/main" id="{DBA5E1A0-32C3-3A10-4745-BF38838C038F}"/>
                      </a:ext>
                    </a:extLst>
                  </p14:cNvPr>
                  <p14:cNvContentPartPr/>
                  <p14:nvPr/>
                </p14:nvContentPartPr>
                <p14:xfrm>
                  <a:off x="9592200" y="2172960"/>
                  <a:ext cx="127080" cy="216720"/>
                </p14:xfrm>
              </p:contentPart>
            </mc:Choice>
            <mc:Fallback xmlns="">
              <p:pic>
                <p:nvPicPr>
                  <p:cNvPr id="25" name="Ink 24">
                    <a:extLst>
                      <a:ext uri="{FF2B5EF4-FFF2-40B4-BE49-F238E27FC236}">
                        <a16:creationId xmlns:a16="http://schemas.microsoft.com/office/drawing/2014/main" id="{DBA5E1A0-32C3-3A10-4745-BF38838C038F}"/>
                      </a:ext>
                    </a:extLst>
                  </p:cNvPr>
                  <p:cNvPicPr/>
                  <p:nvPr/>
                </p:nvPicPr>
                <p:blipFill>
                  <a:blip r:embed="rId39"/>
                  <a:stretch>
                    <a:fillRect/>
                  </a:stretch>
                </p:blipFill>
                <p:spPr>
                  <a:xfrm>
                    <a:off x="9583560" y="2163960"/>
                    <a:ext cx="14472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6" name="Ink 25">
                    <a:extLst>
                      <a:ext uri="{FF2B5EF4-FFF2-40B4-BE49-F238E27FC236}">
                        <a16:creationId xmlns:a16="http://schemas.microsoft.com/office/drawing/2014/main" id="{5C42C751-3565-5A4C-0D56-91714751184A}"/>
                      </a:ext>
                    </a:extLst>
                  </p14:cNvPr>
                  <p14:cNvContentPartPr/>
                  <p14:nvPr/>
                </p14:nvContentPartPr>
                <p14:xfrm>
                  <a:off x="9736560" y="2174760"/>
                  <a:ext cx="37440" cy="183600"/>
                </p14:xfrm>
              </p:contentPart>
            </mc:Choice>
            <mc:Fallback xmlns="">
              <p:pic>
                <p:nvPicPr>
                  <p:cNvPr id="26" name="Ink 25">
                    <a:extLst>
                      <a:ext uri="{FF2B5EF4-FFF2-40B4-BE49-F238E27FC236}">
                        <a16:creationId xmlns:a16="http://schemas.microsoft.com/office/drawing/2014/main" id="{5C42C751-3565-5A4C-0D56-91714751184A}"/>
                      </a:ext>
                    </a:extLst>
                  </p:cNvPr>
                  <p:cNvPicPr/>
                  <p:nvPr/>
                </p:nvPicPr>
                <p:blipFill>
                  <a:blip r:embed="rId41"/>
                  <a:stretch>
                    <a:fillRect/>
                  </a:stretch>
                </p:blipFill>
                <p:spPr>
                  <a:xfrm>
                    <a:off x="9727560" y="2166120"/>
                    <a:ext cx="55080" cy="2012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7" name="Ink 26">
                    <a:extLst>
                      <a:ext uri="{FF2B5EF4-FFF2-40B4-BE49-F238E27FC236}">
                        <a16:creationId xmlns:a16="http://schemas.microsoft.com/office/drawing/2014/main" id="{D37AF009-D7B9-49A7-945B-3887DCC9D814}"/>
                      </a:ext>
                    </a:extLst>
                  </p14:cNvPr>
                  <p14:cNvContentPartPr/>
                  <p14:nvPr/>
                </p14:nvContentPartPr>
                <p14:xfrm>
                  <a:off x="9817560" y="2154600"/>
                  <a:ext cx="106920" cy="201240"/>
                </p14:xfrm>
              </p:contentPart>
            </mc:Choice>
            <mc:Fallback xmlns="">
              <p:pic>
                <p:nvPicPr>
                  <p:cNvPr id="27" name="Ink 26">
                    <a:extLst>
                      <a:ext uri="{FF2B5EF4-FFF2-40B4-BE49-F238E27FC236}">
                        <a16:creationId xmlns:a16="http://schemas.microsoft.com/office/drawing/2014/main" id="{D37AF009-D7B9-49A7-945B-3887DCC9D814}"/>
                      </a:ext>
                    </a:extLst>
                  </p:cNvPr>
                  <p:cNvPicPr/>
                  <p:nvPr/>
                </p:nvPicPr>
                <p:blipFill>
                  <a:blip r:embed="rId43"/>
                  <a:stretch>
                    <a:fillRect/>
                  </a:stretch>
                </p:blipFill>
                <p:spPr>
                  <a:xfrm>
                    <a:off x="9808560" y="2145600"/>
                    <a:ext cx="12456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8" name="Ink 27">
                    <a:extLst>
                      <a:ext uri="{FF2B5EF4-FFF2-40B4-BE49-F238E27FC236}">
                        <a16:creationId xmlns:a16="http://schemas.microsoft.com/office/drawing/2014/main" id="{2789EA94-BD3D-6C44-FCA6-246D48C1C47E}"/>
                      </a:ext>
                    </a:extLst>
                  </p14:cNvPr>
                  <p14:cNvContentPartPr/>
                  <p14:nvPr/>
                </p14:nvContentPartPr>
                <p14:xfrm>
                  <a:off x="9952920" y="2247120"/>
                  <a:ext cx="76680" cy="95040"/>
                </p14:xfrm>
              </p:contentPart>
            </mc:Choice>
            <mc:Fallback xmlns="">
              <p:pic>
                <p:nvPicPr>
                  <p:cNvPr id="28" name="Ink 27">
                    <a:extLst>
                      <a:ext uri="{FF2B5EF4-FFF2-40B4-BE49-F238E27FC236}">
                        <a16:creationId xmlns:a16="http://schemas.microsoft.com/office/drawing/2014/main" id="{2789EA94-BD3D-6C44-FCA6-246D48C1C47E}"/>
                      </a:ext>
                    </a:extLst>
                  </p:cNvPr>
                  <p:cNvPicPr/>
                  <p:nvPr/>
                </p:nvPicPr>
                <p:blipFill>
                  <a:blip r:embed="rId45"/>
                  <a:stretch>
                    <a:fillRect/>
                  </a:stretch>
                </p:blipFill>
                <p:spPr>
                  <a:xfrm>
                    <a:off x="9943920" y="2238480"/>
                    <a:ext cx="943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9" name="Ink 28">
                    <a:extLst>
                      <a:ext uri="{FF2B5EF4-FFF2-40B4-BE49-F238E27FC236}">
                        <a16:creationId xmlns:a16="http://schemas.microsoft.com/office/drawing/2014/main" id="{F053BED0-2D4B-1D57-6122-888AD946A780}"/>
                      </a:ext>
                    </a:extLst>
                  </p14:cNvPr>
                  <p14:cNvContentPartPr/>
                  <p14:nvPr/>
                </p14:nvContentPartPr>
                <p14:xfrm>
                  <a:off x="10009080" y="2077200"/>
                  <a:ext cx="68040" cy="230040"/>
                </p14:xfrm>
              </p:contentPart>
            </mc:Choice>
            <mc:Fallback xmlns="">
              <p:pic>
                <p:nvPicPr>
                  <p:cNvPr id="29" name="Ink 28">
                    <a:extLst>
                      <a:ext uri="{FF2B5EF4-FFF2-40B4-BE49-F238E27FC236}">
                        <a16:creationId xmlns:a16="http://schemas.microsoft.com/office/drawing/2014/main" id="{F053BED0-2D4B-1D57-6122-888AD946A780}"/>
                      </a:ext>
                    </a:extLst>
                  </p:cNvPr>
                  <p:cNvPicPr/>
                  <p:nvPr/>
                </p:nvPicPr>
                <p:blipFill>
                  <a:blip r:embed="rId47"/>
                  <a:stretch>
                    <a:fillRect/>
                  </a:stretch>
                </p:blipFill>
                <p:spPr>
                  <a:xfrm>
                    <a:off x="10000080" y="2068200"/>
                    <a:ext cx="8568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6340EE97-0678-C6FE-32C2-42DFE4FA280D}"/>
                      </a:ext>
                    </a:extLst>
                  </p14:cNvPr>
                  <p14:cNvContentPartPr/>
                  <p14:nvPr/>
                </p14:nvContentPartPr>
                <p14:xfrm>
                  <a:off x="10136160" y="2224080"/>
                  <a:ext cx="70200" cy="88920"/>
                </p14:xfrm>
              </p:contentPart>
            </mc:Choice>
            <mc:Fallback xmlns="">
              <p:pic>
                <p:nvPicPr>
                  <p:cNvPr id="30" name="Ink 29">
                    <a:extLst>
                      <a:ext uri="{FF2B5EF4-FFF2-40B4-BE49-F238E27FC236}">
                        <a16:creationId xmlns:a16="http://schemas.microsoft.com/office/drawing/2014/main" id="{6340EE97-0678-C6FE-32C2-42DFE4FA280D}"/>
                      </a:ext>
                    </a:extLst>
                  </p:cNvPr>
                  <p:cNvPicPr/>
                  <p:nvPr/>
                </p:nvPicPr>
                <p:blipFill>
                  <a:blip r:embed="rId49"/>
                  <a:stretch>
                    <a:fillRect/>
                  </a:stretch>
                </p:blipFill>
                <p:spPr>
                  <a:xfrm>
                    <a:off x="10127520" y="2215440"/>
                    <a:ext cx="87840" cy="1065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680F43AB-AB66-7020-D4D7-C46D70EE0AE6}"/>
                      </a:ext>
                    </a:extLst>
                  </p14:cNvPr>
                  <p14:cNvContentPartPr/>
                  <p14:nvPr/>
                </p14:nvContentPartPr>
                <p14:xfrm>
                  <a:off x="10241280" y="2171520"/>
                  <a:ext cx="2520" cy="45000"/>
                </p14:xfrm>
              </p:contentPart>
            </mc:Choice>
            <mc:Fallback xmlns="">
              <p:pic>
                <p:nvPicPr>
                  <p:cNvPr id="31" name="Ink 30">
                    <a:extLst>
                      <a:ext uri="{FF2B5EF4-FFF2-40B4-BE49-F238E27FC236}">
                        <a16:creationId xmlns:a16="http://schemas.microsoft.com/office/drawing/2014/main" id="{680F43AB-AB66-7020-D4D7-C46D70EE0AE6}"/>
                      </a:ext>
                    </a:extLst>
                  </p:cNvPr>
                  <p:cNvPicPr/>
                  <p:nvPr/>
                </p:nvPicPr>
                <p:blipFill>
                  <a:blip r:embed="rId51"/>
                  <a:stretch>
                    <a:fillRect/>
                  </a:stretch>
                </p:blipFill>
                <p:spPr>
                  <a:xfrm>
                    <a:off x="10232640" y="2162520"/>
                    <a:ext cx="20160" cy="626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4" name="Ink 33">
                    <a:extLst>
                      <a:ext uri="{FF2B5EF4-FFF2-40B4-BE49-F238E27FC236}">
                        <a16:creationId xmlns:a16="http://schemas.microsoft.com/office/drawing/2014/main" id="{B57BC0DC-52B4-415A-AEE5-9B960D5F096E}"/>
                      </a:ext>
                    </a:extLst>
                  </p14:cNvPr>
                  <p14:cNvContentPartPr/>
                  <p14:nvPr/>
                </p14:nvContentPartPr>
                <p14:xfrm>
                  <a:off x="8803440" y="2643120"/>
                  <a:ext cx="96480" cy="172440"/>
                </p14:xfrm>
              </p:contentPart>
            </mc:Choice>
            <mc:Fallback xmlns="">
              <p:pic>
                <p:nvPicPr>
                  <p:cNvPr id="34" name="Ink 33">
                    <a:extLst>
                      <a:ext uri="{FF2B5EF4-FFF2-40B4-BE49-F238E27FC236}">
                        <a16:creationId xmlns:a16="http://schemas.microsoft.com/office/drawing/2014/main" id="{B57BC0DC-52B4-415A-AEE5-9B960D5F096E}"/>
                      </a:ext>
                    </a:extLst>
                  </p:cNvPr>
                  <p:cNvPicPr/>
                  <p:nvPr/>
                </p:nvPicPr>
                <p:blipFill>
                  <a:blip r:embed="rId53"/>
                  <a:stretch>
                    <a:fillRect/>
                  </a:stretch>
                </p:blipFill>
                <p:spPr>
                  <a:xfrm>
                    <a:off x="8794440" y="2634480"/>
                    <a:ext cx="1141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5" name="Ink 34">
                    <a:extLst>
                      <a:ext uri="{FF2B5EF4-FFF2-40B4-BE49-F238E27FC236}">
                        <a16:creationId xmlns:a16="http://schemas.microsoft.com/office/drawing/2014/main" id="{DA9F5B26-D5AB-3FB7-A318-DAD530C6EC95}"/>
                      </a:ext>
                    </a:extLst>
                  </p14:cNvPr>
                  <p14:cNvContentPartPr/>
                  <p14:nvPr/>
                </p14:nvContentPartPr>
                <p14:xfrm>
                  <a:off x="8820720" y="2756520"/>
                  <a:ext cx="49320" cy="2880"/>
                </p14:xfrm>
              </p:contentPart>
            </mc:Choice>
            <mc:Fallback xmlns="">
              <p:pic>
                <p:nvPicPr>
                  <p:cNvPr id="35" name="Ink 34">
                    <a:extLst>
                      <a:ext uri="{FF2B5EF4-FFF2-40B4-BE49-F238E27FC236}">
                        <a16:creationId xmlns:a16="http://schemas.microsoft.com/office/drawing/2014/main" id="{DA9F5B26-D5AB-3FB7-A318-DAD530C6EC95}"/>
                      </a:ext>
                    </a:extLst>
                  </p:cNvPr>
                  <p:cNvPicPr/>
                  <p:nvPr/>
                </p:nvPicPr>
                <p:blipFill>
                  <a:blip r:embed="rId55"/>
                  <a:stretch>
                    <a:fillRect/>
                  </a:stretch>
                </p:blipFill>
                <p:spPr>
                  <a:xfrm>
                    <a:off x="8812080" y="2747520"/>
                    <a:ext cx="66960" cy="205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6" name="Ink 35">
                    <a:extLst>
                      <a:ext uri="{FF2B5EF4-FFF2-40B4-BE49-F238E27FC236}">
                        <a16:creationId xmlns:a16="http://schemas.microsoft.com/office/drawing/2014/main" id="{70A4F23D-E9BB-9C77-CF28-3C517BA04F7F}"/>
                      </a:ext>
                    </a:extLst>
                  </p14:cNvPr>
                  <p14:cNvContentPartPr/>
                  <p14:nvPr/>
                </p14:nvContentPartPr>
                <p14:xfrm>
                  <a:off x="8949600" y="2681640"/>
                  <a:ext cx="148320" cy="89280"/>
                </p14:xfrm>
              </p:contentPart>
            </mc:Choice>
            <mc:Fallback xmlns="">
              <p:pic>
                <p:nvPicPr>
                  <p:cNvPr id="36" name="Ink 35">
                    <a:extLst>
                      <a:ext uri="{FF2B5EF4-FFF2-40B4-BE49-F238E27FC236}">
                        <a16:creationId xmlns:a16="http://schemas.microsoft.com/office/drawing/2014/main" id="{70A4F23D-E9BB-9C77-CF28-3C517BA04F7F}"/>
                      </a:ext>
                    </a:extLst>
                  </p:cNvPr>
                  <p:cNvPicPr/>
                  <p:nvPr/>
                </p:nvPicPr>
                <p:blipFill>
                  <a:blip r:embed="rId57"/>
                  <a:stretch>
                    <a:fillRect/>
                  </a:stretch>
                </p:blipFill>
                <p:spPr>
                  <a:xfrm>
                    <a:off x="8940600" y="2673000"/>
                    <a:ext cx="16596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7" name="Ink 36">
                    <a:extLst>
                      <a:ext uri="{FF2B5EF4-FFF2-40B4-BE49-F238E27FC236}">
                        <a16:creationId xmlns:a16="http://schemas.microsoft.com/office/drawing/2014/main" id="{B0D19F79-879E-721F-7203-3F79C175D846}"/>
                      </a:ext>
                    </a:extLst>
                  </p14:cNvPr>
                  <p14:cNvContentPartPr/>
                  <p14:nvPr/>
                </p14:nvContentPartPr>
                <p14:xfrm>
                  <a:off x="9103680" y="2662200"/>
                  <a:ext cx="85320" cy="69480"/>
                </p14:xfrm>
              </p:contentPart>
            </mc:Choice>
            <mc:Fallback xmlns="">
              <p:pic>
                <p:nvPicPr>
                  <p:cNvPr id="37" name="Ink 36">
                    <a:extLst>
                      <a:ext uri="{FF2B5EF4-FFF2-40B4-BE49-F238E27FC236}">
                        <a16:creationId xmlns:a16="http://schemas.microsoft.com/office/drawing/2014/main" id="{B0D19F79-879E-721F-7203-3F79C175D846}"/>
                      </a:ext>
                    </a:extLst>
                  </p:cNvPr>
                  <p:cNvPicPr/>
                  <p:nvPr/>
                </p:nvPicPr>
                <p:blipFill>
                  <a:blip r:embed="rId59"/>
                  <a:stretch>
                    <a:fillRect/>
                  </a:stretch>
                </p:blipFill>
                <p:spPr>
                  <a:xfrm>
                    <a:off x="9094680" y="2653200"/>
                    <a:ext cx="10296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8" name="Ink 37">
                    <a:extLst>
                      <a:ext uri="{FF2B5EF4-FFF2-40B4-BE49-F238E27FC236}">
                        <a16:creationId xmlns:a16="http://schemas.microsoft.com/office/drawing/2014/main" id="{D5C8EB19-4C92-9CFE-C968-2D89E6DA8790}"/>
                      </a:ext>
                    </a:extLst>
                  </p14:cNvPr>
                  <p14:cNvContentPartPr/>
                  <p14:nvPr/>
                </p14:nvContentPartPr>
                <p14:xfrm>
                  <a:off x="9211680" y="2531880"/>
                  <a:ext cx="113400" cy="204840"/>
                </p14:xfrm>
              </p:contentPart>
            </mc:Choice>
            <mc:Fallback xmlns="">
              <p:pic>
                <p:nvPicPr>
                  <p:cNvPr id="38" name="Ink 37">
                    <a:extLst>
                      <a:ext uri="{FF2B5EF4-FFF2-40B4-BE49-F238E27FC236}">
                        <a16:creationId xmlns:a16="http://schemas.microsoft.com/office/drawing/2014/main" id="{D5C8EB19-4C92-9CFE-C968-2D89E6DA8790}"/>
                      </a:ext>
                    </a:extLst>
                  </p:cNvPr>
                  <p:cNvPicPr/>
                  <p:nvPr/>
                </p:nvPicPr>
                <p:blipFill>
                  <a:blip r:embed="rId61"/>
                  <a:stretch>
                    <a:fillRect/>
                  </a:stretch>
                </p:blipFill>
                <p:spPr>
                  <a:xfrm>
                    <a:off x="9202680" y="2523240"/>
                    <a:ext cx="13104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9" name="Ink 38">
                    <a:extLst>
                      <a:ext uri="{FF2B5EF4-FFF2-40B4-BE49-F238E27FC236}">
                        <a16:creationId xmlns:a16="http://schemas.microsoft.com/office/drawing/2014/main" id="{046FAAAC-2DB6-D8FE-0824-BD464E33369D}"/>
                      </a:ext>
                    </a:extLst>
                  </p14:cNvPr>
                  <p14:cNvContentPartPr/>
                  <p14:nvPr/>
                </p14:nvContentPartPr>
                <p14:xfrm>
                  <a:off x="9265680" y="2639520"/>
                  <a:ext cx="128520" cy="32040"/>
                </p14:xfrm>
              </p:contentPart>
            </mc:Choice>
            <mc:Fallback xmlns="">
              <p:pic>
                <p:nvPicPr>
                  <p:cNvPr id="39" name="Ink 38">
                    <a:extLst>
                      <a:ext uri="{FF2B5EF4-FFF2-40B4-BE49-F238E27FC236}">
                        <a16:creationId xmlns:a16="http://schemas.microsoft.com/office/drawing/2014/main" id="{046FAAAC-2DB6-D8FE-0824-BD464E33369D}"/>
                      </a:ext>
                    </a:extLst>
                  </p:cNvPr>
                  <p:cNvPicPr/>
                  <p:nvPr/>
                </p:nvPicPr>
                <p:blipFill>
                  <a:blip r:embed="rId63"/>
                  <a:stretch>
                    <a:fillRect/>
                  </a:stretch>
                </p:blipFill>
                <p:spPr>
                  <a:xfrm>
                    <a:off x="9256680" y="2630880"/>
                    <a:ext cx="14616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0" name="Ink 39">
                    <a:extLst>
                      <a:ext uri="{FF2B5EF4-FFF2-40B4-BE49-F238E27FC236}">
                        <a16:creationId xmlns:a16="http://schemas.microsoft.com/office/drawing/2014/main" id="{93F4DE59-882D-2557-CC01-6853CEEE8550}"/>
                      </a:ext>
                    </a:extLst>
                  </p14:cNvPr>
                  <p14:cNvContentPartPr/>
                  <p14:nvPr/>
                </p14:nvContentPartPr>
                <p14:xfrm>
                  <a:off x="9309240" y="2482920"/>
                  <a:ext cx="244080" cy="156240"/>
                </p14:xfrm>
              </p:contentPart>
            </mc:Choice>
            <mc:Fallback xmlns="">
              <p:pic>
                <p:nvPicPr>
                  <p:cNvPr id="40" name="Ink 39">
                    <a:extLst>
                      <a:ext uri="{FF2B5EF4-FFF2-40B4-BE49-F238E27FC236}">
                        <a16:creationId xmlns:a16="http://schemas.microsoft.com/office/drawing/2014/main" id="{93F4DE59-882D-2557-CC01-6853CEEE8550}"/>
                      </a:ext>
                    </a:extLst>
                  </p:cNvPr>
                  <p:cNvPicPr/>
                  <p:nvPr/>
                </p:nvPicPr>
                <p:blipFill>
                  <a:blip r:embed="rId65"/>
                  <a:stretch>
                    <a:fillRect/>
                  </a:stretch>
                </p:blipFill>
                <p:spPr>
                  <a:xfrm>
                    <a:off x="9300240" y="2473920"/>
                    <a:ext cx="26172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1" name="Ink 40">
                    <a:extLst>
                      <a:ext uri="{FF2B5EF4-FFF2-40B4-BE49-F238E27FC236}">
                        <a16:creationId xmlns:a16="http://schemas.microsoft.com/office/drawing/2014/main" id="{6BA13FBD-E9F7-AB74-4831-32047238E96E}"/>
                      </a:ext>
                    </a:extLst>
                  </p14:cNvPr>
                  <p14:cNvContentPartPr/>
                  <p14:nvPr/>
                </p14:nvContentPartPr>
                <p14:xfrm>
                  <a:off x="9722880" y="2640960"/>
                  <a:ext cx="10080" cy="79560"/>
                </p14:xfrm>
              </p:contentPart>
            </mc:Choice>
            <mc:Fallback xmlns="">
              <p:pic>
                <p:nvPicPr>
                  <p:cNvPr id="41" name="Ink 40">
                    <a:extLst>
                      <a:ext uri="{FF2B5EF4-FFF2-40B4-BE49-F238E27FC236}">
                        <a16:creationId xmlns:a16="http://schemas.microsoft.com/office/drawing/2014/main" id="{6BA13FBD-E9F7-AB74-4831-32047238E96E}"/>
                      </a:ext>
                    </a:extLst>
                  </p:cNvPr>
                  <p:cNvPicPr/>
                  <p:nvPr/>
                </p:nvPicPr>
                <p:blipFill>
                  <a:blip r:embed="rId67"/>
                  <a:stretch>
                    <a:fillRect/>
                  </a:stretch>
                </p:blipFill>
                <p:spPr>
                  <a:xfrm>
                    <a:off x="9713880" y="2631960"/>
                    <a:ext cx="277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2" name="Ink 41">
                    <a:extLst>
                      <a:ext uri="{FF2B5EF4-FFF2-40B4-BE49-F238E27FC236}">
                        <a16:creationId xmlns:a16="http://schemas.microsoft.com/office/drawing/2014/main" id="{DA14B1D4-47B0-316F-C657-EBB008E5FE27}"/>
                      </a:ext>
                    </a:extLst>
                  </p14:cNvPr>
                  <p14:cNvContentPartPr/>
                  <p14:nvPr/>
                </p14:nvContentPartPr>
                <p14:xfrm>
                  <a:off x="9823680" y="2484720"/>
                  <a:ext cx="74880" cy="182880"/>
                </p14:xfrm>
              </p:contentPart>
            </mc:Choice>
            <mc:Fallback xmlns="">
              <p:pic>
                <p:nvPicPr>
                  <p:cNvPr id="42" name="Ink 41">
                    <a:extLst>
                      <a:ext uri="{FF2B5EF4-FFF2-40B4-BE49-F238E27FC236}">
                        <a16:creationId xmlns:a16="http://schemas.microsoft.com/office/drawing/2014/main" id="{DA14B1D4-47B0-316F-C657-EBB008E5FE27}"/>
                      </a:ext>
                    </a:extLst>
                  </p:cNvPr>
                  <p:cNvPicPr/>
                  <p:nvPr/>
                </p:nvPicPr>
                <p:blipFill>
                  <a:blip r:embed="rId69"/>
                  <a:stretch>
                    <a:fillRect/>
                  </a:stretch>
                </p:blipFill>
                <p:spPr>
                  <a:xfrm>
                    <a:off x="9815040" y="2476080"/>
                    <a:ext cx="9252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3" name="Ink 42">
                    <a:extLst>
                      <a:ext uri="{FF2B5EF4-FFF2-40B4-BE49-F238E27FC236}">
                        <a16:creationId xmlns:a16="http://schemas.microsoft.com/office/drawing/2014/main" id="{D3D5BDAE-CBD4-87FD-87C5-8B33A4C18E6F}"/>
                      </a:ext>
                    </a:extLst>
                  </p14:cNvPr>
                  <p14:cNvContentPartPr/>
                  <p14:nvPr/>
                </p14:nvContentPartPr>
                <p14:xfrm>
                  <a:off x="9978480" y="2521440"/>
                  <a:ext cx="172080" cy="102960"/>
                </p14:xfrm>
              </p:contentPart>
            </mc:Choice>
            <mc:Fallback xmlns="">
              <p:pic>
                <p:nvPicPr>
                  <p:cNvPr id="43" name="Ink 42">
                    <a:extLst>
                      <a:ext uri="{FF2B5EF4-FFF2-40B4-BE49-F238E27FC236}">
                        <a16:creationId xmlns:a16="http://schemas.microsoft.com/office/drawing/2014/main" id="{D3D5BDAE-CBD4-87FD-87C5-8B33A4C18E6F}"/>
                      </a:ext>
                    </a:extLst>
                  </p:cNvPr>
                  <p:cNvPicPr/>
                  <p:nvPr/>
                </p:nvPicPr>
                <p:blipFill>
                  <a:blip r:embed="rId71"/>
                  <a:stretch>
                    <a:fillRect/>
                  </a:stretch>
                </p:blipFill>
                <p:spPr>
                  <a:xfrm>
                    <a:off x="9969840" y="2512800"/>
                    <a:ext cx="1897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4" name="Ink 43">
                    <a:extLst>
                      <a:ext uri="{FF2B5EF4-FFF2-40B4-BE49-F238E27FC236}">
                        <a16:creationId xmlns:a16="http://schemas.microsoft.com/office/drawing/2014/main" id="{D702AC18-99A2-CD92-E51F-E7E4D68A53F8}"/>
                      </a:ext>
                    </a:extLst>
                  </p14:cNvPr>
                  <p14:cNvContentPartPr/>
                  <p14:nvPr/>
                </p14:nvContentPartPr>
                <p14:xfrm>
                  <a:off x="10182600" y="2523240"/>
                  <a:ext cx="75960" cy="109080"/>
                </p14:xfrm>
              </p:contentPart>
            </mc:Choice>
            <mc:Fallback xmlns="">
              <p:pic>
                <p:nvPicPr>
                  <p:cNvPr id="44" name="Ink 43">
                    <a:extLst>
                      <a:ext uri="{FF2B5EF4-FFF2-40B4-BE49-F238E27FC236}">
                        <a16:creationId xmlns:a16="http://schemas.microsoft.com/office/drawing/2014/main" id="{D702AC18-99A2-CD92-E51F-E7E4D68A53F8}"/>
                      </a:ext>
                    </a:extLst>
                  </p:cNvPr>
                  <p:cNvPicPr/>
                  <p:nvPr/>
                </p:nvPicPr>
                <p:blipFill>
                  <a:blip r:embed="rId73"/>
                  <a:stretch>
                    <a:fillRect/>
                  </a:stretch>
                </p:blipFill>
                <p:spPr>
                  <a:xfrm>
                    <a:off x="10173960" y="2514600"/>
                    <a:ext cx="9360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Ink 44">
                    <a:extLst>
                      <a:ext uri="{FF2B5EF4-FFF2-40B4-BE49-F238E27FC236}">
                        <a16:creationId xmlns:a16="http://schemas.microsoft.com/office/drawing/2014/main" id="{4C4253AB-6DB5-2593-17B5-9D2E0B64B3EC}"/>
                      </a:ext>
                    </a:extLst>
                  </p14:cNvPr>
                  <p14:cNvContentPartPr/>
                  <p14:nvPr/>
                </p14:nvContentPartPr>
                <p14:xfrm>
                  <a:off x="10153800" y="2396880"/>
                  <a:ext cx="216000" cy="157680"/>
                </p14:xfrm>
              </p:contentPart>
            </mc:Choice>
            <mc:Fallback xmlns="">
              <p:pic>
                <p:nvPicPr>
                  <p:cNvPr id="45" name="Ink 44">
                    <a:extLst>
                      <a:ext uri="{FF2B5EF4-FFF2-40B4-BE49-F238E27FC236}">
                        <a16:creationId xmlns:a16="http://schemas.microsoft.com/office/drawing/2014/main" id="{4C4253AB-6DB5-2593-17B5-9D2E0B64B3EC}"/>
                      </a:ext>
                    </a:extLst>
                  </p:cNvPr>
                  <p:cNvPicPr/>
                  <p:nvPr/>
                </p:nvPicPr>
                <p:blipFill>
                  <a:blip r:embed="rId75"/>
                  <a:stretch>
                    <a:fillRect/>
                  </a:stretch>
                </p:blipFill>
                <p:spPr>
                  <a:xfrm>
                    <a:off x="10144800" y="2388240"/>
                    <a:ext cx="23364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7" name="Ink 46">
                    <a:extLst>
                      <a:ext uri="{FF2B5EF4-FFF2-40B4-BE49-F238E27FC236}">
                        <a16:creationId xmlns:a16="http://schemas.microsoft.com/office/drawing/2014/main" id="{66BB646B-8BD4-4BB5-EA47-C6E40EA012C7}"/>
                      </a:ext>
                    </a:extLst>
                  </p14:cNvPr>
                  <p14:cNvContentPartPr/>
                  <p14:nvPr/>
                </p14:nvContentPartPr>
                <p14:xfrm>
                  <a:off x="10449360" y="2580480"/>
                  <a:ext cx="36000" cy="71640"/>
                </p14:xfrm>
              </p:contentPart>
            </mc:Choice>
            <mc:Fallback xmlns="">
              <p:pic>
                <p:nvPicPr>
                  <p:cNvPr id="47" name="Ink 46">
                    <a:extLst>
                      <a:ext uri="{FF2B5EF4-FFF2-40B4-BE49-F238E27FC236}">
                        <a16:creationId xmlns:a16="http://schemas.microsoft.com/office/drawing/2014/main" id="{66BB646B-8BD4-4BB5-EA47-C6E40EA012C7}"/>
                      </a:ext>
                    </a:extLst>
                  </p:cNvPr>
                  <p:cNvPicPr/>
                  <p:nvPr/>
                </p:nvPicPr>
                <p:blipFill>
                  <a:blip r:embed="rId77"/>
                  <a:stretch>
                    <a:fillRect/>
                  </a:stretch>
                </p:blipFill>
                <p:spPr>
                  <a:xfrm>
                    <a:off x="10440360" y="2571840"/>
                    <a:ext cx="5364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9" name="Ink 48">
                    <a:extLst>
                      <a:ext uri="{FF2B5EF4-FFF2-40B4-BE49-F238E27FC236}">
                        <a16:creationId xmlns:a16="http://schemas.microsoft.com/office/drawing/2014/main" id="{8075F404-A950-0BC5-A086-F03AF8CAB378}"/>
                      </a:ext>
                    </a:extLst>
                  </p14:cNvPr>
                  <p14:cNvContentPartPr/>
                  <p14:nvPr/>
                </p14:nvContentPartPr>
                <p14:xfrm>
                  <a:off x="9020520" y="2921760"/>
                  <a:ext cx="114480" cy="118080"/>
                </p14:xfrm>
              </p:contentPart>
            </mc:Choice>
            <mc:Fallback xmlns="">
              <p:pic>
                <p:nvPicPr>
                  <p:cNvPr id="49" name="Ink 48">
                    <a:extLst>
                      <a:ext uri="{FF2B5EF4-FFF2-40B4-BE49-F238E27FC236}">
                        <a16:creationId xmlns:a16="http://schemas.microsoft.com/office/drawing/2014/main" id="{8075F404-A950-0BC5-A086-F03AF8CAB378}"/>
                      </a:ext>
                    </a:extLst>
                  </p:cNvPr>
                  <p:cNvPicPr/>
                  <p:nvPr/>
                </p:nvPicPr>
                <p:blipFill>
                  <a:blip r:embed="rId79"/>
                  <a:stretch>
                    <a:fillRect/>
                  </a:stretch>
                </p:blipFill>
                <p:spPr>
                  <a:xfrm>
                    <a:off x="9011520" y="2913120"/>
                    <a:ext cx="13212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0" name="Ink 49">
                    <a:extLst>
                      <a:ext uri="{FF2B5EF4-FFF2-40B4-BE49-F238E27FC236}">
                        <a16:creationId xmlns:a16="http://schemas.microsoft.com/office/drawing/2014/main" id="{A4748E1C-F0D7-994C-F23C-8A62821C6E0C}"/>
                      </a:ext>
                    </a:extLst>
                  </p14:cNvPr>
                  <p14:cNvContentPartPr/>
                  <p14:nvPr/>
                </p14:nvContentPartPr>
                <p14:xfrm>
                  <a:off x="9181080" y="2929320"/>
                  <a:ext cx="64800" cy="150480"/>
                </p14:xfrm>
              </p:contentPart>
            </mc:Choice>
            <mc:Fallback xmlns="">
              <p:pic>
                <p:nvPicPr>
                  <p:cNvPr id="50" name="Ink 49">
                    <a:extLst>
                      <a:ext uri="{FF2B5EF4-FFF2-40B4-BE49-F238E27FC236}">
                        <a16:creationId xmlns:a16="http://schemas.microsoft.com/office/drawing/2014/main" id="{A4748E1C-F0D7-994C-F23C-8A62821C6E0C}"/>
                      </a:ext>
                    </a:extLst>
                  </p:cNvPr>
                  <p:cNvPicPr/>
                  <p:nvPr/>
                </p:nvPicPr>
                <p:blipFill>
                  <a:blip r:embed="rId81"/>
                  <a:stretch>
                    <a:fillRect/>
                  </a:stretch>
                </p:blipFill>
                <p:spPr>
                  <a:xfrm>
                    <a:off x="9172080" y="2920680"/>
                    <a:ext cx="82440" cy="1681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51" name="Ink 50">
                    <a:extLst>
                      <a:ext uri="{FF2B5EF4-FFF2-40B4-BE49-F238E27FC236}">
                        <a16:creationId xmlns:a16="http://schemas.microsoft.com/office/drawing/2014/main" id="{17F07E6E-21B0-556B-EC78-4E565A512188}"/>
                      </a:ext>
                    </a:extLst>
                  </p14:cNvPr>
                  <p14:cNvContentPartPr/>
                  <p14:nvPr/>
                </p14:nvContentPartPr>
                <p14:xfrm>
                  <a:off x="9198720" y="2894760"/>
                  <a:ext cx="192960" cy="102960"/>
                </p14:xfrm>
              </p:contentPart>
            </mc:Choice>
            <mc:Fallback xmlns="">
              <p:pic>
                <p:nvPicPr>
                  <p:cNvPr id="51" name="Ink 50">
                    <a:extLst>
                      <a:ext uri="{FF2B5EF4-FFF2-40B4-BE49-F238E27FC236}">
                        <a16:creationId xmlns:a16="http://schemas.microsoft.com/office/drawing/2014/main" id="{17F07E6E-21B0-556B-EC78-4E565A512188}"/>
                      </a:ext>
                    </a:extLst>
                  </p:cNvPr>
                  <p:cNvPicPr/>
                  <p:nvPr/>
                </p:nvPicPr>
                <p:blipFill>
                  <a:blip r:embed="rId83"/>
                  <a:stretch>
                    <a:fillRect/>
                  </a:stretch>
                </p:blipFill>
                <p:spPr>
                  <a:xfrm>
                    <a:off x="9189720" y="2886120"/>
                    <a:ext cx="2106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2" name="Ink 51">
                    <a:extLst>
                      <a:ext uri="{FF2B5EF4-FFF2-40B4-BE49-F238E27FC236}">
                        <a16:creationId xmlns:a16="http://schemas.microsoft.com/office/drawing/2014/main" id="{CCAF0B97-0785-B00F-0030-263455A62CF5}"/>
                      </a:ext>
                    </a:extLst>
                  </p14:cNvPr>
                  <p14:cNvContentPartPr/>
                  <p14:nvPr/>
                </p14:nvContentPartPr>
                <p14:xfrm>
                  <a:off x="9373320" y="2804400"/>
                  <a:ext cx="57960" cy="159840"/>
                </p14:xfrm>
              </p:contentPart>
            </mc:Choice>
            <mc:Fallback xmlns="">
              <p:pic>
                <p:nvPicPr>
                  <p:cNvPr id="52" name="Ink 51">
                    <a:extLst>
                      <a:ext uri="{FF2B5EF4-FFF2-40B4-BE49-F238E27FC236}">
                        <a16:creationId xmlns:a16="http://schemas.microsoft.com/office/drawing/2014/main" id="{CCAF0B97-0785-B00F-0030-263455A62CF5}"/>
                      </a:ext>
                    </a:extLst>
                  </p:cNvPr>
                  <p:cNvPicPr/>
                  <p:nvPr/>
                </p:nvPicPr>
                <p:blipFill>
                  <a:blip r:embed="rId85"/>
                  <a:stretch>
                    <a:fillRect/>
                  </a:stretch>
                </p:blipFill>
                <p:spPr>
                  <a:xfrm>
                    <a:off x="9364320" y="2795400"/>
                    <a:ext cx="7560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3" name="Ink 52">
                    <a:extLst>
                      <a:ext uri="{FF2B5EF4-FFF2-40B4-BE49-F238E27FC236}">
                        <a16:creationId xmlns:a16="http://schemas.microsoft.com/office/drawing/2014/main" id="{133BEFD1-C90B-776E-8B32-01FE8163D4C8}"/>
                      </a:ext>
                    </a:extLst>
                  </p14:cNvPr>
                  <p14:cNvContentPartPr/>
                  <p14:nvPr/>
                </p14:nvContentPartPr>
                <p14:xfrm>
                  <a:off x="9433080" y="2918520"/>
                  <a:ext cx="91800" cy="194040"/>
                </p14:xfrm>
              </p:contentPart>
            </mc:Choice>
            <mc:Fallback xmlns="">
              <p:pic>
                <p:nvPicPr>
                  <p:cNvPr id="53" name="Ink 52">
                    <a:extLst>
                      <a:ext uri="{FF2B5EF4-FFF2-40B4-BE49-F238E27FC236}">
                        <a16:creationId xmlns:a16="http://schemas.microsoft.com/office/drawing/2014/main" id="{133BEFD1-C90B-776E-8B32-01FE8163D4C8}"/>
                      </a:ext>
                    </a:extLst>
                  </p:cNvPr>
                  <p:cNvPicPr/>
                  <p:nvPr/>
                </p:nvPicPr>
                <p:blipFill>
                  <a:blip r:embed="rId87"/>
                  <a:stretch>
                    <a:fillRect/>
                  </a:stretch>
                </p:blipFill>
                <p:spPr>
                  <a:xfrm>
                    <a:off x="9424440" y="2909880"/>
                    <a:ext cx="10944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4" name="Ink 53">
                    <a:extLst>
                      <a:ext uri="{FF2B5EF4-FFF2-40B4-BE49-F238E27FC236}">
                        <a16:creationId xmlns:a16="http://schemas.microsoft.com/office/drawing/2014/main" id="{A0D373BA-9D57-990E-BE3C-CDE4C96C994E}"/>
                      </a:ext>
                    </a:extLst>
                  </p14:cNvPr>
                  <p14:cNvContentPartPr/>
                  <p14:nvPr/>
                </p14:nvContentPartPr>
                <p14:xfrm>
                  <a:off x="9485280" y="2801160"/>
                  <a:ext cx="164880" cy="148320"/>
                </p14:xfrm>
              </p:contentPart>
            </mc:Choice>
            <mc:Fallback xmlns="">
              <p:pic>
                <p:nvPicPr>
                  <p:cNvPr id="54" name="Ink 53">
                    <a:extLst>
                      <a:ext uri="{FF2B5EF4-FFF2-40B4-BE49-F238E27FC236}">
                        <a16:creationId xmlns:a16="http://schemas.microsoft.com/office/drawing/2014/main" id="{A0D373BA-9D57-990E-BE3C-CDE4C96C994E}"/>
                      </a:ext>
                    </a:extLst>
                  </p:cNvPr>
                  <p:cNvPicPr/>
                  <p:nvPr/>
                </p:nvPicPr>
                <p:blipFill>
                  <a:blip r:embed="rId89"/>
                  <a:stretch>
                    <a:fillRect/>
                  </a:stretch>
                </p:blipFill>
                <p:spPr>
                  <a:xfrm>
                    <a:off x="9476640" y="2792520"/>
                    <a:ext cx="18252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5" name="Ink 54">
                    <a:extLst>
                      <a:ext uri="{FF2B5EF4-FFF2-40B4-BE49-F238E27FC236}">
                        <a16:creationId xmlns:a16="http://schemas.microsoft.com/office/drawing/2014/main" id="{1673BB2A-DFFB-C685-946B-C5F1446359F8}"/>
                      </a:ext>
                    </a:extLst>
                  </p14:cNvPr>
                  <p14:cNvContentPartPr/>
                  <p14:nvPr/>
                </p14:nvContentPartPr>
                <p14:xfrm>
                  <a:off x="9677160" y="2765160"/>
                  <a:ext cx="87480" cy="143640"/>
                </p14:xfrm>
              </p:contentPart>
            </mc:Choice>
            <mc:Fallback xmlns="">
              <p:pic>
                <p:nvPicPr>
                  <p:cNvPr id="55" name="Ink 54">
                    <a:extLst>
                      <a:ext uri="{FF2B5EF4-FFF2-40B4-BE49-F238E27FC236}">
                        <a16:creationId xmlns:a16="http://schemas.microsoft.com/office/drawing/2014/main" id="{1673BB2A-DFFB-C685-946B-C5F1446359F8}"/>
                      </a:ext>
                    </a:extLst>
                  </p:cNvPr>
                  <p:cNvPicPr/>
                  <p:nvPr/>
                </p:nvPicPr>
                <p:blipFill>
                  <a:blip r:embed="rId91"/>
                  <a:stretch>
                    <a:fillRect/>
                  </a:stretch>
                </p:blipFill>
                <p:spPr>
                  <a:xfrm>
                    <a:off x="9668520" y="2756160"/>
                    <a:ext cx="105120" cy="1612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6" name="Ink 55">
                    <a:extLst>
                      <a:ext uri="{FF2B5EF4-FFF2-40B4-BE49-F238E27FC236}">
                        <a16:creationId xmlns:a16="http://schemas.microsoft.com/office/drawing/2014/main" id="{16787C45-C6E3-FA80-4F87-F54A7F106354}"/>
                      </a:ext>
                    </a:extLst>
                  </p14:cNvPr>
                  <p14:cNvContentPartPr/>
                  <p14:nvPr/>
                </p14:nvContentPartPr>
                <p14:xfrm>
                  <a:off x="9907560" y="2685240"/>
                  <a:ext cx="97200" cy="247320"/>
                </p14:xfrm>
              </p:contentPart>
            </mc:Choice>
            <mc:Fallback xmlns="">
              <p:pic>
                <p:nvPicPr>
                  <p:cNvPr id="56" name="Ink 55">
                    <a:extLst>
                      <a:ext uri="{FF2B5EF4-FFF2-40B4-BE49-F238E27FC236}">
                        <a16:creationId xmlns:a16="http://schemas.microsoft.com/office/drawing/2014/main" id="{16787C45-C6E3-FA80-4F87-F54A7F106354}"/>
                      </a:ext>
                    </a:extLst>
                  </p:cNvPr>
                  <p:cNvPicPr/>
                  <p:nvPr/>
                </p:nvPicPr>
                <p:blipFill>
                  <a:blip r:embed="rId93"/>
                  <a:stretch>
                    <a:fillRect/>
                  </a:stretch>
                </p:blipFill>
                <p:spPr>
                  <a:xfrm>
                    <a:off x="9898920" y="2676240"/>
                    <a:ext cx="114840" cy="264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7" name="Ink 56">
                    <a:extLst>
                      <a:ext uri="{FF2B5EF4-FFF2-40B4-BE49-F238E27FC236}">
                        <a16:creationId xmlns:a16="http://schemas.microsoft.com/office/drawing/2014/main" id="{154BB275-815B-390E-F328-B56CD3AD0F94}"/>
                      </a:ext>
                    </a:extLst>
                  </p14:cNvPr>
                  <p14:cNvContentPartPr/>
                  <p14:nvPr/>
                </p14:nvContentPartPr>
                <p14:xfrm>
                  <a:off x="10055880" y="2812320"/>
                  <a:ext cx="102240" cy="82080"/>
                </p14:xfrm>
              </p:contentPart>
            </mc:Choice>
            <mc:Fallback xmlns="">
              <p:pic>
                <p:nvPicPr>
                  <p:cNvPr id="57" name="Ink 56">
                    <a:extLst>
                      <a:ext uri="{FF2B5EF4-FFF2-40B4-BE49-F238E27FC236}">
                        <a16:creationId xmlns:a16="http://schemas.microsoft.com/office/drawing/2014/main" id="{154BB275-815B-390E-F328-B56CD3AD0F94}"/>
                      </a:ext>
                    </a:extLst>
                  </p:cNvPr>
                  <p:cNvPicPr/>
                  <p:nvPr/>
                </p:nvPicPr>
                <p:blipFill>
                  <a:blip r:embed="rId95"/>
                  <a:stretch>
                    <a:fillRect/>
                  </a:stretch>
                </p:blipFill>
                <p:spPr>
                  <a:xfrm>
                    <a:off x="10046880" y="2803320"/>
                    <a:ext cx="11988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8" name="Ink 57">
                    <a:extLst>
                      <a:ext uri="{FF2B5EF4-FFF2-40B4-BE49-F238E27FC236}">
                        <a16:creationId xmlns:a16="http://schemas.microsoft.com/office/drawing/2014/main" id="{EC72B2EB-5012-4F7F-80A0-6B3E00D506CF}"/>
                      </a:ext>
                    </a:extLst>
                  </p14:cNvPr>
                  <p14:cNvContentPartPr/>
                  <p14:nvPr/>
                </p14:nvContentPartPr>
                <p14:xfrm>
                  <a:off x="10169640" y="2774520"/>
                  <a:ext cx="75240" cy="134640"/>
                </p14:xfrm>
              </p:contentPart>
            </mc:Choice>
            <mc:Fallback xmlns="">
              <p:pic>
                <p:nvPicPr>
                  <p:cNvPr id="58" name="Ink 57">
                    <a:extLst>
                      <a:ext uri="{FF2B5EF4-FFF2-40B4-BE49-F238E27FC236}">
                        <a16:creationId xmlns:a16="http://schemas.microsoft.com/office/drawing/2014/main" id="{EC72B2EB-5012-4F7F-80A0-6B3E00D506CF}"/>
                      </a:ext>
                    </a:extLst>
                  </p:cNvPr>
                  <p:cNvPicPr/>
                  <p:nvPr/>
                </p:nvPicPr>
                <p:blipFill>
                  <a:blip r:embed="rId97"/>
                  <a:stretch>
                    <a:fillRect/>
                  </a:stretch>
                </p:blipFill>
                <p:spPr>
                  <a:xfrm>
                    <a:off x="10160640" y="2765520"/>
                    <a:ext cx="9288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9" name="Ink 58">
                    <a:extLst>
                      <a:ext uri="{FF2B5EF4-FFF2-40B4-BE49-F238E27FC236}">
                        <a16:creationId xmlns:a16="http://schemas.microsoft.com/office/drawing/2014/main" id="{CD2E4224-0CCC-BFC4-E973-F7C52F2932B8}"/>
                      </a:ext>
                    </a:extLst>
                  </p14:cNvPr>
                  <p14:cNvContentPartPr/>
                  <p14:nvPr/>
                </p14:nvContentPartPr>
                <p14:xfrm>
                  <a:off x="10259640" y="2769120"/>
                  <a:ext cx="55440" cy="140400"/>
                </p14:xfrm>
              </p:contentPart>
            </mc:Choice>
            <mc:Fallback xmlns="">
              <p:pic>
                <p:nvPicPr>
                  <p:cNvPr id="59" name="Ink 58">
                    <a:extLst>
                      <a:ext uri="{FF2B5EF4-FFF2-40B4-BE49-F238E27FC236}">
                        <a16:creationId xmlns:a16="http://schemas.microsoft.com/office/drawing/2014/main" id="{CD2E4224-0CCC-BFC4-E973-F7C52F2932B8}"/>
                      </a:ext>
                    </a:extLst>
                  </p:cNvPr>
                  <p:cNvPicPr/>
                  <p:nvPr/>
                </p:nvPicPr>
                <p:blipFill>
                  <a:blip r:embed="rId99"/>
                  <a:stretch>
                    <a:fillRect/>
                  </a:stretch>
                </p:blipFill>
                <p:spPr>
                  <a:xfrm>
                    <a:off x="10250640" y="2760120"/>
                    <a:ext cx="7308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0" name="Ink 59">
                    <a:extLst>
                      <a:ext uri="{FF2B5EF4-FFF2-40B4-BE49-F238E27FC236}">
                        <a16:creationId xmlns:a16="http://schemas.microsoft.com/office/drawing/2014/main" id="{1BB4F415-6001-9115-4EAB-092350113243}"/>
                      </a:ext>
                    </a:extLst>
                  </p14:cNvPr>
                  <p14:cNvContentPartPr/>
                  <p14:nvPr/>
                </p14:nvContentPartPr>
                <p14:xfrm>
                  <a:off x="10413360" y="2856240"/>
                  <a:ext cx="3600" cy="1800"/>
                </p14:xfrm>
              </p:contentPart>
            </mc:Choice>
            <mc:Fallback xmlns="">
              <p:pic>
                <p:nvPicPr>
                  <p:cNvPr id="60" name="Ink 59">
                    <a:extLst>
                      <a:ext uri="{FF2B5EF4-FFF2-40B4-BE49-F238E27FC236}">
                        <a16:creationId xmlns:a16="http://schemas.microsoft.com/office/drawing/2014/main" id="{1BB4F415-6001-9115-4EAB-092350113243}"/>
                      </a:ext>
                    </a:extLst>
                  </p:cNvPr>
                  <p:cNvPicPr/>
                  <p:nvPr/>
                </p:nvPicPr>
                <p:blipFill>
                  <a:blip r:embed="rId101"/>
                  <a:stretch>
                    <a:fillRect/>
                  </a:stretch>
                </p:blipFill>
                <p:spPr>
                  <a:xfrm>
                    <a:off x="10404720" y="2847600"/>
                    <a:ext cx="21240" cy="194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1" name="Ink 60">
                    <a:extLst>
                      <a:ext uri="{FF2B5EF4-FFF2-40B4-BE49-F238E27FC236}">
                        <a16:creationId xmlns:a16="http://schemas.microsoft.com/office/drawing/2014/main" id="{C4D847FC-0364-01C1-AC96-9CDE2F96B735}"/>
                      </a:ext>
                    </a:extLst>
                  </p14:cNvPr>
                  <p14:cNvContentPartPr/>
                  <p14:nvPr/>
                </p14:nvContentPartPr>
                <p14:xfrm>
                  <a:off x="8143560" y="1972080"/>
                  <a:ext cx="34560" cy="173520"/>
                </p14:xfrm>
              </p:contentPart>
            </mc:Choice>
            <mc:Fallback xmlns="">
              <p:pic>
                <p:nvPicPr>
                  <p:cNvPr id="61" name="Ink 60">
                    <a:extLst>
                      <a:ext uri="{FF2B5EF4-FFF2-40B4-BE49-F238E27FC236}">
                        <a16:creationId xmlns:a16="http://schemas.microsoft.com/office/drawing/2014/main" id="{C4D847FC-0364-01C1-AC96-9CDE2F96B735}"/>
                      </a:ext>
                    </a:extLst>
                  </p:cNvPr>
                  <p:cNvPicPr/>
                  <p:nvPr/>
                </p:nvPicPr>
                <p:blipFill>
                  <a:blip r:embed="rId103"/>
                  <a:stretch>
                    <a:fillRect/>
                  </a:stretch>
                </p:blipFill>
                <p:spPr>
                  <a:xfrm>
                    <a:off x="8134560" y="1963440"/>
                    <a:ext cx="5220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2" name="Ink 61">
                    <a:extLst>
                      <a:ext uri="{FF2B5EF4-FFF2-40B4-BE49-F238E27FC236}">
                        <a16:creationId xmlns:a16="http://schemas.microsoft.com/office/drawing/2014/main" id="{099ADCD2-EB5E-FC4A-A10B-60F33C7042E4}"/>
                      </a:ext>
                    </a:extLst>
                  </p14:cNvPr>
                  <p14:cNvContentPartPr/>
                  <p14:nvPr/>
                </p14:nvContentPartPr>
                <p14:xfrm>
                  <a:off x="8103240" y="1798920"/>
                  <a:ext cx="298800" cy="182520"/>
                </p14:xfrm>
              </p:contentPart>
            </mc:Choice>
            <mc:Fallback xmlns="">
              <p:pic>
                <p:nvPicPr>
                  <p:cNvPr id="62" name="Ink 61">
                    <a:extLst>
                      <a:ext uri="{FF2B5EF4-FFF2-40B4-BE49-F238E27FC236}">
                        <a16:creationId xmlns:a16="http://schemas.microsoft.com/office/drawing/2014/main" id="{099ADCD2-EB5E-FC4A-A10B-60F33C7042E4}"/>
                      </a:ext>
                    </a:extLst>
                  </p:cNvPr>
                  <p:cNvPicPr/>
                  <p:nvPr/>
                </p:nvPicPr>
                <p:blipFill>
                  <a:blip r:embed="rId105"/>
                  <a:stretch>
                    <a:fillRect/>
                  </a:stretch>
                </p:blipFill>
                <p:spPr>
                  <a:xfrm>
                    <a:off x="8094600" y="1790280"/>
                    <a:ext cx="316440" cy="20016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3" name="Ink 62">
                    <a:extLst>
                      <a:ext uri="{FF2B5EF4-FFF2-40B4-BE49-F238E27FC236}">
                        <a16:creationId xmlns:a16="http://schemas.microsoft.com/office/drawing/2014/main" id="{DE05593E-534B-3927-B167-D2757BF4306D}"/>
                      </a:ext>
                    </a:extLst>
                  </p14:cNvPr>
                  <p14:cNvContentPartPr/>
                  <p14:nvPr/>
                </p14:nvContentPartPr>
                <p14:xfrm>
                  <a:off x="8196840" y="2005920"/>
                  <a:ext cx="316440" cy="109800"/>
                </p14:xfrm>
              </p:contentPart>
            </mc:Choice>
            <mc:Fallback xmlns="">
              <p:pic>
                <p:nvPicPr>
                  <p:cNvPr id="63" name="Ink 62">
                    <a:extLst>
                      <a:ext uri="{FF2B5EF4-FFF2-40B4-BE49-F238E27FC236}">
                        <a16:creationId xmlns:a16="http://schemas.microsoft.com/office/drawing/2014/main" id="{DE05593E-534B-3927-B167-D2757BF4306D}"/>
                      </a:ext>
                    </a:extLst>
                  </p:cNvPr>
                  <p:cNvPicPr/>
                  <p:nvPr/>
                </p:nvPicPr>
                <p:blipFill>
                  <a:blip r:embed="rId107"/>
                  <a:stretch>
                    <a:fillRect/>
                  </a:stretch>
                </p:blipFill>
                <p:spPr>
                  <a:xfrm>
                    <a:off x="8188200" y="1996920"/>
                    <a:ext cx="33408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4" name="Ink 63">
                    <a:extLst>
                      <a:ext uri="{FF2B5EF4-FFF2-40B4-BE49-F238E27FC236}">
                        <a16:creationId xmlns:a16="http://schemas.microsoft.com/office/drawing/2014/main" id="{17FF2814-CC53-A759-B326-B6E6764B0327}"/>
                      </a:ext>
                    </a:extLst>
                  </p14:cNvPr>
                  <p14:cNvContentPartPr/>
                  <p14:nvPr/>
                </p14:nvContentPartPr>
                <p14:xfrm>
                  <a:off x="8529480" y="1968120"/>
                  <a:ext cx="71280" cy="118800"/>
                </p14:xfrm>
              </p:contentPart>
            </mc:Choice>
            <mc:Fallback xmlns="">
              <p:pic>
                <p:nvPicPr>
                  <p:cNvPr id="64" name="Ink 63">
                    <a:extLst>
                      <a:ext uri="{FF2B5EF4-FFF2-40B4-BE49-F238E27FC236}">
                        <a16:creationId xmlns:a16="http://schemas.microsoft.com/office/drawing/2014/main" id="{17FF2814-CC53-A759-B326-B6E6764B0327}"/>
                      </a:ext>
                    </a:extLst>
                  </p:cNvPr>
                  <p:cNvPicPr/>
                  <p:nvPr/>
                </p:nvPicPr>
                <p:blipFill>
                  <a:blip r:embed="rId109"/>
                  <a:stretch>
                    <a:fillRect/>
                  </a:stretch>
                </p:blipFill>
                <p:spPr>
                  <a:xfrm>
                    <a:off x="8520840" y="1959480"/>
                    <a:ext cx="8892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5" name="Ink 64">
                    <a:extLst>
                      <a:ext uri="{FF2B5EF4-FFF2-40B4-BE49-F238E27FC236}">
                        <a16:creationId xmlns:a16="http://schemas.microsoft.com/office/drawing/2014/main" id="{CEA47F6F-9D23-62AF-9219-94E44BFF6AF2}"/>
                      </a:ext>
                    </a:extLst>
                  </p14:cNvPr>
                  <p14:cNvContentPartPr/>
                  <p14:nvPr/>
                </p14:nvContentPartPr>
                <p14:xfrm>
                  <a:off x="8632080" y="1868400"/>
                  <a:ext cx="153360" cy="172080"/>
                </p14:xfrm>
              </p:contentPart>
            </mc:Choice>
            <mc:Fallback xmlns="">
              <p:pic>
                <p:nvPicPr>
                  <p:cNvPr id="65" name="Ink 64">
                    <a:extLst>
                      <a:ext uri="{FF2B5EF4-FFF2-40B4-BE49-F238E27FC236}">
                        <a16:creationId xmlns:a16="http://schemas.microsoft.com/office/drawing/2014/main" id="{CEA47F6F-9D23-62AF-9219-94E44BFF6AF2}"/>
                      </a:ext>
                    </a:extLst>
                  </p:cNvPr>
                  <p:cNvPicPr/>
                  <p:nvPr/>
                </p:nvPicPr>
                <p:blipFill>
                  <a:blip r:embed="rId111"/>
                  <a:stretch>
                    <a:fillRect/>
                  </a:stretch>
                </p:blipFill>
                <p:spPr>
                  <a:xfrm>
                    <a:off x="8623440" y="1859400"/>
                    <a:ext cx="17100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6" name="Ink 65">
                    <a:extLst>
                      <a:ext uri="{FF2B5EF4-FFF2-40B4-BE49-F238E27FC236}">
                        <a16:creationId xmlns:a16="http://schemas.microsoft.com/office/drawing/2014/main" id="{C04C1E40-CBA6-B4F9-AA07-8CC4A387F733}"/>
                      </a:ext>
                    </a:extLst>
                  </p14:cNvPr>
                  <p14:cNvContentPartPr/>
                  <p14:nvPr/>
                </p14:nvContentPartPr>
                <p14:xfrm>
                  <a:off x="8241480" y="2021400"/>
                  <a:ext cx="676440" cy="308520"/>
                </p14:xfrm>
              </p:contentPart>
            </mc:Choice>
            <mc:Fallback xmlns="">
              <p:pic>
                <p:nvPicPr>
                  <p:cNvPr id="66" name="Ink 65">
                    <a:extLst>
                      <a:ext uri="{FF2B5EF4-FFF2-40B4-BE49-F238E27FC236}">
                        <a16:creationId xmlns:a16="http://schemas.microsoft.com/office/drawing/2014/main" id="{C04C1E40-CBA6-B4F9-AA07-8CC4A387F733}"/>
                      </a:ext>
                    </a:extLst>
                  </p:cNvPr>
                  <p:cNvPicPr/>
                  <p:nvPr/>
                </p:nvPicPr>
                <p:blipFill>
                  <a:blip r:embed="rId113"/>
                  <a:stretch>
                    <a:fillRect/>
                  </a:stretch>
                </p:blipFill>
                <p:spPr>
                  <a:xfrm>
                    <a:off x="8232480" y="2012400"/>
                    <a:ext cx="694080" cy="3261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8" name="Ink 67">
                    <a:extLst>
                      <a:ext uri="{FF2B5EF4-FFF2-40B4-BE49-F238E27FC236}">
                        <a16:creationId xmlns:a16="http://schemas.microsoft.com/office/drawing/2014/main" id="{D6F3A0D6-4635-AB20-30B1-E37E28A058C4}"/>
                      </a:ext>
                    </a:extLst>
                  </p14:cNvPr>
                  <p14:cNvContentPartPr/>
                  <p14:nvPr/>
                </p14:nvContentPartPr>
                <p14:xfrm>
                  <a:off x="9546120" y="3170880"/>
                  <a:ext cx="35280" cy="176040"/>
                </p14:xfrm>
              </p:contentPart>
            </mc:Choice>
            <mc:Fallback xmlns="">
              <p:pic>
                <p:nvPicPr>
                  <p:cNvPr id="68" name="Ink 67">
                    <a:extLst>
                      <a:ext uri="{FF2B5EF4-FFF2-40B4-BE49-F238E27FC236}">
                        <a16:creationId xmlns:a16="http://schemas.microsoft.com/office/drawing/2014/main" id="{D6F3A0D6-4635-AB20-30B1-E37E28A058C4}"/>
                      </a:ext>
                    </a:extLst>
                  </p:cNvPr>
                  <p:cNvPicPr/>
                  <p:nvPr/>
                </p:nvPicPr>
                <p:blipFill>
                  <a:blip r:embed="rId115"/>
                  <a:stretch>
                    <a:fillRect/>
                  </a:stretch>
                </p:blipFill>
                <p:spPr>
                  <a:xfrm>
                    <a:off x="9537480" y="3161880"/>
                    <a:ext cx="5292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9" name="Ink 68">
                    <a:extLst>
                      <a:ext uri="{FF2B5EF4-FFF2-40B4-BE49-F238E27FC236}">
                        <a16:creationId xmlns:a16="http://schemas.microsoft.com/office/drawing/2014/main" id="{1770FF07-0788-3533-AAE5-333E2DE123DA}"/>
                      </a:ext>
                    </a:extLst>
                  </p14:cNvPr>
                  <p14:cNvContentPartPr/>
                  <p14:nvPr/>
                </p14:nvContentPartPr>
                <p14:xfrm>
                  <a:off x="9574200" y="3116520"/>
                  <a:ext cx="88560" cy="191160"/>
                </p14:xfrm>
              </p:contentPart>
            </mc:Choice>
            <mc:Fallback xmlns="">
              <p:pic>
                <p:nvPicPr>
                  <p:cNvPr id="69" name="Ink 68">
                    <a:extLst>
                      <a:ext uri="{FF2B5EF4-FFF2-40B4-BE49-F238E27FC236}">
                        <a16:creationId xmlns:a16="http://schemas.microsoft.com/office/drawing/2014/main" id="{1770FF07-0788-3533-AAE5-333E2DE123DA}"/>
                      </a:ext>
                    </a:extLst>
                  </p:cNvPr>
                  <p:cNvPicPr/>
                  <p:nvPr/>
                </p:nvPicPr>
                <p:blipFill>
                  <a:blip r:embed="rId117"/>
                  <a:stretch>
                    <a:fillRect/>
                  </a:stretch>
                </p:blipFill>
                <p:spPr>
                  <a:xfrm>
                    <a:off x="9565200" y="3107880"/>
                    <a:ext cx="106200" cy="2088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0" name="Ink 69">
                    <a:extLst>
                      <a:ext uri="{FF2B5EF4-FFF2-40B4-BE49-F238E27FC236}">
                        <a16:creationId xmlns:a16="http://schemas.microsoft.com/office/drawing/2014/main" id="{681DFD3D-DB30-48EC-36B7-37959226435C}"/>
                      </a:ext>
                    </a:extLst>
                  </p14:cNvPr>
                  <p14:cNvContentPartPr/>
                  <p14:nvPr/>
                </p14:nvContentPartPr>
                <p14:xfrm>
                  <a:off x="9695880" y="3195000"/>
                  <a:ext cx="79920" cy="122760"/>
                </p14:xfrm>
              </p:contentPart>
            </mc:Choice>
            <mc:Fallback xmlns="">
              <p:pic>
                <p:nvPicPr>
                  <p:cNvPr id="70" name="Ink 69">
                    <a:extLst>
                      <a:ext uri="{FF2B5EF4-FFF2-40B4-BE49-F238E27FC236}">
                        <a16:creationId xmlns:a16="http://schemas.microsoft.com/office/drawing/2014/main" id="{681DFD3D-DB30-48EC-36B7-37959226435C}"/>
                      </a:ext>
                    </a:extLst>
                  </p:cNvPr>
                  <p:cNvPicPr/>
                  <p:nvPr/>
                </p:nvPicPr>
                <p:blipFill>
                  <a:blip r:embed="rId119"/>
                  <a:stretch>
                    <a:fillRect/>
                  </a:stretch>
                </p:blipFill>
                <p:spPr>
                  <a:xfrm>
                    <a:off x="9687240" y="3186360"/>
                    <a:ext cx="9756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1" name="Ink 70">
                    <a:extLst>
                      <a:ext uri="{FF2B5EF4-FFF2-40B4-BE49-F238E27FC236}">
                        <a16:creationId xmlns:a16="http://schemas.microsoft.com/office/drawing/2014/main" id="{9DE412CC-2FBA-CD17-2ADC-0AB75CD577D7}"/>
                      </a:ext>
                    </a:extLst>
                  </p14:cNvPr>
                  <p14:cNvContentPartPr/>
                  <p14:nvPr/>
                </p14:nvContentPartPr>
                <p14:xfrm>
                  <a:off x="9794160" y="3202200"/>
                  <a:ext cx="190080" cy="101880"/>
                </p14:xfrm>
              </p:contentPart>
            </mc:Choice>
            <mc:Fallback xmlns="">
              <p:pic>
                <p:nvPicPr>
                  <p:cNvPr id="71" name="Ink 70">
                    <a:extLst>
                      <a:ext uri="{FF2B5EF4-FFF2-40B4-BE49-F238E27FC236}">
                        <a16:creationId xmlns:a16="http://schemas.microsoft.com/office/drawing/2014/main" id="{9DE412CC-2FBA-CD17-2ADC-0AB75CD577D7}"/>
                      </a:ext>
                    </a:extLst>
                  </p:cNvPr>
                  <p:cNvPicPr/>
                  <p:nvPr/>
                </p:nvPicPr>
                <p:blipFill>
                  <a:blip r:embed="rId121"/>
                  <a:stretch>
                    <a:fillRect/>
                  </a:stretch>
                </p:blipFill>
                <p:spPr>
                  <a:xfrm>
                    <a:off x="9785520" y="3193560"/>
                    <a:ext cx="20772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2" name="Ink 71">
                    <a:extLst>
                      <a:ext uri="{FF2B5EF4-FFF2-40B4-BE49-F238E27FC236}">
                        <a16:creationId xmlns:a16="http://schemas.microsoft.com/office/drawing/2014/main" id="{9FA43830-9B15-968C-C145-994A7699A6F9}"/>
                      </a:ext>
                    </a:extLst>
                  </p14:cNvPr>
                  <p14:cNvContentPartPr/>
                  <p14:nvPr/>
                </p14:nvContentPartPr>
                <p14:xfrm>
                  <a:off x="10013040" y="3182400"/>
                  <a:ext cx="115200" cy="89640"/>
                </p14:xfrm>
              </p:contentPart>
            </mc:Choice>
            <mc:Fallback xmlns="">
              <p:pic>
                <p:nvPicPr>
                  <p:cNvPr id="72" name="Ink 71">
                    <a:extLst>
                      <a:ext uri="{FF2B5EF4-FFF2-40B4-BE49-F238E27FC236}">
                        <a16:creationId xmlns:a16="http://schemas.microsoft.com/office/drawing/2014/main" id="{9FA43830-9B15-968C-C145-994A7699A6F9}"/>
                      </a:ext>
                    </a:extLst>
                  </p:cNvPr>
                  <p:cNvPicPr/>
                  <p:nvPr/>
                </p:nvPicPr>
                <p:blipFill>
                  <a:blip r:embed="rId123"/>
                  <a:stretch>
                    <a:fillRect/>
                  </a:stretch>
                </p:blipFill>
                <p:spPr>
                  <a:xfrm>
                    <a:off x="10004040" y="3173760"/>
                    <a:ext cx="13284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3" name="Ink 72">
                    <a:extLst>
                      <a:ext uri="{FF2B5EF4-FFF2-40B4-BE49-F238E27FC236}">
                        <a16:creationId xmlns:a16="http://schemas.microsoft.com/office/drawing/2014/main" id="{BF3AC3E7-AC15-A75B-8702-DD5011F04B94}"/>
                      </a:ext>
                    </a:extLst>
                  </p14:cNvPr>
                  <p14:cNvContentPartPr/>
                  <p14:nvPr/>
                </p14:nvContentPartPr>
                <p14:xfrm>
                  <a:off x="10153800" y="3142800"/>
                  <a:ext cx="83160" cy="134640"/>
                </p14:xfrm>
              </p:contentPart>
            </mc:Choice>
            <mc:Fallback xmlns="">
              <p:pic>
                <p:nvPicPr>
                  <p:cNvPr id="73" name="Ink 72">
                    <a:extLst>
                      <a:ext uri="{FF2B5EF4-FFF2-40B4-BE49-F238E27FC236}">
                        <a16:creationId xmlns:a16="http://schemas.microsoft.com/office/drawing/2014/main" id="{BF3AC3E7-AC15-A75B-8702-DD5011F04B94}"/>
                      </a:ext>
                    </a:extLst>
                  </p:cNvPr>
                  <p:cNvPicPr/>
                  <p:nvPr/>
                </p:nvPicPr>
                <p:blipFill>
                  <a:blip r:embed="rId125"/>
                  <a:stretch>
                    <a:fillRect/>
                  </a:stretch>
                </p:blipFill>
                <p:spPr>
                  <a:xfrm>
                    <a:off x="10145160" y="3133800"/>
                    <a:ext cx="10080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74" name="Ink 73">
                    <a:extLst>
                      <a:ext uri="{FF2B5EF4-FFF2-40B4-BE49-F238E27FC236}">
                        <a16:creationId xmlns:a16="http://schemas.microsoft.com/office/drawing/2014/main" id="{77D04179-7A50-327F-E2DF-0A6DE65BC266}"/>
                      </a:ext>
                    </a:extLst>
                  </p14:cNvPr>
                  <p14:cNvContentPartPr/>
                  <p14:nvPr/>
                </p14:nvContentPartPr>
                <p14:xfrm>
                  <a:off x="10270440" y="3134520"/>
                  <a:ext cx="70200" cy="137520"/>
                </p14:xfrm>
              </p:contentPart>
            </mc:Choice>
            <mc:Fallback xmlns="">
              <p:pic>
                <p:nvPicPr>
                  <p:cNvPr id="74" name="Ink 73">
                    <a:extLst>
                      <a:ext uri="{FF2B5EF4-FFF2-40B4-BE49-F238E27FC236}">
                        <a16:creationId xmlns:a16="http://schemas.microsoft.com/office/drawing/2014/main" id="{77D04179-7A50-327F-E2DF-0A6DE65BC266}"/>
                      </a:ext>
                    </a:extLst>
                  </p:cNvPr>
                  <p:cNvPicPr/>
                  <p:nvPr/>
                </p:nvPicPr>
                <p:blipFill>
                  <a:blip r:embed="rId127"/>
                  <a:stretch>
                    <a:fillRect/>
                  </a:stretch>
                </p:blipFill>
                <p:spPr>
                  <a:xfrm>
                    <a:off x="10261440" y="3125880"/>
                    <a:ext cx="87840" cy="1551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75" name="Ink 74">
                    <a:extLst>
                      <a:ext uri="{FF2B5EF4-FFF2-40B4-BE49-F238E27FC236}">
                        <a16:creationId xmlns:a16="http://schemas.microsoft.com/office/drawing/2014/main" id="{DDA89681-E188-AF47-CAC7-AC51F6DF8355}"/>
                      </a:ext>
                    </a:extLst>
                  </p14:cNvPr>
                  <p14:cNvContentPartPr/>
                  <p14:nvPr/>
                </p14:nvContentPartPr>
                <p14:xfrm>
                  <a:off x="10356480" y="3045960"/>
                  <a:ext cx="53640" cy="155880"/>
                </p14:xfrm>
              </p:contentPart>
            </mc:Choice>
            <mc:Fallback xmlns="">
              <p:pic>
                <p:nvPicPr>
                  <p:cNvPr id="75" name="Ink 74">
                    <a:extLst>
                      <a:ext uri="{FF2B5EF4-FFF2-40B4-BE49-F238E27FC236}">
                        <a16:creationId xmlns:a16="http://schemas.microsoft.com/office/drawing/2014/main" id="{DDA89681-E188-AF47-CAC7-AC51F6DF8355}"/>
                      </a:ext>
                    </a:extLst>
                  </p:cNvPr>
                  <p:cNvPicPr/>
                  <p:nvPr/>
                </p:nvPicPr>
                <p:blipFill>
                  <a:blip r:embed="rId129"/>
                  <a:stretch>
                    <a:fillRect/>
                  </a:stretch>
                </p:blipFill>
                <p:spPr>
                  <a:xfrm>
                    <a:off x="10347480" y="3037320"/>
                    <a:ext cx="7128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6" name="Ink 75">
                    <a:extLst>
                      <a:ext uri="{FF2B5EF4-FFF2-40B4-BE49-F238E27FC236}">
                        <a16:creationId xmlns:a16="http://schemas.microsoft.com/office/drawing/2014/main" id="{89699DDC-1E04-02BE-884F-869B8D02F479}"/>
                      </a:ext>
                    </a:extLst>
                  </p14:cNvPr>
                  <p14:cNvContentPartPr/>
                  <p14:nvPr/>
                </p14:nvContentPartPr>
                <p14:xfrm>
                  <a:off x="10446480" y="3101040"/>
                  <a:ext cx="305280" cy="104760"/>
                </p14:xfrm>
              </p:contentPart>
            </mc:Choice>
            <mc:Fallback xmlns="">
              <p:pic>
                <p:nvPicPr>
                  <p:cNvPr id="76" name="Ink 75">
                    <a:extLst>
                      <a:ext uri="{FF2B5EF4-FFF2-40B4-BE49-F238E27FC236}">
                        <a16:creationId xmlns:a16="http://schemas.microsoft.com/office/drawing/2014/main" id="{89699DDC-1E04-02BE-884F-869B8D02F479}"/>
                      </a:ext>
                    </a:extLst>
                  </p:cNvPr>
                  <p:cNvPicPr/>
                  <p:nvPr/>
                </p:nvPicPr>
                <p:blipFill>
                  <a:blip r:embed="rId131"/>
                  <a:stretch>
                    <a:fillRect/>
                  </a:stretch>
                </p:blipFill>
                <p:spPr>
                  <a:xfrm>
                    <a:off x="10437840" y="3092400"/>
                    <a:ext cx="322920" cy="122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32">
              <p14:nvContentPartPr>
                <p14:cNvPr id="78" name="Ink 77">
                  <a:extLst>
                    <a:ext uri="{FF2B5EF4-FFF2-40B4-BE49-F238E27FC236}">
                      <a16:creationId xmlns:a16="http://schemas.microsoft.com/office/drawing/2014/main" id="{6DD4BA88-7E5D-377E-2221-430F6FE4BDF2}"/>
                    </a:ext>
                  </a:extLst>
                </p14:cNvPr>
                <p14:cNvContentPartPr/>
                <p14:nvPr/>
              </p14:nvContentPartPr>
              <p14:xfrm>
                <a:off x="10913040" y="3103920"/>
                <a:ext cx="223200" cy="83160"/>
              </p14:xfrm>
            </p:contentPart>
          </mc:Choice>
          <mc:Fallback>
            <p:pic>
              <p:nvPicPr>
                <p:cNvPr id="78" name="Ink 77">
                  <a:extLst>
                    <a:ext uri="{FF2B5EF4-FFF2-40B4-BE49-F238E27FC236}">
                      <a16:creationId xmlns:a16="http://schemas.microsoft.com/office/drawing/2014/main" id="{6DD4BA88-7E5D-377E-2221-430F6FE4BDF2}"/>
                    </a:ext>
                  </a:extLst>
                </p:cNvPr>
                <p:cNvPicPr/>
                <p:nvPr/>
              </p:nvPicPr>
              <p:blipFill>
                <a:blip r:embed="rId133"/>
                <a:stretch>
                  <a:fillRect/>
                </a:stretch>
              </p:blipFill>
              <p:spPr>
                <a:xfrm>
                  <a:off x="10904025" y="3094920"/>
                  <a:ext cx="240868"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9" name="Ink 78">
                  <a:extLst>
                    <a:ext uri="{FF2B5EF4-FFF2-40B4-BE49-F238E27FC236}">
                      <a16:creationId xmlns:a16="http://schemas.microsoft.com/office/drawing/2014/main" id="{CFE7DADA-3519-8BEF-AEF6-DBC6F022C4A7}"/>
                    </a:ext>
                  </a:extLst>
                </p14:cNvPr>
                <p14:cNvContentPartPr/>
                <p14:nvPr/>
              </p14:nvContentPartPr>
              <p14:xfrm>
                <a:off x="11176200" y="2938320"/>
                <a:ext cx="75240" cy="218880"/>
              </p14:xfrm>
            </p:contentPart>
          </mc:Choice>
          <mc:Fallback>
            <p:pic>
              <p:nvPicPr>
                <p:cNvPr id="79" name="Ink 78">
                  <a:extLst>
                    <a:ext uri="{FF2B5EF4-FFF2-40B4-BE49-F238E27FC236}">
                      <a16:creationId xmlns:a16="http://schemas.microsoft.com/office/drawing/2014/main" id="{CFE7DADA-3519-8BEF-AEF6-DBC6F022C4A7}"/>
                    </a:ext>
                  </a:extLst>
                </p:cNvPr>
                <p:cNvPicPr/>
                <p:nvPr/>
              </p:nvPicPr>
              <p:blipFill>
                <a:blip r:embed="rId135"/>
                <a:stretch>
                  <a:fillRect/>
                </a:stretch>
              </p:blipFill>
              <p:spPr>
                <a:xfrm>
                  <a:off x="11167243" y="2929320"/>
                  <a:ext cx="92796"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0" name="Ink 79">
                  <a:extLst>
                    <a:ext uri="{FF2B5EF4-FFF2-40B4-BE49-F238E27FC236}">
                      <a16:creationId xmlns:a16="http://schemas.microsoft.com/office/drawing/2014/main" id="{64165068-9A5F-6982-4C37-81DA48206AD2}"/>
                    </a:ext>
                  </a:extLst>
                </p14:cNvPr>
                <p14:cNvContentPartPr/>
                <p14:nvPr/>
              </p14:nvContentPartPr>
              <p14:xfrm>
                <a:off x="9789840" y="3339720"/>
                <a:ext cx="126720" cy="199440"/>
              </p14:xfrm>
            </p:contentPart>
          </mc:Choice>
          <mc:Fallback>
            <p:pic>
              <p:nvPicPr>
                <p:cNvPr id="80" name="Ink 79">
                  <a:extLst>
                    <a:ext uri="{FF2B5EF4-FFF2-40B4-BE49-F238E27FC236}">
                      <a16:creationId xmlns:a16="http://schemas.microsoft.com/office/drawing/2014/main" id="{64165068-9A5F-6982-4C37-81DA48206AD2}"/>
                    </a:ext>
                  </a:extLst>
                </p:cNvPr>
                <p:cNvPicPr/>
                <p:nvPr/>
              </p:nvPicPr>
              <p:blipFill>
                <a:blip r:embed="rId137"/>
                <a:stretch>
                  <a:fillRect/>
                </a:stretch>
              </p:blipFill>
              <p:spPr>
                <a:xfrm>
                  <a:off x="9780865" y="3330720"/>
                  <a:ext cx="144310" cy="21708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1" name="Ink 80">
                  <a:extLst>
                    <a:ext uri="{FF2B5EF4-FFF2-40B4-BE49-F238E27FC236}">
                      <a16:creationId xmlns:a16="http://schemas.microsoft.com/office/drawing/2014/main" id="{10E8B2FA-4B8A-9397-0D88-85CB37FE060B}"/>
                    </a:ext>
                  </a:extLst>
                </p14:cNvPr>
                <p14:cNvContentPartPr/>
                <p14:nvPr/>
              </p14:nvContentPartPr>
              <p14:xfrm>
                <a:off x="9924120" y="3375720"/>
                <a:ext cx="115200" cy="109440"/>
              </p14:xfrm>
            </p:contentPart>
          </mc:Choice>
          <mc:Fallback>
            <p:pic>
              <p:nvPicPr>
                <p:cNvPr id="81" name="Ink 80">
                  <a:extLst>
                    <a:ext uri="{FF2B5EF4-FFF2-40B4-BE49-F238E27FC236}">
                      <a16:creationId xmlns:a16="http://schemas.microsoft.com/office/drawing/2014/main" id="{10E8B2FA-4B8A-9397-0D88-85CB37FE060B}"/>
                    </a:ext>
                  </a:extLst>
                </p:cNvPr>
                <p:cNvPicPr/>
                <p:nvPr/>
              </p:nvPicPr>
              <p:blipFill>
                <a:blip r:embed="rId139"/>
                <a:stretch>
                  <a:fillRect/>
                </a:stretch>
              </p:blipFill>
              <p:spPr>
                <a:xfrm>
                  <a:off x="9915120" y="3366750"/>
                  <a:ext cx="132840" cy="127022"/>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2" name="Ink 81">
                  <a:extLst>
                    <a:ext uri="{FF2B5EF4-FFF2-40B4-BE49-F238E27FC236}">
                      <a16:creationId xmlns:a16="http://schemas.microsoft.com/office/drawing/2014/main" id="{D4E1678B-DD19-F004-1ADA-5BFBB3352395}"/>
                    </a:ext>
                  </a:extLst>
                </p14:cNvPr>
                <p14:cNvContentPartPr/>
                <p14:nvPr/>
              </p14:nvContentPartPr>
              <p14:xfrm>
                <a:off x="10075320" y="3382560"/>
                <a:ext cx="65160" cy="104040"/>
              </p14:xfrm>
            </p:contentPart>
          </mc:Choice>
          <mc:Fallback>
            <p:pic>
              <p:nvPicPr>
                <p:cNvPr id="82" name="Ink 81">
                  <a:extLst>
                    <a:ext uri="{FF2B5EF4-FFF2-40B4-BE49-F238E27FC236}">
                      <a16:creationId xmlns:a16="http://schemas.microsoft.com/office/drawing/2014/main" id="{D4E1678B-DD19-F004-1ADA-5BFBB3352395}"/>
                    </a:ext>
                  </a:extLst>
                </p:cNvPr>
                <p:cNvPicPr/>
                <p:nvPr/>
              </p:nvPicPr>
              <p:blipFill>
                <a:blip r:embed="rId141"/>
                <a:stretch>
                  <a:fillRect/>
                </a:stretch>
              </p:blipFill>
              <p:spPr>
                <a:xfrm>
                  <a:off x="10066320" y="3373529"/>
                  <a:ext cx="82800" cy="121741"/>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3" name="Ink 82">
                  <a:extLst>
                    <a:ext uri="{FF2B5EF4-FFF2-40B4-BE49-F238E27FC236}">
                      <a16:creationId xmlns:a16="http://schemas.microsoft.com/office/drawing/2014/main" id="{6DE98ECF-BD64-AA9C-6A61-284CC0A4ED27}"/>
                    </a:ext>
                  </a:extLst>
                </p14:cNvPr>
                <p14:cNvContentPartPr/>
                <p14:nvPr/>
              </p14:nvContentPartPr>
              <p14:xfrm>
                <a:off x="10184040" y="3369600"/>
                <a:ext cx="107280" cy="218880"/>
              </p14:xfrm>
            </p:contentPart>
          </mc:Choice>
          <mc:Fallback>
            <p:pic>
              <p:nvPicPr>
                <p:cNvPr id="83" name="Ink 82">
                  <a:extLst>
                    <a:ext uri="{FF2B5EF4-FFF2-40B4-BE49-F238E27FC236}">
                      <a16:creationId xmlns:a16="http://schemas.microsoft.com/office/drawing/2014/main" id="{6DE98ECF-BD64-AA9C-6A61-284CC0A4ED27}"/>
                    </a:ext>
                  </a:extLst>
                </p:cNvPr>
                <p:cNvPicPr/>
                <p:nvPr/>
              </p:nvPicPr>
              <p:blipFill>
                <a:blip r:embed="rId143"/>
                <a:stretch>
                  <a:fillRect/>
                </a:stretch>
              </p:blipFill>
              <p:spPr>
                <a:xfrm>
                  <a:off x="10175040" y="3360600"/>
                  <a:ext cx="124920" cy="2365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4" name="Ink 83">
                  <a:extLst>
                    <a:ext uri="{FF2B5EF4-FFF2-40B4-BE49-F238E27FC236}">
                      <a16:creationId xmlns:a16="http://schemas.microsoft.com/office/drawing/2014/main" id="{7D678BD7-0AF9-6A29-E235-BE3086300808}"/>
                    </a:ext>
                  </a:extLst>
                </p14:cNvPr>
                <p14:cNvContentPartPr/>
                <p14:nvPr/>
              </p14:nvContentPartPr>
              <p14:xfrm>
                <a:off x="10377000" y="3413520"/>
                <a:ext cx="10440" cy="6120"/>
              </p14:xfrm>
            </p:contentPart>
          </mc:Choice>
          <mc:Fallback>
            <p:pic>
              <p:nvPicPr>
                <p:cNvPr id="84" name="Ink 83">
                  <a:extLst>
                    <a:ext uri="{FF2B5EF4-FFF2-40B4-BE49-F238E27FC236}">
                      <a16:creationId xmlns:a16="http://schemas.microsoft.com/office/drawing/2014/main" id="{7D678BD7-0AF9-6A29-E235-BE3086300808}"/>
                    </a:ext>
                  </a:extLst>
                </p:cNvPr>
                <p:cNvPicPr/>
                <p:nvPr/>
              </p:nvPicPr>
              <p:blipFill>
                <a:blip r:embed="rId145"/>
                <a:stretch>
                  <a:fillRect/>
                </a:stretch>
              </p:blipFill>
              <p:spPr>
                <a:xfrm>
                  <a:off x="10368000" y="3404520"/>
                  <a:ext cx="28080" cy="23760"/>
                </a:xfrm>
                <a:prstGeom prst="rect">
                  <a:avLst/>
                </a:prstGeom>
              </p:spPr>
            </p:pic>
          </mc:Fallback>
        </mc:AlternateContent>
        <p:grpSp>
          <p:nvGrpSpPr>
            <p:cNvPr id="101" name="Group 100">
              <a:extLst>
                <a:ext uri="{FF2B5EF4-FFF2-40B4-BE49-F238E27FC236}">
                  <a16:creationId xmlns:a16="http://schemas.microsoft.com/office/drawing/2014/main" id="{065499D5-28A0-CD4D-3E01-6838B3048AC7}"/>
                </a:ext>
              </a:extLst>
            </p:cNvPr>
            <p:cNvGrpSpPr/>
            <p:nvPr/>
          </p:nvGrpSpPr>
          <p:grpSpPr>
            <a:xfrm>
              <a:off x="10660680" y="3402720"/>
              <a:ext cx="812880" cy="176400"/>
              <a:chOff x="10660680" y="3402720"/>
              <a:chExt cx="812880" cy="176400"/>
            </a:xfrm>
          </p:grpSpPr>
          <mc:AlternateContent xmlns:mc="http://schemas.openxmlformats.org/markup-compatibility/2006" xmlns:p14="http://schemas.microsoft.com/office/powerpoint/2010/main">
            <mc:Choice Requires="p14">
              <p:contentPart p14:bwMode="auto" r:id="rId146">
                <p14:nvContentPartPr>
                  <p14:cNvPr id="85" name="Ink 84">
                    <a:extLst>
                      <a:ext uri="{FF2B5EF4-FFF2-40B4-BE49-F238E27FC236}">
                        <a16:creationId xmlns:a16="http://schemas.microsoft.com/office/drawing/2014/main" id="{6173A2CA-B27A-A00A-509C-DF7CB4D5A953}"/>
                      </a:ext>
                    </a:extLst>
                  </p14:cNvPr>
                  <p14:cNvContentPartPr/>
                  <p14:nvPr/>
                </p14:nvContentPartPr>
                <p14:xfrm>
                  <a:off x="10660680" y="3434040"/>
                  <a:ext cx="19800" cy="145080"/>
                </p14:xfrm>
              </p:contentPart>
            </mc:Choice>
            <mc:Fallback xmlns="">
              <p:pic>
                <p:nvPicPr>
                  <p:cNvPr id="85" name="Ink 84">
                    <a:extLst>
                      <a:ext uri="{FF2B5EF4-FFF2-40B4-BE49-F238E27FC236}">
                        <a16:creationId xmlns:a16="http://schemas.microsoft.com/office/drawing/2014/main" id="{6173A2CA-B27A-A00A-509C-DF7CB4D5A953}"/>
                      </a:ext>
                    </a:extLst>
                  </p:cNvPr>
                  <p:cNvPicPr/>
                  <p:nvPr/>
                </p:nvPicPr>
                <p:blipFill>
                  <a:blip r:embed="rId147"/>
                  <a:stretch>
                    <a:fillRect/>
                  </a:stretch>
                </p:blipFill>
                <p:spPr>
                  <a:xfrm>
                    <a:off x="10652040" y="3425400"/>
                    <a:ext cx="3744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86" name="Ink 85">
                    <a:extLst>
                      <a:ext uri="{FF2B5EF4-FFF2-40B4-BE49-F238E27FC236}">
                        <a16:creationId xmlns:a16="http://schemas.microsoft.com/office/drawing/2014/main" id="{B35ADBE8-9E57-F36E-C0FD-2B04B9D7CFC9}"/>
                      </a:ext>
                    </a:extLst>
                  </p14:cNvPr>
                  <p14:cNvContentPartPr/>
                  <p14:nvPr/>
                </p14:nvContentPartPr>
                <p14:xfrm>
                  <a:off x="10717920" y="3498840"/>
                  <a:ext cx="8280" cy="3960"/>
                </p14:xfrm>
              </p:contentPart>
            </mc:Choice>
            <mc:Fallback xmlns="">
              <p:pic>
                <p:nvPicPr>
                  <p:cNvPr id="86" name="Ink 85">
                    <a:extLst>
                      <a:ext uri="{FF2B5EF4-FFF2-40B4-BE49-F238E27FC236}">
                        <a16:creationId xmlns:a16="http://schemas.microsoft.com/office/drawing/2014/main" id="{B35ADBE8-9E57-F36E-C0FD-2B04B9D7CFC9}"/>
                      </a:ext>
                    </a:extLst>
                  </p:cNvPr>
                  <p:cNvPicPr/>
                  <p:nvPr/>
                </p:nvPicPr>
                <p:blipFill>
                  <a:blip r:embed="rId149"/>
                  <a:stretch>
                    <a:fillRect/>
                  </a:stretch>
                </p:blipFill>
                <p:spPr>
                  <a:xfrm>
                    <a:off x="10708920" y="3489840"/>
                    <a:ext cx="2592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87" name="Ink 86">
                    <a:extLst>
                      <a:ext uri="{FF2B5EF4-FFF2-40B4-BE49-F238E27FC236}">
                        <a16:creationId xmlns:a16="http://schemas.microsoft.com/office/drawing/2014/main" id="{121C185C-0C80-1AB8-A886-78CAF39B29EF}"/>
                      </a:ext>
                    </a:extLst>
                  </p14:cNvPr>
                  <p14:cNvContentPartPr/>
                  <p14:nvPr/>
                </p14:nvContentPartPr>
                <p14:xfrm>
                  <a:off x="10824120" y="3447360"/>
                  <a:ext cx="17280" cy="110520"/>
                </p14:xfrm>
              </p:contentPart>
            </mc:Choice>
            <mc:Fallback xmlns="">
              <p:pic>
                <p:nvPicPr>
                  <p:cNvPr id="87" name="Ink 86">
                    <a:extLst>
                      <a:ext uri="{FF2B5EF4-FFF2-40B4-BE49-F238E27FC236}">
                        <a16:creationId xmlns:a16="http://schemas.microsoft.com/office/drawing/2014/main" id="{121C185C-0C80-1AB8-A886-78CAF39B29EF}"/>
                      </a:ext>
                    </a:extLst>
                  </p:cNvPr>
                  <p:cNvPicPr/>
                  <p:nvPr/>
                </p:nvPicPr>
                <p:blipFill>
                  <a:blip r:embed="rId151"/>
                  <a:stretch>
                    <a:fillRect/>
                  </a:stretch>
                </p:blipFill>
                <p:spPr>
                  <a:xfrm>
                    <a:off x="10815120" y="3438720"/>
                    <a:ext cx="3492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88" name="Ink 87">
                    <a:extLst>
                      <a:ext uri="{FF2B5EF4-FFF2-40B4-BE49-F238E27FC236}">
                        <a16:creationId xmlns:a16="http://schemas.microsoft.com/office/drawing/2014/main" id="{94E7BEAF-22CE-A7AB-902D-DAEB378121EF}"/>
                      </a:ext>
                    </a:extLst>
                  </p14:cNvPr>
                  <p14:cNvContentPartPr/>
                  <p14:nvPr/>
                </p14:nvContentPartPr>
                <p14:xfrm>
                  <a:off x="10873080" y="3447720"/>
                  <a:ext cx="84240" cy="96840"/>
                </p14:xfrm>
              </p:contentPart>
            </mc:Choice>
            <mc:Fallback xmlns="">
              <p:pic>
                <p:nvPicPr>
                  <p:cNvPr id="88" name="Ink 87">
                    <a:extLst>
                      <a:ext uri="{FF2B5EF4-FFF2-40B4-BE49-F238E27FC236}">
                        <a16:creationId xmlns:a16="http://schemas.microsoft.com/office/drawing/2014/main" id="{94E7BEAF-22CE-A7AB-902D-DAEB378121EF}"/>
                      </a:ext>
                    </a:extLst>
                  </p:cNvPr>
                  <p:cNvPicPr/>
                  <p:nvPr/>
                </p:nvPicPr>
                <p:blipFill>
                  <a:blip r:embed="rId153"/>
                  <a:stretch>
                    <a:fillRect/>
                  </a:stretch>
                </p:blipFill>
                <p:spPr>
                  <a:xfrm>
                    <a:off x="10864080" y="3438720"/>
                    <a:ext cx="1018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89" name="Ink 88">
                    <a:extLst>
                      <a:ext uri="{FF2B5EF4-FFF2-40B4-BE49-F238E27FC236}">
                        <a16:creationId xmlns:a16="http://schemas.microsoft.com/office/drawing/2014/main" id="{EAC84635-6970-2F4A-B85F-D0F56C67A4B1}"/>
                      </a:ext>
                    </a:extLst>
                  </p14:cNvPr>
                  <p14:cNvContentPartPr/>
                  <p14:nvPr/>
                </p14:nvContentPartPr>
                <p14:xfrm>
                  <a:off x="11012760" y="3475080"/>
                  <a:ext cx="21960" cy="14040"/>
                </p14:xfrm>
              </p:contentPart>
            </mc:Choice>
            <mc:Fallback xmlns="">
              <p:pic>
                <p:nvPicPr>
                  <p:cNvPr id="89" name="Ink 88">
                    <a:extLst>
                      <a:ext uri="{FF2B5EF4-FFF2-40B4-BE49-F238E27FC236}">
                        <a16:creationId xmlns:a16="http://schemas.microsoft.com/office/drawing/2014/main" id="{EAC84635-6970-2F4A-B85F-D0F56C67A4B1}"/>
                      </a:ext>
                    </a:extLst>
                  </p:cNvPr>
                  <p:cNvPicPr/>
                  <p:nvPr/>
                </p:nvPicPr>
                <p:blipFill>
                  <a:blip r:embed="rId155"/>
                  <a:stretch>
                    <a:fillRect/>
                  </a:stretch>
                </p:blipFill>
                <p:spPr>
                  <a:xfrm>
                    <a:off x="11003760" y="3466440"/>
                    <a:ext cx="3960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90" name="Ink 89">
                    <a:extLst>
                      <a:ext uri="{FF2B5EF4-FFF2-40B4-BE49-F238E27FC236}">
                        <a16:creationId xmlns:a16="http://schemas.microsoft.com/office/drawing/2014/main" id="{5FE7B1D1-7DD4-9CAB-1E76-FE7555DBA99F}"/>
                      </a:ext>
                    </a:extLst>
                  </p14:cNvPr>
                  <p14:cNvContentPartPr/>
                  <p14:nvPr/>
                </p14:nvContentPartPr>
                <p14:xfrm>
                  <a:off x="11080080" y="3436560"/>
                  <a:ext cx="30960" cy="113400"/>
                </p14:xfrm>
              </p:contentPart>
            </mc:Choice>
            <mc:Fallback xmlns="">
              <p:pic>
                <p:nvPicPr>
                  <p:cNvPr id="90" name="Ink 89">
                    <a:extLst>
                      <a:ext uri="{FF2B5EF4-FFF2-40B4-BE49-F238E27FC236}">
                        <a16:creationId xmlns:a16="http://schemas.microsoft.com/office/drawing/2014/main" id="{5FE7B1D1-7DD4-9CAB-1E76-FE7555DBA99F}"/>
                      </a:ext>
                    </a:extLst>
                  </p:cNvPr>
                  <p:cNvPicPr/>
                  <p:nvPr/>
                </p:nvPicPr>
                <p:blipFill>
                  <a:blip r:embed="rId157"/>
                  <a:stretch>
                    <a:fillRect/>
                  </a:stretch>
                </p:blipFill>
                <p:spPr>
                  <a:xfrm>
                    <a:off x="11071440" y="3427560"/>
                    <a:ext cx="4860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94" name="Ink 93">
                    <a:extLst>
                      <a:ext uri="{FF2B5EF4-FFF2-40B4-BE49-F238E27FC236}">
                        <a16:creationId xmlns:a16="http://schemas.microsoft.com/office/drawing/2014/main" id="{2621B831-B0C6-3B15-01B3-5676992B5739}"/>
                      </a:ext>
                    </a:extLst>
                  </p14:cNvPr>
                  <p14:cNvContentPartPr/>
                  <p14:nvPr/>
                </p14:nvContentPartPr>
                <p14:xfrm>
                  <a:off x="11111040" y="3402720"/>
                  <a:ext cx="77760" cy="164880"/>
                </p14:xfrm>
              </p:contentPart>
            </mc:Choice>
            <mc:Fallback xmlns="">
              <p:pic>
                <p:nvPicPr>
                  <p:cNvPr id="94" name="Ink 93">
                    <a:extLst>
                      <a:ext uri="{FF2B5EF4-FFF2-40B4-BE49-F238E27FC236}">
                        <a16:creationId xmlns:a16="http://schemas.microsoft.com/office/drawing/2014/main" id="{2621B831-B0C6-3B15-01B3-5676992B5739}"/>
                      </a:ext>
                    </a:extLst>
                  </p:cNvPr>
                  <p:cNvPicPr/>
                  <p:nvPr/>
                </p:nvPicPr>
                <p:blipFill>
                  <a:blip r:embed="rId159"/>
                  <a:stretch>
                    <a:fillRect/>
                  </a:stretch>
                </p:blipFill>
                <p:spPr>
                  <a:xfrm>
                    <a:off x="11102040" y="3393720"/>
                    <a:ext cx="9540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96" name="Ink 95">
                    <a:extLst>
                      <a:ext uri="{FF2B5EF4-FFF2-40B4-BE49-F238E27FC236}">
                        <a16:creationId xmlns:a16="http://schemas.microsoft.com/office/drawing/2014/main" id="{AEE01F9D-D58D-0397-906F-A5B23B0724F9}"/>
                      </a:ext>
                    </a:extLst>
                  </p14:cNvPr>
                  <p14:cNvContentPartPr/>
                  <p14:nvPr/>
                </p14:nvContentPartPr>
                <p14:xfrm>
                  <a:off x="11221200" y="3491640"/>
                  <a:ext cx="43920" cy="10800"/>
                </p14:xfrm>
              </p:contentPart>
            </mc:Choice>
            <mc:Fallback xmlns="">
              <p:pic>
                <p:nvPicPr>
                  <p:cNvPr id="96" name="Ink 95">
                    <a:extLst>
                      <a:ext uri="{FF2B5EF4-FFF2-40B4-BE49-F238E27FC236}">
                        <a16:creationId xmlns:a16="http://schemas.microsoft.com/office/drawing/2014/main" id="{AEE01F9D-D58D-0397-906F-A5B23B0724F9}"/>
                      </a:ext>
                    </a:extLst>
                  </p:cNvPr>
                  <p:cNvPicPr/>
                  <p:nvPr/>
                </p:nvPicPr>
                <p:blipFill>
                  <a:blip r:embed="rId161"/>
                  <a:stretch>
                    <a:fillRect/>
                  </a:stretch>
                </p:blipFill>
                <p:spPr>
                  <a:xfrm>
                    <a:off x="11212560" y="3482640"/>
                    <a:ext cx="6156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98" name="Ink 97">
                    <a:extLst>
                      <a:ext uri="{FF2B5EF4-FFF2-40B4-BE49-F238E27FC236}">
                        <a16:creationId xmlns:a16="http://schemas.microsoft.com/office/drawing/2014/main" id="{B4F6A524-E7C0-5F52-8254-7642C2928116}"/>
                      </a:ext>
                    </a:extLst>
                  </p14:cNvPr>
                  <p14:cNvContentPartPr/>
                  <p14:nvPr/>
                </p14:nvContentPartPr>
                <p14:xfrm>
                  <a:off x="11316240" y="3425400"/>
                  <a:ext cx="71640" cy="108360"/>
                </p14:xfrm>
              </p:contentPart>
            </mc:Choice>
            <mc:Fallback xmlns="">
              <p:pic>
                <p:nvPicPr>
                  <p:cNvPr id="98" name="Ink 97">
                    <a:extLst>
                      <a:ext uri="{FF2B5EF4-FFF2-40B4-BE49-F238E27FC236}">
                        <a16:creationId xmlns:a16="http://schemas.microsoft.com/office/drawing/2014/main" id="{B4F6A524-E7C0-5F52-8254-7642C2928116}"/>
                      </a:ext>
                    </a:extLst>
                  </p:cNvPr>
                  <p:cNvPicPr/>
                  <p:nvPr/>
                </p:nvPicPr>
                <p:blipFill>
                  <a:blip r:embed="rId163"/>
                  <a:stretch>
                    <a:fillRect/>
                  </a:stretch>
                </p:blipFill>
                <p:spPr>
                  <a:xfrm>
                    <a:off x="11307240" y="3416760"/>
                    <a:ext cx="8928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99" name="Ink 98">
                    <a:extLst>
                      <a:ext uri="{FF2B5EF4-FFF2-40B4-BE49-F238E27FC236}">
                        <a16:creationId xmlns:a16="http://schemas.microsoft.com/office/drawing/2014/main" id="{ABD25F0B-A3B7-99CF-2D3F-42D9F370B66C}"/>
                      </a:ext>
                    </a:extLst>
                  </p14:cNvPr>
                  <p14:cNvContentPartPr/>
                  <p14:nvPr/>
                </p14:nvContentPartPr>
                <p14:xfrm>
                  <a:off x="11407680" y="3422160"/>
                  <a:ext cx="19800" cy="112320"/>
                </p14:xfrm>
              </p:contentPart>
            </mc:Choice>
            <mc:Fallback xmlns="">
              <p:pic>
                <p:nvPicPr>
                  <p:cNvPr id="99" name="Ink 98">
                    <a:extLst>
                      <a:ext uri="{FF2B5EF4-FFF2-40B4-BE49-F238E27FC236}">
                        <a16:creationId xmlns:a16="http://schemas.microsoft.com/office/drawing/2014/main" id="{ABD25F0B-A3B7-99CF-2D3F-42D9F370B66C}"/>
                      </a:ext>
                    </a:extLst>
                  </p:cNvPr>
                  <p:cNvPicPr/>
                  <p:nvPr/>
                </p:nvPicPr>
                <p:blipFill>
                  <a:blip r:embed="rId165"/>
                  <a:stretch>
                    <a:fillRect/>
                  </a:stretch>
                </p:blipFill>
                <p:spPr>
                  <a:xfrm>
                    <a:off x="11399040" y="3413160"/>
                    <a:ext cx="3744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100" name="Ink 99">
                    <a:extLst>
                      <a:ext uri="{FF2B5EF4-FFF2-40B4-BE49-F238E27FC236}">
                        <a16:creationId xmlns:a16="http://schemas.microsoft.com/office/drawing/2014/main" id="{4F3F03BD-D24E-E218-513B-F33C9BF4D540}"/>
                      </a:ext>
                    </a:extLst>
                  </p14:cNvPr>
                  <p14:cNvContentPartPr/>
                  <p14:nvPr/>
                </p14:nvContentPartPr>
                <p14:xfrm>
                  <a:off x="11434320" y="3420720"/>
                  <a:ext cx="39240" cy="125280"/>
                </p14:xfrm>
              </p:contentPart>
            </mc:Choice>
            <mc:Fallback xmlns="">
              <p:pic>
                <p:nvPicPr>
                  <p:cNvPr id="100" name="Ink 99">
                    <a:extLst>
                      <a:ext uri="{FF2B5EF4-FFF2-40B4-BE49-F238E27FC236}">
                        <a16:creationId xmlns:a16="http://schemas.microsoft.com/office/drawing/2014/main" id="{4F3F03BD-D24E-E218-513B-F33C9BF4D540}"/>
                      </a:ext>
                    </a:extLst>
                  </p:cNvPr>
                  <p:cNvPicPr/>
                  <p:nvPr/>
                </p:nvPicPr>
                <p:blipFill>
                  <a:blip r:embed="rId167"/>
                  <a:stretch>
                    <a:fillRect/>
                  </a:stretch>
                </p:blipFill>
                <p:spPr>
                  <a:xfrm>
                    <a:off x="11425680" y="3412080"/>
                    <a:ext cx="56880" cy="142920"/>
                  </a:xfrm>
                  <a:prstGeom prst="rect">
                    <a:avLst/>
                  </a:prstGeom>
                </p:spPr>
              </p:pic>
            </mc:Fallback>
          </mc:AlternateContent>
        </p:grpSp>
      </p:grpSp>
      <p:grpSp>
        <p:nvGrpSpPr>
          <p:cNvPr id="174" name="Group 173">
            <a:extLst>
              <a:ext uri="{FF2B5EF4-FFF2-40B4-BE49-F238E27FC236}">
                <a16:creationId xmlns:a16="http://schemas.microsoft.com/office/drawing/2014/main" id="{6A1FB15C-869F-92E4-5DF5-06312B6B4E51}"/>
              </a:ext>
            </a:extLst>
          </p:cNvPr>
          <p:cNvGrpSpPr/>
          <p:nvPr/>
        </p:nvGrpSpPr>
        <p:grpSpPr>
          <a:xfrm>
            <a:off x="4210920" y="3914480"/>
            <a:ext cx="2413638" cy="1399747"/>
            <a:chOff x="4210920" y="3914480"/>
            <a:chExt cx="2413638" cy="1399747"/>
          </a:xfrm>
        </p:grpSpPr>
        <mc:AlternateContent xmlns:mc="http://schemas.openxmlformats.org/markup-compatibility/2006" xmlns:p14="http://schemas.microsoft.com/office/powerpoint/2010/main">
          <mc:Choice Requires="p14">
            <p:contentPart p14:bwMode="auto" r:id="rId168">
              <p14:nvContentPartPr>
                <p14:cNvPr id="102" name="Ink 101">
                  <a:extLst>
                    <a:ext uri="{FF2B5EF4-FFF2-40B4-BE49-F238E27FC236}">
                      <a16:creationId xmlns:a16="http://schemas.microsoft.com/office/drawing/2014/main" id="{D9BBA2E9-BFBD-57A2-BF72-DC42D3FBEB86}"/>
                    </a:ext>
                  </a:extLst>
                </p14:cNvPr>
                <p14:cNvContentPartPr/>
                <p14:nvPr/>
              </p14:nvContentPartPr>
              <p14:xfrm>
                <a:off x="4210920" y="3974960"/>
                <a:ext cx="31680" cy="150120"/>
              </p14:xfrm>
            </p:contentPart>
          </mc:Choice>
          <mc:Fallback xmlns="">
            <p:pic>
              <p:nvPicPr>
                <p:cNvPr id="102" name="Ink 101">
                  <a:extLst>
                    <a:ext uri="{FF2B5EF4-FFF2-40B4-BE49-F238E27FC236}">
                      <a16:creationId xmlns:a16="http://schemas.microsoft.com/office/drawing/2014/main" id="{D9BBA2E9-BFBD-57A2-BF72-DC42D3FBEB86}"/>
                    </a:ext>
                  </a:extLst>
                </p:cNvPr>
                <p:cNvPicPr/>
                <p:nvPr/>
              </p:nvPicPr>
              <p:blipFill>
                <a:blip r:embed="rId193"/>
                <a:stretch>
                  <a:fillRect/>
                </a:stretch>
              </p:blipFill>
              <p:spPr>
                <a:xfrm>
                  <a:off x="4201920" y="3966320"/>
                  <a:ext cx="4932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03" name="Ink 102">
                  <a:extLst>
                    <a:ext uri="{FF2B5EF4-FFF2-40B4-BE49-F238E27FC236}">
                      <a16:creationId xmlns:a16="http://schemas.microsoft.com/office/drawing/2014/main" id="{3892A10B-35FF-94E1-EA05-146B2A045CEC}"/>
                    </a:ext>
                  </a:extLst>
                </p14:cNvPr>
                <p14:cNvContentPartPr/>
                <p14:nvPr/>
              </p14:nvContentPartPr>
              <p14:xfrm>
                <a:off x="4217760" y="3958760"/>
                <a:ext cx="124920" cy="250920"/>
              </p14:xfrm>
            </p:contentPart>
          </mc:Choice>
          <mc:Fallback xmlns="">
            <p:pic>
              <p:nvPicPr>
                <p:cNvPr id="103" name="Ink 102">
                  <a:extLst>
                    <a:ext uri="{FF2B5EF4-FFF2-40B4-BE49-F238E27FC236}">
                      <a16:creationId xmlns:a16="http://schemas.microsoft.com/office/drawing/2014/main" id="{3892A10B-35FF-94E1-EA05-146B2A045CEC}"/>
                    </a:ext>
                  </a:extLst>
                </p:cNvPr>
                <p:cNvPicPr/>
                <p:nvPr/>
              </p:nvPicPr>
              <p:blipFill>
                <a:blip r:embed="rId195"/>
                <a:stretch>
                  <a:fillRect/>
                </a:stretch>
              </p:blipFill>
              <p:spPr>
                <a:xfrm>
                  <a:off x="4208760" y="3949760"/>
                  <a:ext cx="14256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04" name="Ink 103">
                  <a:extLst>
                    <a:ext uri="{FF2B5EF4-FFF2-40B4-BE49-F238E27FC236}">
                      <a16:creationId xmlns:a16="http://schemas.microsoft.com/office/drawing/2014/main" id="{DACB0D8D-57F7-DB94-BFBC-818373318E09}"/>
                    </a:ext>
                  </a:extLst>
                </p14:cNvPr>
                <p14:cNvContentPartPr/>
                <p14:nvPr/>
              </p14:nvContentPartPr>
              <p14:xfrm>
                <a:off x="4401720" y="4072880"/>
                <a:ext cx="47160" cy="78120"/>
              </p14:xfrm>
            </p:contentPart>
          </mc:Choice>
          <mc:Fallback xmlns="">
            <p:pic>
              <p:nvPicPr>
                <p:cNvPr id="104" name="Ink 103">
                  <a:extLst>
                    <a:ext uri="{FF2B5EF4-FFF2-40B4-BE49-F238E27FC236}">
                      <a16:creationId xmlns:a16="http://schemas.microsoft.com/office/drawing/2014/main" id="{DACB0D8D-57F7-DB94-BFBC-818373318E09}"/>
                    </a:ext>
                  </a:extLst>
                </p:cNvPr>
                <p:cNvPicPr/>
                <p:nvPr/>
              </p:nvPicPr>
              <p:blipFill>
                <a:blip r:embed="rId197"/>
                <a:stretch>
                  <a:fillRect/>
                </a:stretch>
              </p:blipFill>
              <p:spPr>
                <a:xfrm>
                  <a:off x="4393080" y="4064240"/>
                  <a:ext cx="64800" cy="957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05" name="Ink 104">
                  <a:extLst>
                    <a:ext uri="{FF2B5EF4-FFF2-40B4-BE49-F238E27FC236}">
                      <a16:creationId xmlns:a16="http://schemas.microsoft.com/office/drawing/2014/main" id="{3A4991C0-5318-8876-DF39-1572EA1CBC4A}"/>
                    </a:ext>
                  </a:extLst>
                </p14:cNvPr>
                <p14:cNvContentPartPr/>
                <p14:nvPr/>
              </p14:nvContentPartPr>
              <p14:xfrm>
                <a:off x="4492080" y="3968840"/>
                <a:ext cx="19440" cy="142920"/>
              </p14:xfrm>
            </p:contentPart>
          </mc:Choice>
          <mc:Fallback xmlns="">
            <p:pic>
              <p:nvPicPr>
                <p:cNvPr id="105" name="Ink 104">
                  <a:extLst>
                    <a:ext uri="{FF2B5EF4-FFF2-40B4-BE49-F238E27FC236}">
                      <a16:creationId xmlns:a16="http://schemas.microsoft.com/office/drawing/2014/main" id="{3A4991C0-5318-8876-DF39-1572EA1CBC4A}"/>
                    </a:ext>
                  </a:extLst>
                </p:cNvPr>
                <p:cNvPicPr/>
                <p:nvPr/>
              </p:nvPicPr>
              <p:blipFill>
                <a:blip r:embed="rId199"/>
                <a:stretch>
                  <a:fillRect/>
                </a:stretch>
              </p:blipFill>
              <p:spPr>
                <a:xfrm>
                  <a:off x="4483080" y="3959840"/>
                  <a:ext cx="3708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06" name="Ink 105">
                  <a:extLst>
                    <a:ext uri="{FF2B5EF4-FFF2-40B4-BE49-F238E27FC236}">
                      <a16:creationId xmlns:a16="http://schemas.microsoft.com/office/drawing/2014/main" id="{86923B59-2A99-95C2-0674-C054F4126DC2}"/>
                    </a:ext>
                  </a:extLst>
                </p14:cNvPr>
                <p14:cNvContentPartPr/>
                <p14:nvPr/>
              </p14:nvContentPartPr>
              <p14:xfrm>
                <a:off x="4538520" y="3938600"/>
                <a:ext cx="21240" cy="217800"/>
              </p14:xfrm>
            </p:contentPart>
          </mc:Choice>
          <mc:Fallback xmlns="">
            <p:pic>
              <p:nvPicPr>
                <p:cNvPr id="106" name="Ink 105">
                  <a:extLst>
                    <a:ext uri="{FF2B5EF4-FFF2-40B4-BE49-F238E27FC236}">
                      <a16:creationId xmlns:a16="http://schemas.microsoft.com/office/drawing/2014/main" id="{86923B59-2A99-95C2-0674-C054F4126DC2}"/>
                    </a:ext>
                  </a:extLst>
                </p:cNvPr>
                <p:cNvPicPr/>
                <p:nvPr/>
              </p:nvPicPr>
              <p:blipFill>
                <a:blip r:embed="rId201"/>
                <a:stretch>
                  <a:fillRect/>
                </a:stretch>
              </p:blipFill>
              <p:spPr>
                <a:xfrm>
                  <a:off x="4529520" y="3929600"/>
                  <a:ext cx="3888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107" name="Ink 106">
                  <a:extLst>
                    <a:ext uri="{FF2B5EF4-FFF2-40B4-BE49-F238E27FC236}">
                      <a16:creationId xmlns:a16="http://schemas.microsoft.com/office/drawing/2014/main" id="{1951586E-A5EE-F50A-ACD9-01C5A1E80AFB}"/>
                    </a:ext>
                  </a:extLst>
                </p14:cNvPr>
                <p14:cNvContentPartPr/>
                <p14:nvPr/>
              </p14:nvContentPartPr>
              <p14:xfrm>
                <a:off x="4599000" y="4043000"/>
                <a:ext cx="86040" cy="243720"/>
              </p14:xfrm>
            </p:contentPart>
          </mc:Choice>
          <mc:Fallback xmlns="">
            <p:pic>
              <p:nvPicPr>
                <p:cNvPr id="107" name="Ink 106">
                  <a:extLst>
                    <a:ext uri="{FF2B5EF4-FFF2-40B4-BE49-F238E27FC236}">
                      <a16:creationId xmlns:a16="http://schemas.microsoft.com/office/drawing/2014/main" id="{1951586E-A5EE-F50A-ACD9-01C5A1E80AFB}"/>
                    </a:ext>
                  </a:extLst>
                </p:cNvPr>
                <p:cNvPicPr/>
                <p:nvPr/>
              </p:nvPicPr>
              <p:blipFill>
                <a:blip r:embed="rId203"/>
                <a:stretch>
                  <a:fillRect/>
                </a:stretch>
              </p:blipFill>
              <p:spPr>
                <a:xfrm>
                  <a:off x="4590000" y="4034360"/>
                  <a:ext cx="10368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204">
              <p14:nvContentPartPr>
                <p14:cNvPr id="108" name="Ink 107">
                  <a:extLst>
                    <a:ext uri="{FF2B5EF4-FFF2-40B4-BE49-F238E27FC236}">
                      <a16:creationId xmlns:a16="http://schemas.microsoft.com/office/drawing/2014/main" id="{3BE256CD-4540-212F-94F6-9371467C8EC4}"/>
                    </a:ext>
                  </a:extLst>
                </p14:cNvPr>
                <p14:cNvContentPartPr/>
                <p14:nvPr/>
              </p14:nvContentPartPr>
              <p14:xfrm>
                <a:off x="4703040" y="3960560"/>
                <a:ext cx="48960" cy="182160"/>
              </p14:xfrm>
            </p:contentPart>
          </mc:Choice>
          <mc:Fallback xmlns="">
            <p:pic>
              <p:nvPicPr>
                <p:cNvPr id="108" name="Ink 107">
                  <a:extLst>
                    <a:ext uri="{FF2B5EF4-FFF2-40B4-BE49-F238E27FC236}">
                      <a16:creationId xmlns:a16="http://schemas.microsoft.com/office/drawing/2014/main" id="{3BE256CD-4540-212F-94F6-9371467C8EC4}"/>
                    </a:ext>
                  </a:extLst>
                </p:cNvPr>
                <p:cNvPicPr/>
                <p:nvPr/>
              </p:nvPicPr>
              <p:blipFill>
                <a:blip r:embed="rId205"/>
                <a:stretch>
                  <a:fillRect/>
                </a:stretch>
              </p:blipFill>
              <p:spPr>
                <a:xfrm>
                  <a:off x="4694400" y="3951920"/>
                  <a:ext cx="6660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206">
              <p14:nvContentPartPr>
                <p14:cNvPr id="110" name="Ink 109">
                  <a:extLst>
                    <a:ext uri="{FF2B5EF4-FFF2-40B4-BE49-F238E27FC236}">
                      <a16:creationId xmlns:a16="http://schemas.microsoft.com/office/drawing/2014/main" id="{BCB4C9D2-D48A-BF90-2353-F77A2FCC7F40}"/>
                    </a:ext>
                  </a:extLst>
                </p14:cNvPr>
                <p14:cNvContentPartPr/>
                <p14:nvPr/>
              </p14:nvContentPartPr>
              <p14:xfrm>
                <a:off x="4951800" y="3995480"/>
                <a:ext cx="82800" cy="190440"/>
              </p14:xfrm>
            </p:contentPart>
          </mc:Choice>
          <mc:Fallback xmlns="">
            <p:pic>
              <p:nvPicPr>
                <p:cNvPr id="110" name="Ink 109">
                  <a:extLst>
                    <a:ext uri="{FF2B5EF4-FFF2-40B4-BE49-F238E27FC236}">
                      <a16:creationId xmlns:a16="http://schemas.microsoft.com/office/drawing/2014/main" id="{BCB4C9D2-D48A-BF90-2353-F77A2FCC7F40}"/>
                    </a:ext>
                  </a:extLst>
                </p:cNvPr>
                <p:cNvPicPr/>
                <p:nvPr/>
              </p:nvPicPr>
              <p:blipFill>
                <a:blip r:embed="rId207"/>
                <a:stretch>
                  <a:fillRect/>
                </a:stretch>
              </p:blipFill>
              <p:spPr>
                <a:xfrm>
                  <a:off x="4942800" y="3986840"/>
                  <a:ext cx="10044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208">
              <p14:nvContentPartPr>
                <p14:cNvPr id="111" name="Ink 110">
                  <a:extLst>
                    <a:ext uri="{FF2B5EF4-FFF2-40B4-BE49-F238E27FC236}">
                      <a16:creationId xmlns:a16="http://schemas.microsoft.com/office/drawing/2014/main" id="{BC4A76D3-B004-A887-85E1-4CA976F533DD}"/>
                    </a:ext>
                  </a:extLst>
                </p14:cNvPr>
                <p14:cNvContentPartPr/>
                <p14:nvPr/>
              </p14:nvContentPartPr>
              <p14:xfrm>
                <a:off x="5064120" y="4023560"/>
                <a:ext cx="84240" cy="122400"/>
              </p14:xfrm>
            </p:contentPart>
          </mc:Choice>
          <mc:Fallback xmlns="">
            <p:pic>
              <p:nvPicPr>
                <p:cNvPr id="111" name="Ink 110">
                  <a:extLst>
                    <a:ext uri="{FF2B5EF4-FFF2-40B4-BE49-F238E27FC236}">
                      <a16:creationId xmlns:a16="http://schemas.microsoft.com/office/drawing/2014/main" id="{BC4A76D3-B004-A887-85E1-4CA976F533DD}"/>
                    </a:ext>
                  </a:extLst>
                </p:cNvPr>
                <p:cNvPicPr/>
                <p:nvPr/>
              </p:nvPicPr>
              <p:blipFill>
                <a:blip r:embed="rId209"/>
                <a:stretch>
                  <a:fillRect/>
                </a:stretch>
              </p:blipFill>
              <p:spPr>
                <a:xfrm>
                  <a:off x="5055480" y="4014920"/>
                  <a:ext cx="10188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10">
              <p14:nvContentPartPr>
                <p14:cNvPr id="112" name="Ink 111">
                  <a:extLst>
                    <a:ext uri="{FF2B5EF4-FFF2-40B4-BE49-F238E27FC236}">
                      <a16:creationId xmlns:a16="http://schemas.microsoft.com/office/drawing/2014/main" id="{4A61A2A3-9844-6E30-2430-D128B6C4F358}"/>
                    </a:ext>
                  </a:extLst>
                </p14:cNvPr>
                <p14:cNvContentPartPr/>
                <p14:nvPr/>
              </p14:nvContentPartPr>
              <p14:xfrm>
                <a:off x="5208480" y="4060280"/>
                <a:ext cx="32400" cy="89640"/>
              </p14:xfrm>
            </p:contentPart>
          </mc:Choice>
          <mc:Fallback xmlns="">
            <p:pic>
              <p:nvPicPr>
                <p:cNvPr id="112" name="Ink 111">
                  <a:extLst>
                    <a:ext uri="{FF2B5EF4-FFF2-40B4-BE49-F238E27FC236}">
                      <a16:creationId xmlns:a16="http://schemas.microsoft.com/office/drawing/2014/main" id="{4A61A2A3-9844-6E30-2430-D128B6C4F358}"/>
                    </a:ext>
                  </a:extLst>
                </p:cNvPr>
                <p:cNvPicPr/>
                <p:nvPr/>
              </p:nvPicPr>
              <p:blipFill>
                <a:blip r:embed="rId211"/>
                <a:stretch>
                  <a:fillRect/>
                </a:stretch>
              </p:blipFill>
              <p:spPr>
                <a:xfrm>
                  <a:off x="5199840" y="4051640"/>
                  <a:ext cx="50040" cy="107280"/>
                </a:xfrm>
                <a:prstGeom prst="rect">
                  <a:avLst/>
                </a:prstGeom>
              </p:spPr>
            </p:pic>
          </mc:Fallback>
        </mc:AlternateContent>
        <mc:AlternateContent xmlns:mc="http://schemas.openxmlformats.org/markup-compatibility/2006" xmlns:p14="http://schemas.microsoft.com/office/powerpoint/2010/main">
          <mc:Choice Requires="p14">
            <p:contentPart p14:bwMode="auto" r:id="rId212">
              <p14:nvContentPartPr>
                <p14:cNvPr id="114" name="Ink 113">
                  <a:extLst>
                    <a:ext uri="{FF2B5EF4-FFF2-40B4-BE49-F238E27FC236}">
                      <a16:creationId xmlns:a16="http://schemas.microsoft.com/office/drawing/2014/main" id="{F90616A5-ED5A-B379-04E6-3CB63FC8E2D3}"/>
                    </a:ext>
                  </a:extLst>
                </p14:cNvPr>
                <p14:cNvContentPartPr/>
                <p14:nvPr/>
              </p14:nvContentPartPr>
              <p14:xfrm>
                <a:off x="5438880" y="4034360"/>
                <a:ext cx="102600" cy="91800"/>
              </p14:xfrm>
            </p:contentPart>
          </mc:Choice>
          <mc:Fallback xmlns="">
            <p:pic>
              <p:nvPicPr>
                <p:cNvPr id="114" name="Ink 113">
                  <a:extLst>
                    <a:ext uri="{FF2B5EF4-FFF2-40B4-BE49-F238E27FC236}">
                      <a16:creationId xmlns:a16="http://schemas.microsoft.com/office/drawing/2014/main" id="{F90616A5-ED5A-B379-04E6-3CB63FC8E2D3}"/>
                    </a:ext>
                  </a:extLst>
                </p:cNvPr>
                <p:cNvPicPr/>
                <p:nvPr/>
              </p:nvPicPr>
              <p:blipFill>
                <a:blip r:embed="rId213"/>
                <a:stretch>
                  <a:fillRect/>
                </a:stretch>
              </p:blipFill>
              <p:spPr>
                <a:xfrm>
                  <a:off x="5430240" y="4025360"/>
                  <a:ext cx="12024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214">
              <p14:nvContentPartPr>
                <p14:cNvPr id="115" name="Ink 114">
                  <a:extLst>
                    <a:ext uri="{FF2B5EF4-FFF2-40B4-BE49-F238E27FC236}">
                      <a16:creationId xmlns:a16="http://schemas.microsoft.com/office/drawing/2014/main" id="{09DE6B2A-3DC2-5E81-0D9A-97A43EDE3C4A}"/>
                    </a:ext>
                  </a:extLst>
                </p14:cNvPr>
                <p14:cNvContentPartPr/>
                <p14:nvPr/>
              </p14:nvContentPartPr>
              <p14:xfrm>
                <a:off x="5534640" y="3928160"/>
                <a:ext cx="70920" cy="168480"/>
              </p14:xfrm>
            </p:contentPart>
          </mc:Choice>
          <mc:Fallback xmlns="">
            <p:pic>
              <p:nvPicPr>
                <p:cNvPr id="115" name="Ink 114">
                  <a:extLst>
                    <a:ext uri="{FF2B5EF4-FFF2-40B4-BE49-F238E27FC236}">
                      <a16:creationId xmlns:a16="http://schemas.microsoft.com/office/drawing/2014/main" id="{09DE6B2A-3DC2-5E81-0D9A-97A43EDE3C4A}"/>
                    </a:ext>
                  </a:extLst>
                </p:cNvPr>
                <p:cNvPicPr/>
                <p:nvPr/>
              </p:nvPicPr>
              <p:blipFill>
                <a:blip r:embed="rId215"/>
                <a:stretch>
                  <a:fillRect/>
                </a:stretch>
              </p:blipFill>
              <p:spPr>
                <a:xfrm>
                  <a:off x="5525640" y="3919520"/>
                  <a:ext cx="88560" cy="186120"/>
                </a:xfrm>
                <a:prstGeom prst="rect">
                  <a:avLst/>
                </a:prstGeom>
              </p:spPr>
            </p:pic>
          </mc:Fallback>
        </mc:AlternateContent>
        <mc:AlternateContent xmlns:mc="http://schemas.openxmlformats.org/markup-compatibility/2006" xmlns:p14="http://schemas.microsoft.com/office/powerpoint/2010/main">
          <mc:Choice Requires="p14">
            <p:contentPart p14:bwMode="auto" r:id="rId216">
              <p14:nvContentPartPr>
                <p14:cNvPr id="116" name="Ink 115">
                  <a:extLst>
                    <a:ext uri="{FF2B5EF4-FFF2-40B4-BE49-F238E27FC236}">
                      <a16:creationId xmlns:a16="http://schemas.microsoft.com/office/drawing/2014/main" id="{64FEE17A-DAB8-B444-A2A1-0AEA9CA99E04}"/>
                    </a:ext>
                  </a:extLst>
                </p14:cNvPr>
                <p14:cNvContentPartPr/>
                <p14:nvPr/>
              </p14:nvContentPartPr>
              <p14:xfrm>
                <a:off x="5625000" y="3914480"/>
                <a:ext cx="80640" cy="212040"/>
              </p14:xfrm>
            </p:contentPart>
          </mc:Choice>
          <mc:Fallback xmlns="">
            <p:pic>
              <p:nvPicPr>
                <p:cNvPr id="116" name="Ink 115">
                  <a:extLst>
                    <a:ext uri="{FF2B5EF4-FFF2-40B4-BE49-F238E27FC236}">
                      <a16:creationId xmlns:a16="http://schemas.microsoft.com/office/drawing/2014/main" id="{64FEE17A-DAB8-B444-A2A1-0AEA9CA99E04}"/>
                    </a:ext>
                  </a:extLst>
                </p:cNvPr>
                <p:cNvPicPr/>
                <p:nvPr/>
              </p:nvPicPr>
              <p:blipFill>
                <a:blip r:embed="rId217"/>
                <a:stretch>
                  <a:fillRect/>
                </a:stretch>
              </p:blipFill>
              <p:spPr>
                <a:xfrm>
                  <a:off x="5616360" y="3905840"/>
                  <a:ext cx="9828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218">
              <p14:nvContentPartPr>
                <p14:cNvPr id="117" name="Ink 116">
                  <a:extLst>
                    <a:ext uri="{FF2B5EF4-FFF2-40B4-BE49-F238E27FC236}">
                      <a16:creationId xmlns:a16="http://schemas.microsoft.com/office/drawing/2014/main" id="{2DF3E970-8345-8A1F-7011-65B2FF602F42}"/>
                    </a:ext>
                  </a:extLst>
                </p14:cNvPr>
                <p14:cNvContentPartPr/>
                <p14:nvPr/>
              </p14:nvContentPartPr>
              <p14:xfrm>
                <a:off x="5719680" y="3990800"/>
                <a:ext cx="76320" cy="95040"/>
              </p14:xfrm>
            </p:contentPart>
          </mc:Choice>
          <mc:Fallback xmlns="">
            <p:pic>
              <p:nvPicPr>
                <p:cNvPr id="117" name="Ink 116">
                  <a:extLst>
                    <a:ext uri="{FF2B5EF4-FFF2-40B4-BE49-F238E27FC236}">
                      <a16:creationId xmlns:a16="http://schemas.microsoft.com/office/drawing/2014/main" id="{2DF3E970-8345-8A1F-7011-65B2FF602F42}"/>
                    </a:ext>
                  </a:extLst>
                </p:cNvPr>
                <p:cNvPicPr/>
                <p:nvPr/>
              </p:nvPicPr>
              <p:blipFill>
                <a:blip r:embed="rId219"/>
                <a:stretch>
                  <a:fillRect/>
                </a:stretch>
              </p:blipFill>
              <p:spPr>
                <a:xfrm>
                  <a:off x="5711040" y="3982160"/>
                  <a:ext cx="9396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118" name="Ink 117">
                  <a:extLst>
                    <a:ext uri="{FF2B5EF4-FFF2-40B4-BE49-F238E27FC236}">
                      <a16:creationId xmlns:a16="http://schemas.microsoft.com/office/drawing/2014/main" id="{B8F11A23-925A-5668-BA61-7912303A7860}"/>
                    </a:ext>
                  </a:extLst>
                </p14:cNvPr>
                <p14:cNvContentPartPr/>
                <p14:nvPr/>
              </p14:nvContentPartPr>
              <p14:xfrm>
                <a:off x="5826600" y="3986120"/>
                <a:ext cx="122040" cy="93240"/>
              </p14:xfrm>
            </p:contentPart>
          </mc:Choice>
          <mc:Fallback xmlns="">
            <p:pic>
              <p:nvPicPr>
                <p:cNvPr id="118" name="Ink 117">
                  <a:extLst>
                    <a:ext uri="{FF2B5EF4-FFF2-40B4-BE49-F238E27FC236}">
                      <a16:creationId xmlns:a16="http://schemas.microsoft.com/office/drawing/2014/main" id="{B8F11A23-925A-5668-BA61-7912303A7860}"/>
                    </a:ext>
                  </a:extLst>
                </p:cNvPr>
                <p:cNvPicPr/>
                <p:nvPr/>
              </p:nvPicPr>
              <p:blipFill>
                <a:blip r:embed="rId221"/>
                <a:stretch>
                  <a:fillRect/>
                </a:stretch>
              </p:blipFill>
              <p:spPr>
                <a:xfrm>
                  <a:off x="5817960" y="3977480"/>
                  <a:ext cx="13968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222">
              <p14:nvContentPartPr>
                <p14:cNvPr id="119" name="Ink 118">
                  <a:extLst>
                    <a:ext uri="{FF2B5EF4-FFF2-40B4-BE49-F238E27FC236}">
                      <a16:creationId xmlns:a16="http://schemas.microsoft.com/office/drawing/2014/main" id="{3CA60A87-BE97-F9AF-103C-BAD2EC5BF590}"/>
                    </a:ext>
                  </a:extLst>
                </p14:cNvPr>
                <p14:cNvContentPartPr/>
                <p14:nvPr/>
              </p14:nvContentPartPr>
              <p14:xfrm>
                <a:off x="5994360" y="3945800"/>
                <a:ext cx="59760" cy="125280"/>
              </p14:xfrm>
            </p:contentPart>
          </mc:Choice>
          <mc:Fallback xmlns="">
            <p:pic>
              <p:nvPicPr>
                <p:cNvPr id="119" name="Ink 118">
                  <a:extLst>
                    <a:ext uri="{FF2B5EF4-FFF2-40B4-BE49-F238E27FC236}">
                      <a16:creationId xmlns:a16="http://schemas.microsoft.com/office/drawing/2014/main" id="{3CA60A87-BE97-F9AF-103C-BAD2EC5BF590}"/>
                    </a:ext>
                  </a:extLst>
                </p:cNvPr>
                <p:cNvPicPr/>
                <p:nvPr/>
              </p:nvPicPr>
              <p:blipFill>
                <a:blip r:embed="rId223"/>
                <a:stretch>
                  <a:fillRect/>
                </a:stretch>
              </p:blipFill>
              <p:spPr>
                <a:xfrm>
                  <a:off x="5985720" y="3937160"/>
                  <a:ext cx="7740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224">
              <p14:nvContentPartPr>
                <p14:cNvPr id="121" name="Ink 120">
                  <a:extLst>
                    <a:ext uri="{FF2B5EF4-FFF2-40B4-BE49-F238E27FC236}">
                      <a16:creationId xmlns:a16="http://schemas.microsoft.com/office/drawing/2014/main" id="{AC0ACE01-D4CD-0567-1309-E654DC2B9FD4}"/>
                    </a:ext>
                  </a:extLst>
                </p14:cNvPr>
                <p14:cNvContentPartPr/>
                <p14:nvPr/>
              </p14:nvContentPartPr>
              <p14:xfrm>
                <a:off x="4251240" y="4347200"/>
                <a:ext cx="10800" cy="146160"/>
              </p14:xfrm>
            </p:contentPart>
          </mc:Choice>
          <mc:Fallback xmlns="">
            <p:pic>
              <p:nvPicPr>
                <p:cNvPr id="121" name="Ink 120">
                  <a:extLst>
                    <a:ext uri="{FF2B5EF4-FFF2-40B4-BE49-F238E27FC236}">
                      <a16:creationId xmlns:a16="http://schemas.microsoft.com/office/drawing/2014/main" id="{AC0ACE01-D4CD-0567-1309-E654DC2B9FD4}"/>
                    </a:ext>
                  </a:extLst>
                </p:cNvPr>
                <p:cNvPicPr/>
                <p:nvPr/>
              </p:nvPicPr>
              <p:blipFill>
                <a:blip r:embed="rId225"/>
                <a:stretch>
                  <a:fillRect/>
                </a:stretch>
              </p:blipFill>
              <p:spPr>
                <a:xfrm>
                  <a:off x="4242600" y="4338200"/>
                  <a:ext cx="2844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26">
              <p14:nvContentPartPr>
                <p14:cNvPr id="122" name="Ink 121">
                  <a:extLst>
                    <a:ext uri="{FF2B5EF4-FFF2-40B4-BE49-F238E27FC236}">
                      <a16:creationId xmlns:a16="http://schemas.microsoft.com/office/drawing/2014/main" id="{F6A6FC5A-8E93-B048-200D-7A65AC9364D1}"/>
                    </a:ext>
                  </a:extLst>
                </p14:cNvPr>
                <p14:cNvContentPartPr/>
                <p14:nvPr/>
              </p14:nvContentPartPr>
              <p14:xfrm>
                <a:off x="4232160" y="4411640"/>
                <a:ext cx="71640" cy="70920"/>
              </p14:xfrm>
            </p:contentPart>
          </mc:Choice>
          <mc:Fallback xmlns="">
            <p:pic>
              <p:nvPicPr>
                <p:cNvPr id="122" name="Ink 121">
                  <a:extLst>
                    <a:ext uri="{FF2B5EF4-FFF2-40B4-BE49-F238E27FC236}">
                      <a16:creationId xmlns:a16="http://schemas.microsoft.com/office/drawing/2014/main" id="{F6A6FC5A-8E93-B048-200D-7A65AC9364D1}"/>
                    </a:ext>
                  </a:extLst>
                </p:cNvPr>
                <p:cNvPicPr/>
                <p:nvPr/>
              </p:nvPicPr>
              <p:blipFill>
                <a:blip r:embed="rId227"/>
                <a:stretch>
                  <a:fillRect/>
                </a:stretch>
              </p:blipFill>
              <p:spPr>
                <a:xfrm>
                  <a:off x="4223160" y="4402640"/>
                  <a:ext cx="892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228">
              <p14:nvContentPartPr>
                <p14:cNvPr id="123" name="Ink 122">
                  <a:extLst>
                    <a:ext uri="{FF2B5EF4-FFF2-40B4-BE49-F238E27FC236}">
                      <a16:creationId xmlns:a16="http://schemas.microsoft.com/office/drawing/2014/main" id="{A493835E-6FF7-D5CA-8049-66CC5FFA157C}"/>
                    </a:ext>
                  </a:extLst>
                </p14:cNvPr>
                <p14:cNvContentPartPr/>
                <p14:nvPr/>
              </p14:nvContentPartPr>
              <p14:xfrm>
                <a:off x="4332240" y="4297520"/>
                <a:ext cx="11880" cy="228960"/>
              </p14:xfrm>
            </p:contentPart>
          </mc:Choice>
          <mc:Fallback xmlns="">
            <p:pic>
              <p:nvPicPr>
                <p:cNvPr id="123" name="Ink 122">
                  <a:extLst>
                    <a:ext uri="{FF2B5EF4-FFF2-40B4-BE49-F238E27FC236}">
                      <a16:creationId xmlns:a16="http://schemas.microsoft.com/office/drawing/2014/main" id="{A493835E-6FF7-D5CA-8049-66CC5FFA157C}"/>
                    </a:ext>
                  </a:extLst>
                </p:cNvPr>
                <p:cNvPicPr/>
                <p:nvPr/>
              </p:nvPicPr>
              <p:blipFill>
                <a:blip r:embed="rId229"/>
                <a:stretch>
                  <a:fillRect/>
                </a:stretch>
              </p:blipFill>
              <p:spPr>
                <a:xfrm>
                  <a:off x="4323600" y="4288880"/>
                  <a:ext cx="2952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230">
              <p14:nvContentPartPr>
                <p14:cNvPr id="124" name="Ink 123">
                  <a:extLst>
                    <a:ext uri="{FF2B5EF4-FFF2-40B4-BE49-F238E27FC236}">
                      <a16:creationId xmlns:a16="http://schemas.microsoft.com/office/drawing/2014/main" id="{FD6341FD-2CED-17D2-7711-303349BA653D}"/>
                    </a:ext>
                  </a:extLst>
                </p14:cNvPr>
                <p14:cNvContentPartPr/>
                <p14:nvPr/>
              </p14:nvContentPartPr>
              <p14:xfrm>
                <a:off x="4406040" y="4426040"/>
                <a:ext cx="82080" cy="86760"/>
              </p14:xfrm>
            </p:contentPart>
          </mc:Choice>
          <mc:Fallback xmlns="">
            <p:pic>
              <p:nvPicPr>
                <p:cNvPr id="124" name="Ink 123">
                  <a:extLst>
                    <a:ext uri="{FF2B5EF4-FFF2-40B4-BE49-F238E27FC236}">
                      <a16:creationId xmlns:a16="http://schemas.microsoft.com/office/drawing/2014/main" id="{FD6341FD-2CED-17D2-7711-303349BA653D}"/>
                    </a:ext>
                  </a:extLst>
                </p:cNvPr>
                <p:cNvPicPr/>
                <p:nvPr/>
              </p:nvPicPr>
              <p:blipFill>
                <a:blip r:embed="rId231"/>
                <a:stretch>
                  <a:fillRect/>
                </a:stretch>
              </p:blipFill>
              <p:spPr>
                <a:xfrm>
                  <a:off x="4397400" y="4417040"/>
                  <a:ext cx="9972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232">
              <p14:nvContentPartPr>
                <p14:cNvPr id="125" name="Ink 124">
                  <a:extLst>
                    <a:ext uri="{FF2B5EF4-FFF2-40B4-BE49-F238E27FC236}">
                      <a16:creationId xmlns:a16="http://schemas.microsoft.com/office/drawing/2014/main" id="{D11FB96D-622B-6A48-455B-DD2379600DA4}"/>
                    </a:ext>
                  </a:extLst>
                </p14:cNvPr>
                <p14:cNvContentPartPr/>
                <p14:nvPr/>
              </p14:nvContentPartPr>
              <p14:xfrm>
                <a:off x="4519080" y="4366280"/>
                <a:ext cx="177480" cy="245880"/>
              </p14:xfrm>
            </p:contentPart>
          </mc:Choice>
          <mc:Fallback xmlns="">
            <p:pic>
              <p:nvPicPr>
                <p:cNvPr id="125" name="Ink 124">
                  <a:extLst>
                    <a:ext uri="{FF2B5EF4-FFF2-40B4-BE49-F238E27FC236}">
                      <a16:creationId xmlns:a16="http://schemas.microsoft.com/office/drawing/2014/main" id="{D11FB96D-622B-6A48-455B-DD2379600DA4}"/>
                    </a:ext>
                  </a:extLst>
                </p:cNvPr>
                <p:cNvPicPr/>
                <p:nvPr/>
              </p:nvPicPr>
              <p:blipFill>
                <a:blip r:embed="rId233"/>
                <a:stretch>
                  <a:fillRect/>
                </a:stretch>
              </p:blipFill>
              <p:spPr>
                <a:xfrm>
                  <a:off x="4510440" y="4357640"/>
                  <a:ext cx="195120" cy="263520"/>
                </a:xfrm>
                <a:prstGeom prst="rect">
                  <a:avLst/>
                </a:prstGeom>
              </p:spPr>
            </p:pic>
          </mc:Fallback>
        </mc:AlternateContent>
        <mc:AlternateContent xmlns:mc="http://schemas.openxmlformats.org/markup-compatibility/2006" xmlns:p14="http://schemas.microsoft.com/office/powerpoint/2010/main">
          <mc:Choice Requires="p14">
            <p:contentPart p14:bwMode="auto" r:id="rId234">
              <p14:nvContentPartPr>
                <p14:cNvPr id="126" name="Ink 125">
                  <a:extLst>
                    <a:ext uri="{FF2B5EF4-FFF2-40B4-BE49-F238E27FC236}">
                      <a16:creationId xmlns:a16="http://schemas.microsoft.com/office/drawing/2014/main" id="{4B4B3C2A-B9E8-196D-9EFD-1A5FBC401A3D}"/>
                    </a:ext>
                  </a:extLst>
                </p14:cNvPr>
                <p14:cNvContentPartPr/>
                <p14:nvPr/>
              </p14:nvContentPartPr>
              <p14:xfrm>
                <a:off x="4740480" y="4369160"/>
                <a:ext cx="87120" cy="104400"/>
              </p14:xfrm>
            </p:contentPart>
          </mc:Choice>
          <mc:Fallback xmlns="">
            <p:pic>
              <p:nvPicPr>
                <p:cNvPr id="126" name="Ink 125">
                  <a:extLst>
                    <a:ext uri="{FF2B5EF4-FFF2-40B4-BE49-F238E27FC236}">
                      <a16:creationId xmlns:a16="http://schemas.microsoft.com/office/drawing/2014/main" id="{4B4B3C2A-B9E8-196D-9EFD-1A5FBC401A3D}"/>
                    </a:ext>
                  </a:extLst>
                </p:cNvPr>
                <p:cNvPicPr/>
                <p:nvPr/>
              </p:nvPicPr>
              <p:blipFill>
                <a:blip r:embed="rId235"/>
                <a:stretch>
                  <a:fillRect/>
                </a:stretch>
              </p:blipFill>
              <p:spPr>
                <a:xfrm>
                  <a:off x="4731480" y="4360160"/>
                  <a:ext cx="10476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236">
              <p14:nvContentPartPr>
                <p14:cNvPr id="127" name="Ink 126">
                  <a:extLst>
                    <a:ext uri="{FF2B5EF4-FFF2-40B4-BE49-F238E27FC236}">
                      <a16:creationId xmlns:a16="http://schemas.microsoft.com/office/drawing/2014/main" id="{7CC5F5AF-C2B6-02B6-D698-1CF83D05946F}"/>
                    </a:ext>
                  </a:extLst>
                </p14:cNvPr>
                <p14:cNvContentPartPr/>
                <p14:nvPr/>
              </p14:nvContentPartPr>
              <p14:xfrm>
                <a:off x="4852080" y="4358720"/>
                <a:ext cx="68040" cy="96480"/>
              </p14:xfrm>
            </p:contentPart>
          </mc:Choice>
          <mc:Fallback xmlns="">
            <p:pic>
              <p:nvPicPr>
                <p:cNvPr id="127" name="Ink 126">
                  <a:extLst>
                    <a:ext uri="{FF2B5EF4-FFF2-40B4-BE49-F238E27FC236}">
                      <a16:creationId xmlns:a16="http://schemas.microsoft.com/office/drawing/2014/main" id="{7CC5F5AF-C2B6-02B6-D698-1CF83D05946F}"/>
                    </a:ext>
                  </a:extLst>
                </p:cNvPr>
                <p:cNvPicPr/>
                <p:nvPr/>
              </p:nvPicPr>
              <p:blipFill>
                <a:blip r:embed="rId237"/>
                <a:stretch>
                  <a:fillRect/>
                </a:stretch>
              </p:blipFill>
              <p:spPr>
                <a:xfrm>
                  <a:off x="4843440" y="4350080"/>
                  <a:ext cx="8568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238">
              <p14:nvContentPartPr>
                <p14:cNvPr id="128" name="Ink 127">
                  <a:extLst>
                    <a:ext uri="{FF2B5EF4-FFF2-40B4-BE49-F238E27FC236}">
                      <a16:creationId xmlns:a16="http://schemas.microsoft.com/office/drawing/2014/main" id="{6B3CF0D8-84A3-E51C-6109-A0698DCE3233}"/>
                    </a:ext>
                  </a:extLst>
                </p14:cNvPr>
                <p14:cNvContentPartPr/>
                <p14:nvPr/>
              </p14:nvContentPartPr>
              <p14:xfrm>
                <a:off x="4933080" y="4242080"/>
                <a:ext cx="49680" cy="174240"/>
              </p14:xfrm>
            </p:contentPart>
          </mc:Choice>
          <mc:Fallback xmlns="">
            <p:pic>
              <p:nvPicPr>
                <p:cNvPr id="128" name="Ink 127">
                  <a:extLst>
                    <a:ext uri="{FF2B5EF4-FFF2-40B4-BE49-F238E27FC236}">
                      <a16:creationId xmlns:a16="http://schemas.microsoft.com/office/drawing/2014/main" id="{6B3CF0D8-84A3-E51C-6109-A0698DCE3233}"/>
                    </a:ext>
                  </a:extLst>
                </p:cNvPr>
                <p:cNvPicPr/>
                <p:nvPr/>
              </p:nvPicPr>
              <p:blipFill>
                <a:blip r:embed="rId239"/>
                <a:stretch>
                  <a:fillRect/>
                </a:stretch>
              </p:blipFill>
              <p:spPr>
                <a:xfrm>
                  <a:off x="4924440" y="4233440"/>
                  <a:ext cx="673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240">
              <p14:nvContentPartPr>
                <p14:cNvPr id="129" name="Ink 128">
                  <a:extLst>
                    <a:ext uri="{FF2B5EF4-FFF2-40B4-BE49-F238E27FC236}">
                      <a16:creationId xmlns:a16="http://schemas.microsoft.com/office/drawing/2014/main" id="{CF07A4B8-4CDD-2A6D-C381-DF3402C1F6BA}"/>
                    </a:ext>
                  </a:extLst>
                </p14:cNvPr>
                <p14:cNvContentPartPr/>
                <p14:nvPr/>
              </p14:nvContentPartPr>
              <p14:xfrm>
                <a:off x="5146920" y="4306520"/>
                <a:ext cx="23400" cy="90720"/>
              </p14:xfrm>
            </p:contentPart>
          </mc:Choice>
          <mc:Fallback xmlns="">
            <p:pic>
              <p:nvPicPr>
                <p:cNvPr id="129" name="Ink 128">
                  <a:extLst>
                    <a:ext uri="{FF2B5EF4-FFF2-40B4-BE49-F238E27FC236}">
                      <a16:creationId xmlns:a16="http://schemas.microsoft.com/office/drawing/2014/main" id="{CF07A4B8-4CDD-2A6D-C381-DF3402C1F6BA}"/>
                    </a:ext>
                  </a:extLst>
                </p:cNvPr>
                <p:cNvPicPr/>
                <p:nvPr/>
              </p:nvPicPr>
              <p:blipFill>
                <a:blip r:embed="rId241"/>
                <a:stretch>
                  <a:fillRect/>
                </a:stretch>
              </p:blipFill>
              <p:spPr>
                <a:xfrm>
                  <a:off x="5137920" y="4297880"/>
                  <a:ext cx="41040" cy="108360"/>
                </a:xfrm>
                <a:prstGeom prst="rect">
                  <a:avLst/>
                </a:prstGeom>
              </p:spPr>
            </p:pic>
          </mc:Fallback>
        </mc:AlternateContent>
        <mc:AlternateContent xmlns:mc="http://schemas.openxmlformats.org/markup-compatibility/2006" xmlns:p14="http://schemas.microsoft.com/office/powerpoint/2010/main">
          <mc:Choice Requires="p14">
            <p:contentPart p14:bwMode="auto" r:id="rId242">
              <p14:nvContentPartPr>
                <p14:cNvPr id="130" name="Ink 129">
                  <a:extLst>
                    <a:ext uri="{FF2B5EF4-FFF2-40B4-BE49-F238E27FC236}">
                      <a16:creationId xmlns:a16="http://schemas.microsoft.com/office/drawing/2014/main" id="{76F369B1-8D5F-BEE1-9FF1-1BAB46508236}"/>
                    </a:ext>
                  </a:extLst>
                </p14:cNvPr>
                <p14:cNvContentPartPr/>
                <p14:nvPr/>
              </p14:nvContentPartPr>
              <p14:xfrm>
                <a:off x="5148360" y="4251440"/>
                <a:ext cx="93600" cy="228960"/>
              </p14:xfrm>
            </p:contentPart>
          </mc:Choice>
          <mc:Fallback xmlns="">
            <p:pic>
              <p:nvPicPr>
                <p:cNvPr id="130" name="Ink 129">
                  <a:extLst>
                    <a:ext uri="{FF2B5EF4-FFF2-40B4-BE49-F238E27FC236}">
                      <a16:creationId xmlns:a16="http://schemas.microsoft.com/office/drawing/2014/main" id="{76F369B1-8D5F-BEE1-9FF1-1BAB46508236}"/>
                    </a:ext>
                  </a:extLst>
                </p:cNvPr>
                <p:cNvPicPr/>
                <p:nvPr/>
              </p:nvPicPr>
              <p:blipFill>
                <a:blip r:embed="rId243"/>
                <a:stretch>
                  <a:fillRect/>
                </a:stretch>
              </p:blipFill>
              <p:spPr>
                <a:xfrm>
                  <a:off x="5139720" y="4242800"/>
                  <a:ext cx="11124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244">
              <p14:nvContentPartPr>
                <p14:cNvPr id="131" name="Ink 130">
                  <a:extLst>
                    <a:ext uri="{FF2B5EF4-FFF2-40B4-BE49-F238E27FC236}">
                      <a16:creationId xmlns:a16="http://schemas.microsoft.com/office/drawing/2014/main" id="{ABDB756E-354F-1058-18A5-FFA30E1257B7}"/>
                    </a:ext>
                  </a:extLst>
                </p14:cNvPr>
                <p14:cNvContentPartPr/>
                <p14:nvPr/>
              </p14:nvContentPartPr>
              <p14:xfrm>
                <a:off x="5293440" y="4278080"/>
                <a:ext cx="210600" cy="141840"/>
              </p14:xfrm>
            </p:contentPart>
          </mc:Choice>
          <mc:Fallback xmlns="">
            <p:pic>
              <p:nvPicPr>
                <p:cNvPr id="131" name="Ink 130">
                  <a:extLst>
                    <a:ext uri="{FF2B5EF4-FFF2-40B4-BE49-F238E27FC236}">
                      <a16:creationId xmlns:a16="http://schemas.microsoft.com/office/drawing/2014/main" id="{ABDB756E-354F-1058-18A5-FFA30E1257B7}"/>
                    </a:ext>
                  </a:extLst>
                </p:cNvPr>
                <p:cNvPicPr/>
                <p:nvPr/>
              </p:nvPicPr>
              <p:blipFill>
                <a:blip r:embed="rId245"/>
                <a:stretch>
                  <a:fillRect/>
                </a:stretch>
              </p:blipFill>
              <p:spPr>
                <a:xfrm>
                  <a:off x="5284800" y="4269440"/>
                  <a:ext cx="22824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246">
              <p14:nvContentPartPr>
                <p14:cNvPr id="132" name="Ink 131">
                  <a:extLst>
                    <a:ext uri="{FF2B5EF4-FFF2-40B4-BE49-F238E27FC236}">
                      <a16:creationId xmlns:a16="http://schemas.microsoft.com/office/drawing/2014/main" id="{39703A21-F766-0750-5AEF-8AC71E1003E3}"/>
                    </a:ext>
                  </a:extLst>
                </p14:cNvPr>
                <p14:cNvContentPartPr/>
                <p14:nvPr/>
              </p14:nvContentPartPr>
              <p14:xfrm>
                <a:off x="5429520" y="4327760"/>
                <a:ext cx="58680" cy="122760"/>
              </p14:xfrm>
            </p:contentPart>
          </mc:Choice>
          <mc:Fallback xmlns="">
            <p:pic>
              <p:nvPicPr>
                <p:cNvPr id="132" name="Ink 131">
                  <a:extLst>
                    <a:ext uri="{FF2B5EF4-FFF2-40B4-BE49-F238E27FC236}">
                      <a16:creationId xmlns:a16="http://schemas.microsoft.com/office/drawing/2014/main" id="{39703A21-F766-0750-5AEF-8AC71E1003E3}"/>
                    </a:ext>
                  </a:extLst>
                </p:cNvPr>
                <p:cNvPicPr/>
                <p:nvPr/>
              </p:nvPicPr>
              <p:blipFill>
                <a:blip r:embed="rId247"/>
                <a:stretch>
                  <a:fillRect/>
                </a:stretch>
              </p:blipFill>
              <p:spPr>
                <a:xfrm>
                  <a:off x="5420880" y="4319120"/>
                  <a:ext cx="7632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248">
              <p14:nvContentPartPr>
                <p14:cNvPr id="133" name="Ink 132">
                  <a:extLst>
                    <a:ext uri="{FF2B5EF4-FFF2-40B4-BE49-F238E27FC236}">
                      <a16:creationId xmlns:a16="http://schemas.microsoft.com/office/drawing/2014/main" id="{95EF6C48-3A7C-AEE7-1225-76A79F433D48}"/>
                    </a:ext>
                  </a:extLst>
                </p14:cNvPr>
                <p14:cNvContentPartPr/>
                <p14:nvPr/>
              </p14:nvContentPartPr>
              <p14:xfrm>
                <a:off x="5517000" y="4221560"/>
                <a:ext cx="41040" cy="181080"/>
              </p14:xfrm>
            </p:contentPart>
          </mc:Choice>
          <mc:Fallback xmlns="">
            <p:pic>
              <p:nvPicPr>
                <p:cNvPr id="133" name="Ink 132">
                  <a:extLst>
                    <a:ext uri="{FF2B5EF4-FFF2-40B4-BE49-F238E27FC236}">
                      <a16:creationId xmlns:a16="http://schemas.microsoft.com/office/drawing/2014/main" id="{95EF6C48-3A7C-AEE7-1225-76A79F433D48}"/>
                    </a:ext>
                  </a:extLst>
                </p:cNvPr>
                <p:cNvPicPr/>
                <p:nvPr/>
              </p:nvPicPr>
              <p:blipFill>
                <a:blip r:embed="rId249"/>
                <a:stretch>
                  <a:fillRect/>
                </a:stretch>
              </p:blipFill>
              <p:spPr>
                <a:xfrm>
                  <a:off x="5508000" y="4212920"/>
                  <a:ext cx="5868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250">
              <p14:nvContentPartPr>
                <p14:cNvPr id="134" name="Ink 133">
                  <a:extLst>
                    <a:ext uri="{FF2B5EF4-FFF2-40B4-BE49-F238E27FC236}">
                      <a16:creationId xmlns:a16="http://schemas.microsoft.com/office/drawing/2014/main" id="{435417DB-CD58-FBAB-3079-1F7F1F27668B}"/>
                    </a:ext>
                  </a:extLst>
                </p14:cNvPr>
                <p14:cNvContentPartPr/>
                <p14:nvPr/>
              </p14:nvContentPartPr>
              <p14:xfrm>
                <a:off x="5599440" y="4297880"/>
                <a:ext cx="78840" cy="107640"/>
              </p14:xfrm>
            </p:contentPart>
          </mc:Choice>
          <mc:Fallback xmlns="">
            <p:pic>
              <p:nvPicPr>
                <p:cNvPr id="134" name="Ink 133">
                  <a:extLst>
                    <a:ext uri="{FF2B5EF4-FFF2-40B4-BE49-F238E27FC236}">
                      <a16:creationId xmlns:a16="http://schemas.microsoft.com/office/drawing/2014/main" id="{435417DB-CD58-FBAB-3079-1F7F1F27668B}"/>
                    </a:ext>
                  </a:extLst>
                </p:cNvPr>
                <p:cNvPicPr/>
                <p:nvPr/>
              </p:nvPicPr>
              <p:blipFill>
                <a:blip r:embed="rId251"/>
                <a:stretch>
                  <a:fillRect/>
                </a:stretch>
              </p:blipFill>
              <p:spPr>
                <a:xfrm>
                  <a:off x="5590440" y="4288880"/>
                  <a:ext cx="9648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52">
              <p14:nvContentPartPr>
                <p14:cNvPr id="136" name="Ink 135">
                  <a:extLst>
                    <a:ext uri="{FF2B5EF4-FFF2-40B4-BE49-F238E27FC236}">
                      <a16:creationId xmlns:a16="http://schemas.microsoft.com/office/drawing/2014/main" id="{694E57E3-8907-72B2-3EB3-C4403A7A7A9F}"/>
                    </a:ext>
                  </a:extLst>
                </p14:cNvPr>
                <p14:cNvContentPartPr/>
                <p14:nvPr/>
              </p14:nvContentPartPr>
              <p14:xfrm>
                <a:off x="4348440" y="4709000"/>
                <a:ext cx="160920" cy="201600"/>
              </p14:xfrm>
            </p:contentPart>
          </mc:Choice>
          <mc:Fallback xmlns="">
            <p:pic>
              <p:nvPicPr>
                <p:cNvPr id="136" name="Ink 135">
                  <a:extLst>
                    <a:ext uri="{FF2B5EF4-FFF2-40B4-BE49-F238E27FC236}">
                      <a16:creationId xmlns:a16="http://schemas.microsoft.com/office/drawing/2014/main" id="{694E57E3-8907-72B2-3EB3-C4403A7A7A9F}"/>
                    </a:ext>
                  </a:extLst>
                </p:cNvPr>
                <p:cNvPicPr/>
                <p:nvPr/>
              </p:nvPicPr>
              <p:blipFill>
                <a:blip r:embed="rId253"/>
                <a:stretch>
                  <a:fillRect/>
                </a:stretch>
              </p:blipFill>
              <p:spPr>
                <a:xfrm>
                  <a:off x="4339800" y="4700000"/>
                  <a:ext cx="17856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54">
              <p14:nvContentPartPr>
                <p14:cNvPr id="137" name="Ink 136">
                  <a:extLst>
                    <a:ext uri="{FF2B5EF4-FFF2-40B4-BE49-F238E27FC236}">
                      <a16:creationId xmlns:a16="http://schemas.microsoft.com/office/drawing/2014/main" id="{84C15D10-E3EC-1C21-726A-E92A10797D83}"/>
                    </a:ext>
                  </a:extLst>
                </p14:cNvPr>
                <p14:cNvContentPartPr/>
                <p14:nvPr/>
              </p14:nvContentPartPr>
              <p14:xfrm>
                <a:off x="4543920" y="4793960"/>
                <a:ext cx="88560" cy="75240"/>
              </p14:xfrm>
            </p:contentPart>
          </mc:Choice>
          <mc:Fallback xmlns="">
            <p:pic>
              <p:nvPicPr>
                <p:cNvPr id="137" name="Ink 136">
                  <a:extLst>
                    <a:ext uri="{FF2B5EF4-FFF2-40B4-BE49-F238E27FC236}">
                      <a16:creationId xmlns:a16="http://schemas.microsoft.com/office/drawing/2014/main" id="{84C15D10-E3EC-1C21-726A-E92A10797D83}"/>
                    </a:ext>
                  </a:extLst>
                </p:cNvPr>
                <p:cNvPicPr/>
                <p:nvPr/>
              </p:nvPicPr>
              <p:blipFill>
                <a:blip r:embed="rId255"/>
                <a:stretch>
                  <a:fillRect/>
                </a:stretch>
              </p:blipFill>
              <p:spPr>
                <a:xfrm>
                  <a:off x="4535280" y="4785320"/>
                  <a:ext cx="10620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256">
              <p14:nvContentPartPr>
                <p14:cNvPr id="138" name="Ink 137">
                  <a:extLst>
                    <a:ext uri="{FF2B5EF4-FFF2-40B4-BE49-F238E27FC236}">
                      <a16:creationId xmlns:a16="http://schemas.microsoft.com/office/drawing/2014/main" id="{343753FC-3548-5973-D653-BC98E8AD5B11}"/>
                    </a:ext>
                  </a:extLst>
                </p14:cNvPr>
                <p14:cNvContentPartPr/>
                <p14:nvPr/>
              </p14:nvContentPartPr>
              <p14:xfrm>
                <a:off x="4651200" y="4624400"/>
                <a:ext cx="81000" cy="207360"/>
              </p14:xfrm>
            </p:contentPart>
          </mc:Choice>
          <mc:Fallback xmlns="">
            <p:pic>
              <p:nvPicPr>
                <p:cNvPr id="138" name="Ink 137">
                  <a:extLst>
                    <a:ext uri="{FF2B5EF4-FFF2-40B4-BE49-F238E27FC236}">
                      <a16:creationId xmlns:a16="http://schemas.microsoft.com/office/drawing/2014/main" id="{343753FC-3548-5973-D653-BC98E8AD5B11}"/>
                    </a:ext>
                  </a:extLst>
                </p:cNvPr>
                <p:cNvPicPr/>
                <p:nvPr/>
              </p:nvPicPr>
              <p:blipFill>
                <a:blip r:embed="rId257"/>
                <a:stretch>
                  <a:fillRect/>
                </a:stretch>
              </p:blipFill>
              <p:spPr>
                <a:xfrm>
                  <a:off x="4642200" y="4615400"/>
                  <a:ext cx="9864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258">
              <p14:nvContentPartPr>
                <p14:cNvPr id="139" name="Ink 138">
                  <a:extLst>
                    <a:ext uri="{FF2B5EF4-FFF2-40B4-BE49-F238E27FC236}">
                      <a16:creationId xmlns:a16="http://schemas.microsoft.com/office/drawing/2014/main" id="{AC8FFF00-4749-A90E-F6B7-6CB5D995810B}"/>
                    </a:ext>
                  </a:extLst>
                </p14:cNvPr>
                <p14:cNvContentPartPr/>
                <p14:nvPr/>
              </p14:nvContentPartPr>
              <p14:xfrm>
                <a:off x="4759560" y="4743560"/>
                <a:ext cx="101880" cy="227520"/>
              </p14:xfrm>
            </p:contentPart>
          </mc:Choice>
          <mc:Fallback xmlns="">
            <p:pic>
              <p:nvPicPr>
                <p:cNvPr id="139" name="Ink 138">
                  <a:extLst>
                    <a:ext uri="{FF2B5EF4-FFF2-40B4-BE49-F238E27FC236}">
                      <a16:creationId xmlns:a16="http://schemas.microsoft.com/office/drawing/2014/main" id="{AC8FFF00-4749-A90E-F6B7-6CB5D995810B}"/>
                    </a:ext>
                  </a:extLst>
                </p:cNvPr>
                <p:cNvPicPr/>
                <p:nvPr/>
              </p:nvPicPr>
              <p:blipFill>
                <a:blip r:embed="rId259"/>
                <a:stretch>
                  <a:fillRect/>
                </a:stretch>
              </p:blipFill>
              <p:spPr>
                <a:xfrm>
                  <a:off x="4750920" y="4734920"/>
                  <a:ext cx="11952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260">
              <p14:nvContentPartPr>
                <p14:cNvPr id="140" name="Ink 139">
                  <a:extLst>
                    <a:ext uri="{FF2B5EF4-FFF2-40B4-BE49-F238E27FC236}">
                      <a16:creationId xmlns:a16="http://schemas.microsoft.com/office/drawing/2014/main" id="{F34B0653-18D8-D18F-9ABC-FDC9760F9FC8}"/>
                    </a:ext>
                  </a:extLst>
                </p14:cNvPr>
                <p14:cNvContentPartPr/>
                <p14:nvPr/>
              </p14:nvContentPartPr>
              <p14:xfrm>
                <a:off x="5044320" y="4656800"/>
                <a:ext cx="36360" cy="189720"/>
              </p14:xfrm>
            </p:contentPart>
          </mc:Choice>
          <mc:Fallback xmlns="">
            <p:pic>
              <p:nvPicPr>
                <p:cNvPr id="140" name="Ink 139">
                  <a:extLst>
                    <a:ext uri="{FF2B5EF4-FFF2-40B4-BE49-F238E27FC236}">
                      <a16:creationId xmlns:a16="http://schemas.microsoft.com/office/drawing/2014/main" id="{F34B0653-18D8-D18F-9ABC-FDC9760F9FC8}"/>
                    </a:ext>
                  </a:extLst>
                </p:cNvPr>
                <p:cNvPicPr/>
                <p:nvPr/>
              </p:nvPicPr>
              <p:blipFill>
                <a:blip r:embed="rId261"/>
                <a:stretch>
                  <a:fillRect/>
                </a:stretch>
              </p:blipFill>
              <p:spPr>
                <a:xfrm>
                  <a:off x="5035320" y="4648160"/>
                  <a:ext cx="5400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262">
              <p14:nvContentPartPr>
                <p14:cNvPr id="141" name="Ink 140">
                  <a:extLst>
                    <a:ext uri="{FF2B5EF4-FFF2-40B4-BE49-F238E27FC236}">
                      <a16:creationId xmlns:a16="http://schemas.microsoft.com/office/drawing/2014/main" id="{C2C93CB8-3F8F-7881-1D78-74B685616F5A}"/>
                    </a:ext>
                  </a:extLst>
                </p14:cNvPr>
                <p14:cNvContentPartPr/>
                <p14:nvPr/>
              </p14:nvContentPartPr>
              <p14:xfrm>
                <a:off x="4982400" y="4657520"/>
                <a:ext cx="154440" cy="27000"/>
              </p14:xfrm>
            </p:contentPart>
          </mc:Choice>
          <mc:Fallback xmlns="">
            <p:pic>
              <p:nvPicPr>
                <p:cNvPr id="141" name="Ink 140">
                  <a:extLst>
                    <a:ext uri="{FF2B5EF4-FFF2-40B4-BE49-F238E27FC236}">
                      <a16:creationId xmlns:a16="http://schemas.microsoft.com/office/drawing/2014/main" id="{C2C93CB8-3F8F-7881-1D78-74B685616F5A}"/>
                    </a:ext>
                  </a:extLst>
                </p:cNvPr>
                <p:cNvPicPr/>
                <p:nvPr/>
              </p:nvPicPr>
              <p:blipFill>
                <a:blip r:embed="rId263"/>
                <a:stretch>
                  <a:fillRect/>
                </a:stretch>
              </p:blipFill>
              <p:spPr>
                <a:xfrm>
                  <a:off x="4973400" y="4648880"/>
                  <a:ext cx="1720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264">
              <p14:nvContentPartPr>
                <p14:cNvPr id="142" name="Ink 141">
                  <a:extLst>
                    <a:ext uri="{FF2B5EF4-FFF2-40B4-BE49-F238E27FC236}">
                      <a16:creationId xmlns:a16="http://schemas.microsoft.com/office/drawing/2014/main" id="{9AB54929-B09D-1EB6-60CD-60772B02FF1A}"/>
                    </a:ext>
                  </a:extLst>
                </p14:cNvPr>
                <p14:cNvContentPartPr/>
                <p14:nvPr/>
              </p14:nvContentPartPr>
              <p14:xfrm>
                <a:off x="5171400" y="4625120"/>
                <a:ext cx="133560" cy="168840"/>
              </p14:xfrm>
            </p:contentPart>
          </mc:Choice>
          <mc:Fallback xmlns="">
            <p:pic>
              <p:nvPicPr>
                <p:cNvPr id="142" name="Ink 141">
                  <a:extLst>
                    <a:ext uri="{FF2B5EF4-FFF2-40B4-BE49-F238E27FC236}">
                      <a16:creationId xmlns:a16="http://schemas.microsoft.com/office/drawing/2014/main" id="{9AB54929-B09D-1EB6-60CD-60772B02FF1A}"/>
                    </a:ext>
                  </a:extLst>
                </p:cNvPr>
                <p:cNvPicPr/>
                <p:nvPr/>
              </p:nvPicPr>
              <p:blipFill>
                <a:blip r:embed="rId265"/>
                <a:stretch>
                  <a:fillRect/>
                </a:stretch>
              </p:blipFill>
              <p:spPr>
                <a:xfrm>
                  <a:off x="5162400" y="4616120"/>
                  <a:ext cx="15120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266">
              <p14:nvContentPartPr>
                <p14:cNvPr id="143" name="Ink 142">
                  <a:extLst>
                    <a:ext uri="{FF2B5EF4-FFF2-40B4-BE49-F238E27FC236}">
                      <a16:creationId xmlns:a16="http://schemas.microsoft.com/office/drawing/2014/main" id="{45BC34AA-467C-6EB3-5E0F-F9D771851D5E}"/>
                    </a:ext>
                  </a:extLst>
                </p14:cNvPr>
                <p14:cNvContentPartPr/>
                <p14:nvPr/>
              </p14:nvContentPartPr>
              <p14:xfrm>
                <a:off x="5360040" y="4581560"/>
                <a:ext cx="2520" cy="214200"/>
              </p14:xfrm>
            </p:contentPart>
          </mc:Choice>
          <mc:Fallback xmlns="">
            <p:pic>
              <p:nvPicPr>
                <p:cNvPr id="143" name="Ink 142">
                  <a:extLst>
                    <a:ext uri="{FF2B5EF4-FFF2-40B4-BE49-F238E27FC236}">
                      <a16:creationId xmlns:a16="http://schemas.microsoft.com/office/drawing/2014/main" id="{45BC34AA-467C-6EB3-5E0F-F9D771851D5E}"/>
                    </a:ext>
                  </a:extLst>
                </p:cNvPr>
                <p:cNvPicPr/>
                <p:nvPr/>
              </p:nvPicPr>
              <p:blipFill>
                <a:blip r:embed="rId267"/>
                <a:stretch>
                  <a:fillRect/>
                </a:stretch>
              </p:blipFill>
              <p:spPr>
                <a:xfrm>
                  <a:off x="5351040" y="4572920"/>
                  <a:ext cx="2016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268">
              <p14:nvContentPartPr>
                <p14:cNvPr id="144" name="Ink 143">
                  <a:extLst>
                    <a:ext uri="{FF2B5EF4-FFF2-40B4-BE49-F238E27FC236}">
                      <a16:creationId xmlns:a16="http://schemas.microsoft.com/office/drawing/2014/main" id="{239E2C5E-C9F7-9F73-6A2D-BFD3E34621B2}"/>
                    </a:ext>
                  </a:extLst>
                </p14:cNvPr>
                <p14:cNvContentPartPr/>
                <p14:nvPr/>
              </p14:nvContentPartPr>
              <p14:xfrm>
                <a:off x="5268240" y="4540520"/>
                <a:ext cx="164520" cy="207360"/>
              </p14:xfrm>
            </p:contentPart>
          </mc:Choice>
          <mc:Fallback xmlns="">
            <p:pic>
              <p:nvPicPr>
                <p:cNvPr id="144" name="Ink 143">
                  <a:extLst>
                    <a:ext uri="{FF2B5EF4-FFF2-40B4-BE49-F238E27FC236}">
                      <a16:creationId xmlns:a16="http://schemas.microsoft.com/office/drawing/2014/main" id="{239E2C5E-C9F7-9F73-6A2D-BFD3E34621B2}"/>
                    </a:ext>
                  </a:extLst>
                </p:cNvPr>
                <p:cNvPicPr/>
                <p:nvPr/>
              </p:nvPicPr>
              <p:blipFill>
                <a:blip r:embed="rId269"/>
                <a:stretch>
                  <a:fillRect/>
                </a:stretch>
              </p:blipFill>
              <p:spPr>
                <a:xfrm>
                  <a:off x="5259600" y="4531520"/>
                  <a:ext cx="1821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270">
              <p14:nvContentPartPr>
                <p14:cNvPr id="145" name="Ink 144">
                  <a:extLst>
                    <a:ext uri="{FF2B5EF4-FFF2-40B4-BE49-F238E27FC236}">
                      <a16:creationId xmlns:a16="http://schemas.microsoft.com/office/drawing/2014/main" id="{C6EC5586-0578-205D-714A-9FA00ECF78E5}"/>
                    </a:ext>
                  </a:extLst>
                </p14:cNvPr>
                <p14:cNvContentPartPr/>
                <p14:nvPr/>
              </p14:nvContentPartPr>
              <p14:xfrm>
                <a:off x="5501160" y="4628720"/>
                <a:ext cx="156240" cy="148320"/>
              </p14:xfrm>
            </p:contentPart>
          </mc:Choice>
          <mc:Fallback xmlns="">
            <p:pic>
              <p:nvPicPr>
                <p:cNvPr id="145" name="Ink 144">
                  <a:extLst>
                    <a:ext uri="{FF2B5EF4-FFF2-40B4-BE49-F238E27FC236}">
                      <a16:creationId xmlns:a16="http://schemas.microsoft.com/office/drawing/2014/main" id="{C6EC5586-0578-205D-714A-9FA00ECF78E5}"/>
                    </a:ext>
                  </a:extLst>
                </p:cNvPr>
                <p:cNvPicPr/>
                <p:nvPr/>
              </p:nvPicPr>
              <p:blipFill>
                <a:blip r:embed="rId271"/>
                <a:stretch>
                  <a:fillRect/>
                </a:stretch>
              </p:blipFill>
              <p:spPr>
                <a:xfrm>
                  <a:off x="5492160" y="4619720"/>
                  <a:ext cx="17388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272">
              <p14:nvContentPartPr>
                <p14:cNvPr id="162" name="Ink 161">
                  <a:extLst>
                    <a:ext uri="{FF2B5EF4-FFF2-40B4-BE49-F238E27FC236}">
                      <a16:creationId xmlns:a16="http://schemas.microsoft.com/office/drawing/2014/main" id="{68CDC969-B888-7729-F4E9-1D1825B85A03}"/>
                    </a:ext>
                  </a:extLst>
                </p14:cNvPr>
                <p14:cNvContentPartPr/>
                <p14:nvPr/>
              </p14:nvContentPartPr>
              <p14:xfrm>
                <a:off x="5187438" y="4974027"/>
                <a:ext cx="143640" cy="255600"/>
              </p14:xfrm>
            </p:contentPart>
          </mc:Choice>
          <mc:Fallback xmlns="">
            <p:pic>
              <p:nvPicPr>
                <p:cNvPr id="162" name="Ink 161">
                  <a:extLst>
                    <a:ext uri="{FF2B5EF4-FFF2-40B4-BE49-F238E27FC236}">
                      <a16:creationId xmlns:a16="http://schemas.microsoft.com/office/drawing/2014/main" id="{68CDC969-B888-7729-F4E9-1D1825B85A03}"/>
                    </a:ext>
                  </a:extLst>
                </p:cNvPr>
                <p:cNvPicPr/>
                <p:nvPr/>
              </p:nvPicPr>
              <p:blipFill>
                <a:blip r:embed="rId273"/>
                <a:stretch>
                  <a:fillRect/>
                </a:stretch>
              </p:blipFill>
              <p:spPr>
                <a:xfrm>
                  <a:off x="5178438" y="4965387"/>
                  <a:ext cx="16128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274">
              <p14:nvContentPartPr>
                <p14:cNvPr id="163" name="Ink 162">
                  <a:extLst>
                    <a:ext uri="{FF2B5EF4-FFF2-40B4-BE49-F238E27FC236}">
                      <a16:creationId xmlns:a16="http://schemas.microsoft.com/office/drawing/2014/main" id="{EBBE097C-74DA-6D40-4E86-6F76D82BB9C5}"/>
                    </a:ext>
                  </a:extLst>
                </p14:cNvPr>
                <p14:cNvContentPartPr/>
                <p14:nvPr/>
              </p14:nvContentPartPr>
              <p14:xfrm>
                <a:off x="5179518" y="5123067"/>
                <a:ext cx="99360" cy="26640"/>
              </p14:xfrm>
            </p:contentPart>
          </mc:Choice>
          <mc:Fallback xmlns="">
            <p:pic>
              <p:nvPicPr>
                <p:cNvPr id="163" name="Ink 162">
                  <a:extLst>
                    <a:ext uri="{FF2B5EF4-FFF2-40B4-BE49-F238E27FC236}">
                      <a16:creationId xmlns:a16="http://schemas.microsoft.com/office/drawing/2014/main" id="{EBBE097C-74DA-6D40-4E86-6F76D82BB9C5}"/>
                    </a:ext>
                  </a:extLst>
                </p:cNvPr>
                <p:cNvPicPr/>
                <p:nvPr/>
              </p:nvPicPr>
              <p:blipFill>
                <a:blip r:embed="rId275"/>
                <a:stretch>
                  <a:fillRect/>
                </a:stretch>
              </p:blipFill>
              <p:spPr>
                <a:xfrm>
                  <a:off x="5170518" y="5114067"/>
                  <a:ext cx="11700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276">
              <p14:nvContentPartPr>
                <p14:cNvPr id="164" name="Ink 163">
                  <a:extLst>
                    <a:ext uri="{FF2B5EF4-FFF2-40B4-BE49-F238E27FC236}">
                      <a16:creationId xmlns:a16="http://schemas.microsoft.com/office/drawing/2014/main" id="{DE1EA497-3CFB-04D7-3051-790E51973AB1}"/>
                    </a:ext>
                  </a:extLst>
                </p14:cNvPr>
                <p14:cNvContentPartPr/>
                <p14:nvPr/>
              </p14:nvContentPartPr>
              <p14:xfrm>
                <a:off x="5412438" y="5047467"/>
                <a:ext cx="92880" cy="266760"/>
              </p14:xfrm>
            </p:contentPart>
          </mc:Choice>
          <mc:Fallback xmlns="">
            <p:pic>
              <p:nvPicPr>
                <p:cNvPr id="164" name="Ink 163">
                  <a:extLst>
                    <a:ext uri="{FF2B5EF4-FFF2-40B4-BE49-F238E27FC236}">
                      <a16:creationId xmlns:a16="http://schemas.microsoft.com/office/drawing/2014/main" id="{DE1EA497-3CFB-04D7-3051-790E51973AB1}"/>
                    </a:ext>
                  </a:extLst>
                </p:cNvPr>
                <p:cNvPicPr/>
                <p:nvPr/>
              </p:nvPicPr>
              <p:blipFill>
                <a:blip r:embed="rId277"/>
                <a:stretch>
                  <a:fillRect/>
                </a:stretch>
              </p:blipFill>
              <p:spPr>
                <a:xfrm>
                  <a:off x="5403798" y="5038467"/>
                  <a:ext cx="11052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278">
              <p14:nvContentPartPr>
                <p14:cNvPr id="165" name="Ink 164">
                  <a:extLst>
                    <a:ext uri="{FF2B5EF4-FFF2-40B4-BE49-F238E27FC236}">
                      <a16:creationId xmlns:a16="http://schemas.microsoft.com/office/drawing/2014/main" id="{FBCA128F-9C13-EADE-E5B7-0C72D5ADF083}"/>
                    </a:ext>
                  </a:extLst>
                </p14:cNvPr>
                <p14:cNvContentPartPr/>
                <p14:nvPr/>
              </p14:nvContentPartPr>
              <p14:xfrm>
                <a:off x="5536638" y="5033787"/>
                <a:ext cx="55440" cy="236160"/>
              </p14:xfrm>
            </p:contentPart>
          </mc:Choice>
          <mc:Fallback xmlns="">
            <p:pic>
              <p:nvPicPr>
                <p:cNvPr id="165" name="Ink 164">
                  <a:extLst>
                    <a:ext uri="{FF2B5EF4-FFF2-40B4-BE49-F238E27FC236}">
                      <a16:creationId xmlns:a16="http://schemas.microsoft.com/office/drawing/2014/main" id="{FBCA128F-9C13-EADE-E5B7-0C72D5ADF083}"/>
                    </a:ext>
                  </a:extLst>
                </p:cNvPr>
                <p:cNvPicPr/>
                <p:nvPr/>
              </p:nvPicPr>
              <p:blipFill>
                <a:blip r:embed="rId279"/>
                <a:stretch>
                  <a:fillRect/>
                </a:stretch>
              </p:blipFill>
              <p:spPr>
                <a:xfrm>
                  <a:off x="5527638" y="5025147"/>
                  <a:ext cx="73080" cy="253800"/>
                </a:xfrm>
                <a:prstGeom prst="rect">
                  <a:avLst/>
                </a:prstGeom>
              </p:spPr>
            </p:pic>
          </mc:Fallback>
        </mc:AlternateContent>
        <mc:AlternateContent xmlns:mc="http://schemas.openxmlformats.org/markup-compatibility/2006" xmlns:p14="http://schemas.microsoft.com/office/powerpoint/2010/main">
          <mc:Choice Requires="p14">
            <p:contentPart p14:bwMode="auto" r:id="rId280">
              <p14:nvContentPartPr>
                <p14:cNvPr id="166" name="Ink 165">
                  <a:extLst>
                    <a:ext uri="{FF2B5EF4-FFF2-40B4-BE49-F238E27FC236}">
                      <a16:creationId xmlns:a16="http://schemas.microsoft.com/office/drawing/2014/main" id="{89EC4733-A706-C1B8-B6AB-AD38A49CD15D}"/>
                    </a:ext>
                  </a:extLst>
                </p14:cNvPr>
                <p14:cNvContentPartPr/>
                <p14:nvPr/>
              </p14:nvContentPartPr>
              <p14:xfrm>
                <a:off x="5651478" y="5058627"/>
                <a:ext cx="112680" cy="118800"/>
              </p14:xfrm>
            </p:contentPart>
          </mc:Choice>
          <mc:Fallback xmlns="">
            <p:pic>
              <p:nvPicPr>
                <p:cNvPr id="166" name="Ink 165">
                  <a:extLst>
                    <a:ext uri="{FF2B5EF4-FFF2-40B4-BE49-F238E27FC236}">
                      <a16:creationId xmlns:a16="http://schemas.microsoft.com/office/drawing/2014/main" id="{89EC4733-A706-C1B8-B6AB-AD38A49CD15D}"/>
                    </a:ext>
                  </a:extLst>
                </p:cNvPr>
                <p:cNvPicPr/>
                <p:nvPr/>
              </p:nvPicPr>
              <p:blipFill>
                <a:blip r:embed="rId281"/>
                <a:stretch>
                  <a:fillRect/>
                </a:stretch>
              </p:blipFill>
              <p:spPr>
                <a:xfrm>
                  <a:off x="5642478" y="5049987"/>
                  <a:ext cx="13032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282">
              <p14:nvContentPartPr>
                <p14:cNvPr id="167" name="Ink 166">
                  <a:extLst>
                    <a:ext uri="{FF2B5EF4-FFF2-40B4-BE49-F238E27FC236}">
                      <a16:creationId xmlns:a16="http://schemas.microsoft.com/office/drawing/2014/main" id="{990BF76B-0F09-E3FC-1737-2642363466B3}"/>
                    </a:ext>
                  </a:extLst>
                </p14:cNvPr>
                <p14:cNvContentPartPr/>
                <p14:nvPr/>
              </p14:nvContentPartPr>
              <p14:xfrm>
                <a:off x="5765238" y="4874307"/>
                <a:ext cx="52920" cy="280080"/>
              </p14:xfrm>
            </p:contentPart>
          </mc:Choice>
          <mc:Fallback xmlns="">
            <p:pic>
              <p:nvPicPr>
                <p:cNvPr id="167" name="Ink 166">
                  <a:extLst>
                    <a:ext uri="{FF2B5EF4-FFF2-40B4-BE49-F238E27FC236}">
                      <a16:creationId xmlns:a16="http://schemas.microsoft.com/office/drawing/2014/main" id="{990BF76B-0F09-E3FC-1737-2642363466B3}"/>
                    </a:ext>
                  </a:extLst>
                </p:cNvPr>
                <p:cNvPicPr/>
                <p:nvPr/>
              </p:nvPicPr>
              <p:blipFill>
                <a:blip r:embed="rId283"/>
                <a:stretch>
                  <a:fillRect/>
                </a:stretch>
              </p:blipFill>
              <p:spPr>
                <a:xfrm>
                  <a:off x="5756238" y="4865667"/>
                  <a:ext cx="7056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284">
              <p14:nvContentPartPr>
                <p14:cNvPr id="169" name="Ink 168">
                  <a:extLst>
                    <a:ext uri="{FF2B5EF4-FFF2-40B4-BE49-F238E27FC236}">
                      <a16:creationId xmlns:a16="http://schemas.microsoft.com/office/drawing/2014/main" id="{90A75F1A-1F59-9BC5-6BA6-A34578D97DEB}"/>
                    </a:ext>
                  </a:extLst>
                </p14:cNvPr>
                <p14:cNvContentPartPr/>
                <p14:nvPr/>
              </p14:nvContentPartPr>
              <p14:xfrm>
                <a:off x="5881878" y="5034867"/>
                <a:ext cx="134640" cy="111600"/>
              </p14:xfrm>
            </p:contentPart>
          </mc:Choice>
          <mc:Fallback xmlns="">
            <p:pic>
              <p:nvPicPr>
                <p:cNvPr id="169" name="Ink 168">
                  <a:extLst>
                    <a:ext uri="{FF2B5EF4-FFF2-40B4-BE49-F238E27FC236}">
                      <a16:creationId xmlns:a16="http://schemas.microsoft.com/office/drawing/2014/main" id="{90A75F1A-1F59-9BC5-6BA6-A34578D97DEB}"/>
                    </a:ext>
                  </a:extLst>
                </p:cNvPr>
                <p:cNvPicPr/>
                <p:nvPr/>
              </p:nvPicPr>
              <p:blipFill>
                <a:blip r:embed="rId285"/>
                <a:stretch>
                  <a:fillRect/>
                </a:stretch>
              </p:blipFill>
              <p:spPr>
                <a:xfrm>
                  <a:off x="5872878" y="5026227"/>
                  <a:ext cx="15228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86">
              <p14:nvContentPartPr>
                <p14:cNvPr id="170" name="Ink 169">
                  <a:extLst>
                    <a:ext uri="{FF2B5EF4-FFF2-40B4-BE49-F238E27FC236}">
                      <a16:creationId xmlns:a16="http://schemas.microsoft.com/office/drawing/2014/main" id="{DED841BB-B597-668F-B765-125DF364113C}"/>
                    </a:ext>
                  </a:extLst>
                </p14:cNvPr>
                <p14:cNvContentPartPr/>
                <p14:nvPr/>
              </p14:nvContentPartPr>
              <p14:xfrm>
                <a:off x="6062238" y="5003187"/>
                <a:ext cx="73440" cy="138600"/>
              </p14:xfrm>
            </p:contentPart>
          </mc:Choice>
          <mc:Fallback xmlns="">
            <p:pic>
              <p:nvPicPr>
                <p:cNvPr id="170" name="Ink 169">
                  <a:extLst>
                    <a:ext uri="{FF2B5EF4-FFF2-40B4-BE49-F238E27FC236}">
                      <a16:creationId xmlns:a16="http://schemas.microsoft.com/office/drawing/2014/main" id="{DED841BB-B597-668F-B765-125DF364113C}"/>
                    </a:ext>
                  </a:extLst>
                </p:cNvPr>
                <p:cNvPicPr/>
                <p:nvPr/>
              </p:nvPicPr>
              <p:blipFill>
                <a:blip r:embed="rId287"/>
                <a:stretch>
                  <a:fillRect/>
                </a:stretch>
              </p:blipFill>
              <p:spPr>
                <a:xfrm>
                  <a:off x="6053238" y="4994187"/>
                  <a:ext cx="9108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288">
              <p14:nvContentPartPr>
                <p14:cNvPr id="171" name="Ink 170">
                  <a:extLst>
                    <a:ext uri="{FF2B5EF4-FFF2-40B4-BE49-F238E27FC236}">
                      <a16:creationId xmlns:a16="http://schemas.microsoft.com/office/drawing/2014/main" id="{D0B6A3D5-7C03-AA93-C516-C67423A07104}"/>
                    </a:ext>
                  </a:extLst>
                </p14:cNvPr>
                <p14:cNvContentPartPr/>
                <p14:nvPr/>
              </p14:nvContentPartPr>
              <p14:xfrm>
                <a:off x="6115158" y="4794027"/>
                <a:ext cx="160560" cy="297360"/>
              </p14:xfrm>
            </p:contentPart>
          </mc:Choice>
          <mc:Fallback xmlns="">
            <p:pic>
              <p:nvPicPr>
                <p:cNvPr id="171" name="Ink 170">
                  <a:extLst>
                    <a:ext uri="{FF2B5EF4-FFF2-40B4-BE49-F238E27FC236}">
                      <a16:creationId xmlns:a16="http://schemas.microsoft.com/office/drawing/2014/main" id="{D0B6A3D5-7C03-AA93-C516-C67423A07104}"/>
                    </a:ext>
                  </a:extLst>
                </p:cNvPr>
                <p:cNvPicPr/>
                <p:nvPr/>
              </p:nvPicPr>
              <p:blipFill>
                <a:blip r:embed="rId289"/>
                <a:stretch>
                  <a:fillRect/>
                </a:stretch>
              </p:blipFill>
              <p:spPr>
                <a:xfrm>
                  <a:off x="6106158" y="4785387"/>
                  <a:ext cx="178200" cy="315000"/>
                </a:xfrm>
                <a:prstGeom prst="rect">
                  <a:avLst/>
                </a:prstGeom>
              </p:spPr>
            </p:pic>
          </mc:Fallback>
        </mc:AlternateContent>
        <mc:AlternateContent xmlns:mc="http://schemas.openxmlformats.org/markup-compatibility/2006" xmlns:p14="http://schemas.microsoft.com/office/powerpoint/2010/main">
          <mc:Choice Requires="p14">
            <p:contentPart p14:bwMode="auto" r:id="rId290">
              <p14:nvContentPartPr>
                <p14:cNvPr id="172" name="Ink 171">
                  <a:extLst>
                    <a:ext uri="{FF2B5EF4-FFF2-40B4-BE49-F238E27FC236}">
                      <a16:creationId xmlns:a16="http://schemas.microsoft.com/office/drawing/2014/main" id="{AB790E09-3F00-72C5-3EB2-F0D0957731E7}"/>
                    </a:ext>
                  </a:extLst>
                </p14:cNvPr>
                <p14:cNvContentPartPr/>
                <p14:nvPr/>
              </p14:nvContentPartPr>
              <p14:xfrm>
                <a:off x="6253758" y="4858827"/>
                <a:ext cx="75240" cy="218880"/>
              </p14:xfrm>
            </p:contentPart>
          </mc:Choice>
          <mc:Fallback xmlns="">
            <p:pic>
              <p:nvPicPr>
                <p:cNvPr id="172" name="Ink 171">
                  <a:extLst>
                    <a:ext uri="{FF2B5EF4-FFF2-40B4-BE49-F238E27FC236}">
                      <a16:creationId xmlns:a16="http://schemas.microsoft.com/office/drawing/2014/main" id="{AB790E09-3F00-72C5-3EB2-F0D0957731E7}"/>
                    </a:ext>
                  </a:extLst>
                </p:cNvPr>
                <p:cNvPicPr/>
                <p:nvPr/>
              </p:nvPicPr>
              <p:blipFill>
                <a:blip r:embed="rId291"/>
                <a:stretch>
                  <a:fillRect/>
                </a:stretch>
              </p:blipFill>
              <p:spPr>
                <a:xfrm>
                  <a:off x="6244758" y="4850187"/>
                  <a:ext cx="9288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292">
              <p14:nvContentPartPr>
                <p14:cNvPr id="173" name="Ink 172">
                  <a:extLst>
                    <a:ext uri="{FF2B5EF4-FFF2-40B4-BE49-F238E27FC236}">
                      <a16:creationId xmlns:a16="http://schemas.microsoft.com/office/drawing/2014/main" id="{2A975E89-AFF3-D130-83A8-58C7872AFBF6}"/>
                    </a:ext>
                  </a:extLst>
                </p14:cNvPr>
                <p14:cNvContentPartPr/>
                <p14:nvPr/>
              </p14:nvContentPartPr>
              <p14:xfrm>
                <a:off x="6377238" y="4970787"/>
                <a:ext cx="247320" cy="110880"/>
              </p14:xfrm>
            </p:contentPart>
          </mc:Choice>
          <mc:Fallback xmlns="">
            <p:pic>
              <p:nvPicPr>
                <p:cNvPr id="173" name="Ink 172">
                  <a:extLst>
                    <a:ext uri="{FF2B5EF4-FFF2-40B4-BE49-F238E27FC236}">
                      <a16:creationId xmlns:a16="http://schemas.microsoft.com/office/drawing/2014/main" id="{2A975E89-AFF3-D130-83A8-58C7872AFBF6}"/>
                    </a:ext>
                  </a:extLst>
                </p:cNvPr>
                <p:cNvPicPr/>
                <p:nvPr/>
              </p:nvPicPr>
              <p:blipFill>
                <a:blip r:embed="rId293"/>
                <a:stretch>
                  <a:fillRect/>
                </a:stretch>
              </p:blipFill>
              <p:spPr>
                <a:xfrm>
                  <a:off x="6368238" y="4961787"/>
                  <a:ext cx="264960" cy="128520"/>
                </a:xfrm>
                <a:prstGeom prst="rect">
                  <a:avLst/>
                </a:prstGeom>
              </p:spPr>
            </p:pic>
          </mc:Fallback>
        </mc:AlternateContent>
      </p:grpSp>
      <p:grpSp>
        <p:nvGrpSpPr>
          <p:cNvPr id="33" name="Group 32">
            <a:extLst>
              <a:ext uri="{FF2B5EF4-FFF2-40B4-BE49-F238E27FC236}">
                <a16:creationId xmlns:a16="http://schemas.microsoft.com/office/drawing/2014/main" id="{FF8341A4-5C37-F13F-81A0-A4C2D384C007}"/>
              </a:ext>
            </a:extLst>
          </p:cNvPr>
          <p:cNvGrpSpPr/>
          <p:nvPr/>
        </p:nvGrpSpPr>
        <p:grpSpPr>
          <a:xfrm>
            <a:off x="8593038" y="3993120"/>
            <a:ext cx="2384082" cy="1271067"/>
            <a:chOff x="8593038" y="3993120"/>
            <a:chExt cx="2384082" cy="1271067"/>
          </a:xfrm>
        </p:grpSpPr>
        <p:grpSp>
          <p:nvGrpSpPr>
            <p:cNvPr id="160" name="Group 159">
              <a:extLst>
                <a:ext uri="{FF2B5EF4-FFF2-40B4-BE49-F238E27FC236}">
                  <a16:creationId xmlns:a16="http://schemas.microsoft.com/office/drawing/2014/main" id="{7FAD018E-E264-AFD1-27DD-E648F7C7476A}"/>
                </a:ext>
              </a:extLst>
            </p:cNvPr>
            <p:cNvGrpSpPr/>
            <p:nvPr/>
          </p:nvGrpSpPr>
          <p:grpSpPr>
            <a:xfrm>
              <a:off x="9481320" y="4016160"/>
              <a:ext cx="501840" cy="295920"/>
              <a:chOff x="9481320" y="4016160"/>
              <a:chExt cx="501840" cy="295920"/>
            </a:xfrm>
          </p:grpSpPr>
          <mc:AlternateContent xmlns:mc="http://schemas.openxmlformats.org/markup-compatibility/2006" xmlns:p14="http://schemas.microsoft.com/office/powerpoint/2010/main">
            <mc:Choice Requires="p14">
              <p:contentPart p14:bwMode="auto" r:id="rId294">
                <p14:nvContentPartPr>
                  <p14:cNvPr id="148" name="Ink 147">
                    <a:extLst>
                      <a:ext uri="{FF2B5EF4-FFF2-40B4-BE49-F238E27FC236}">
                        <a16:creationId xmlns:a16="http://schemas.microsoft.com/office/drawing/2014/main" id="{AF523258-F03D-E5A4-3E8A-247BA3F503F8}"/>
                      </a:ext>
                    </a:extLst>
                  </p14:cNvPr>
                  <p14:cNvContentPartPr/>
                  <p14:nvPr/>
                </p14:nvContentPartPr>
                <p14:xfrm>
                  <a:off x="9481320" y="4186440"/>
                  <a:ext cx="123120" cy="125640"/>
                </p14:xfrm>
              </p:contentPart>
            </mc:Choice>
            <mc:Fallback xmlns="">
              <p:pic>
                <p:nvPicPr>
                  <p:cNvPr id="148" name="Ink 147">
                    <a:extLst>
                      <a:ext uri="{FF2B5EF4-FFF2-40B4-BE49-F238E27FC236}">
                        <a16:creationId xmlns:a16="http://schemas.microsoft.com/office/drawing/2014/main" id="{AF523258-F03D-E5A4-3E8A-247BA3F503F8}"/>
                      </a:ext>
                    </a:extLst>
                  </p:cNvPr>
                  <p:cNvPicPr/>
                  <p:nvPr/>
                </p:nvPicPr>
                <p:blipFill>
                  <a:blip r:embed="rId169"/>
                  <a:stretch>
                    <a:fillRect/>
                  </a:stretch>
                </p:blipFill>
                <p:spPr>
                  <a:xfrm>
                    <a:off x="9472320" y="4177440"/>
                    <a:ext cx="14076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49" name="Ink 148">
                    <a:extLst>
                      <a:ext uri="{FF2B5EF4-FFF2-40B4-BE49-F238E27FC236}">
                        <a16:creationId xmlns:a16="http://schemas.microsoft.com/office/drawing/2014/main" id="{EFAD7471-457F-24F5-38D3-0D12DC0DCFCD}"/>
                      </a:ext>
                    </a:extLst>
                  </p14:cNvPr>
                  <p14:cNvContentPartPr/>
                  <p14:nvPr/>
                </p14:nvContentPartPr>
                <p14:xfrm>
                  <a:off x="9645120" y="4164840"/>
                  <a:ext cx="70920" cy="123840"/>
                </p14:xfrm>
              </p:contentPart>
            </mc:Choice>
            <mc:Fallback xmlns="">
              <p:pic>
                <p:nvPicPr>
                  <p:cNvPr id="149" name="Ink 148">
                    <a:extLst>
                      <a:ext uri="{FF2B5EF4-FFF2-40B4-BE49-F238E27FC236}">
                        <a16:creationId xmlns:a16="http://schemas.microsoft.com/office/drawing/2014/main" id="{EFAD7471-457F-24F5-38D3-0D12DC0DCFCD}"/>
                      </a:ext>
                    </a:extLst>
                  </p:cNvPr>
                  <p:cNvPicPr/>
                  <p:nvPr/>
                </p:nvPicPr>
                <p:blipFill>
                  <a:blip r:embed="rId171"/>
                  <a:stretch>
                    <a:fillRect/>
                  </a:stretch>
                </p:blipFill>
                <p:spPr>
                  <a:xfrm>
                    <a:off x="9636120" y="4155840"/>
                    <a:ext cx="8856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96">
                <p14:nvContentPartPr>
                  <p14:cNvPr id="150" name="Ink 149">
                    <a:extLst>
                      <a:ext uri="{FF2B5EF4-FFF2-40B4-BE49-F238E27FC236}">
                        <a16:creationId xmlns:a16="http://schemas.microsoft.com/office/drawing/2014/main" id="{62F7A720-A0BF-4D77-6918-632DC41F5212}"/>
                      </a:ext>
                    </a:extLst>
                  </p14:cNvPr>
                  <p14:cNvContentPartPr/>
                  <p14:nvPr/>
                </p14:nvContentPartPr>
                <p14:xfrm>
                  <a:off x="9752760" y="4032360"/>
                  <a:ext cx="92880" cy="198000"/>
                </p14:xfrm>
              </p:contentPart>
            </mc:Choice>
            <mc:Fallback xmlns="">
              <p:pic>
                <p:nvPicPr>
                  <p:cNvPr id="150" name="Ink 149">
                    <a:extLst>
                      <a:ext uri="{FF2B5EF4-FFF2-40B4-BE49-F238E27FC236}">
                        <a16:creationId xmlns:a16="http://schemas.microsoft.com/office/drawing/2014/main" id="{62F7A720-A0BF-4D77-6918-632DC41F5212}"/>
                      </a:ext>
                    </a:extLst>
                  </p:cNvPr>
                  <p:cNvPicPr/>
                  <p:nvPr/>
                </p:nvPicPr>
                <p:blipFill>
                  <a:blip r:embed="rId173"/>
                  <a:stretch>
                    <a:fillRect/>
                  </a:stretch>
                </p:blipFill>
                <p:spPr>
                  <a:xfrm>
                    <a:off x="9743760" y="4023360"/>
                    <a:ext cx="11052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51" name="Ink 150">
                    <a:extLst>
                      <a:ext uri="{FF2B5EF4-FFF2-40B4-BE49-F238E27FC236}">
                        <a16:creationId xmlns:a16="http://schemas.microsoft.com/office/drawing/2014/main" id="{CDB5715B-E22A-9508-7E03-949D4F2B97BB}"/>
                      </a:ext>
                    </a:extLst>
                  </p14:cNvPr>
                  <p14:cNvContentPartPr/>
                  <p14:nvPr/>
                </p14:nvContentPartPr>
                <p14:xfrm>
                  <a:off x="9844560" y="4016160"/>
                  <a:ext cx="138600" cy="213120"/>
                </p14:xfrm>
              </p:contentPart>
            </mc:Choice>
            <mc:Fallback xmlns="">
              <p:pic>
                <p:nvPicPr>
                  <p:cNvPr id="151" name="Ink 150">
                    <a:extLst>
                      <a:ext uri="{FF2B5EF4-FFF2-40B4-BE49-F238E27FC236}">
                        <a16:creationId xmlns:a16="http://schemas.microsoft.com/office/drawing/2014/main" id="{CDB5715B-E22A-9508-7E03-949D4F2B97BB}"/>
                      </a:ext>
                    </a:extLst>
                  </p:cNvPr>
                  <p:cNvPicPr/>
                  <p:nvPr/>
                </p:nvPicPr>
                <p:blipFill>
                  <a:blip r:embed="rId175"/>
                  <a:stretch>
                    <a:fillRect/>
                  </a:stretch>
                </p:blipFill>
                <p:spPr>
                  <a:xfrm>
                    <a:off x="9835920" y="4007520"/>
                    <a:ext cx="156240" cy="230760"/>
                  </a:xfrm>
                  <a:prstGeom prst="rect">
                    <a:avLst/>
                  </a:prstGeom>
                </p:spPr>
              </p:pic>
            </mc:Fallback>
          </mc:AlternateContent>
        </p:grpSp>
        <p:grpSp>
          <p:nvGrpSpPr>
            <p:cNvPr id="159" name="Group 158">
              <a:extLst>
                <a:ext uri="{FF2B5EF4-FFF2-40B4-BE49-F238E27FC236}">
                  <a16:creationId xmlns:a16="http://schemas.microsoft.com/office/drawing/2014/main" id="{67D02AA8-B776-B8D4-F739-E868D7E61309}"/>
                </a:ext>
              </a:extLst>
            </p:cNvPr>
            <p:cNvGrpSpPr/>
            <p:nvPr/>
          </p:nvGrpSpPr>
          <p:grpSpPr>
            <a:xfrm>
              <a:off x="10170720" y="4081320"/>
              <a:ext cx="806400" cy="306720"/>
              <a:chOff x="10170720" y="4081320"/>
              <a:chExt cx="806400" cy="306720"/>
            </a:xfrm>
          </p:grpSpPr>
          <mc:AlternateContent xmlns:mc="http://schemas.openxmlformats.org/markup-compatibility/2006" xmlns:p14="http://schemas.microsoft.com/office/powerpoint/2010/main">
            <mc:Choice Requires="p14">
              <p:contentPart p14:bwMode="auto" r:id="rId298">
                <p14:nvContentPartPr>
                  <p14:cNvPr id="152" name="Ink 151">
                    <a:extLst>
                      <a:ext uri="{FF2B5EF4-FFF2-40B4-BE49-F238E27FC236}">
                        <a16:creationId xmlns:a16="http://schemas.microsoft.com/office/drawing/2014/main" id="{71B9AF23-FACC-9B2B-1D8C-93D94CDB9E1E}"/>
                      </a:ext>
                    </a:extLst>
                  </p14:cNvPr>
                  <p14:cNvContentPartPr/>
                  <p14:nvPr/>
                </p14:nvContentPartPr>
                <p14:xfrm>
                  <a:off x="10180080" y="4095360"/>
                  <a:ext cx="46440" cy="166320"/>
                </p14:xfrm>
              </p:contentPart>
            </mc:Choice>
            <mc:Fallback xmlns="">
              <p:pic>
                <p:nvPicPr>
                  <p:cNvPr id="152" name="Ink 151">
                    <a:extLst>
                      <a:ext uri="{FF2B5EF4-FFF2-40B4-BE49-F238E27FC236}">
                        <a16:creationId xmlns:a16="http://schemas.microsoft.com/office/drawing/2014/main" id="{71B9AF23-FACC-9B2B-1D8C-93D94CDB9E1E}"/>
                      </a:ext>
                    </a:extLst>
                  </p:cNvPr>
                  <p:cNvPicPr/>
                  <p:nvPr/>
                </p:nvPicPr>
                <p:blipFill>
                  <a:blip r:embed="rId177"/>
                  <a:stretch>
                    <a:fillRect/>
                  </a:stretch>
                </p:blipFill>
                <p:spPr>
                  <a:xfrm>
                    <a:off x="10171440" y="4086720"/>
                    <a:ext cx="6408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299">
                <p14:nvContentPartPr>
                  <p14:cNvPr id="153" name="Ink 152">
                    <a:extLst>
                      <a:ext uri="{FF2B5EF4-FFF2-40B4-BE49-F238E27FC236}">
                        <a16:creationId xmlns:a16="http://schemas.microsoft.com/office/drawing/2014/main" id="{F7EF5EA7-0A8E-84D7-E8AA-6B3DA984E26E}"/>
                      </a:ext>
                    </a:extLst>
                  </p14:cNvPr>
                  <p14:cNvContentPartPr/>
                  <p14:nvPr/>
                </p14:nvContentPartPr>
                <p14:xfrm>
                  <a:off x="10170720" y="4081320"/>
                  <a:ext cx="167040" cy="244800"/>
                </p14:xfrm>
              </p:contentPart>
            </mc:Choice>
            <mc:Fallback xmlns="">
              <p:pic>
                <p:nvPicPr>
                  <p:cNvPr id="153" name="Ink 152">
                    <a:extLst>
                      <a:ext uri="{FF2B5EF4-FFF2-40B4-BE49-F238E27FC236}">
                        <a16:creationId xmlns:a16="http://schemas.microsoft.com/office/drawing/2014/main" id="{F7EF5EA7-0A8E-84D7-E8AA-6B3DA984E26E}"/>
                      </a:ext>
                    </a:extLst>
                  </p:cNvPr>
                  <p:cNvPicPr/>
                  <p:nvPr/>
                </p:nvPicPr>
                <p:blipFill>
                  <a:blip r:embed="rId179"/>
                  <a:stretch>
                    <a:fillRect/>
                  </a:stretch>
                </p:blipFill>
                <p:spPr>
                  <a:xfrm>
                    <a:off x="10161720" y="4072680"/>
                    <a:ext cx="184680" cy="262440"/>
                  </a:xfrm>
                  <a:prstGeom prst="rect">
                    <a:avLst/>
                  </a:prstGeom>
                </p:spPr>
              </p:pic>
            </mc:Fallback>
          </mc:AlternateContent>
          <mc:AlternateContent xmlns:mc="http://schemas.openxmlformats.org/markup-compatibility/2006" xmlns:p14="http://schemas.microsoft.com/office/powerpoint/2010/main">
            <mc:Choice Requires="p14">
              <p:contentPart p14:bwMode="auto" r:id="rId300">
                <p14:nvContentPartPr>
                  <p14:cNvPr id="154" name="Ink 153">
                    <a:extLst>
                      <a:ext uri="{FF2B5EF4-FFF2-40B4-BE49-F238E27FC236}">
                        <a16:creationId xmlns:a16="http://schemas.microsoft.com/office/drawing/2014/main" id="{38400A09-A296-074E-2A76-A869CAFADC47}"/>
                      </a:ext>
                    </a:extLst>
                  </p14:cNvPr>
                  <p14:cNvContentPartPr/>
                  <p14:nvPr/>
                </p14:nvContentPartPr>
                <p14:xfrm>
                  <a:off x="10363320" y="4194000"/>
                  <a:ext cx="127440" cy="106560"/>
                </p14:xfrm>
              </p:contentPart>
            </mc:Choice>
            <mc:Fallback xmlns="">
              <p:pic>
                <p:nvPicPr>
                  <p:cNvPr id="154" name="Ink 153">
                    <a:extLst>
                      <a:ext uri="{FF2B5EF4-FFF2-40B4-BE49-F238E27FC236}">
                        <a16:creationId xmlns:a16="http://schemas.microsoft.com/office/drawing/2014/main" id="{38400A09-A296-074E-2A76-A869CAFADC47}"/>
                      </a:ext>
                    </a:extLst>
                  </p:cNvPr>
                  <p:cNvPicPr/>
                  <p:nvPr/>
                </p:nvPicPr>
                <p:blipFill>
                  <a:blip r:embed="rId181"/>
                  <a:stretch>
                    <a:fillRect/>
                  </a:stretch>
                </p:blipFill>
                <p:spPr>
                  <a:xfrm>
                    <a:off x="10354680" y="4185360"/>
                    <a:ext cx="14508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55" name="Ink 154">
                    <a:extLst>
                      <a:ext uri="{FF2B5EF4-FFF2-40B4-BE49-F238E27FC236}">
                        <a16:creationId xmlns:a16="http://schemas.microsoft.com/office/drawing/2014/main" id="{36258097-DF30-D797-D541-BCDA41166C41}"/>
                      </a:ext>
                    </a:extLst>
                  </p14:cNvPr>
                  <p14:cNvContentPartPr/>
                  <p14:nvPr/>
                </p14:nvContentPartPr>
                <p14:xfrm>
                  <a:off x="10488960" y="4233240"/>
                  <a:ext cx="60480" cy="77040"/>
                </p14:xfrm>
              </p:contentPart>
            </mc:Choice>
            <mc:Fallback xmlns="">
              <p:pic>
                <p:nvPicPr>
                  <p:cNvPr id="155" name="Ink 154">
                    <a:extLst>
                      <a:ext uri="{FF2B5EF4-FFF2-40B4-BE49-F238E27FC236}">
                        <a16:creationId xmlns:a16="http://schemas.microsoft.com/office/drawing/2014/main" id="{36258097-DF30-D797-D541-BCDA41166C41}"/>
                      </a:ext>
                    </a:extLst>
                  </p:cNvPr>
                  <p:cNvPicPr/>
                  <p:nvPr/>
                </p:nvPicPr>
                <p:blipFill>
                  <a:blip r:embed="rId183"/>
                  <a:stretch>
                    <a:fillRect/>
                  </a:stretch>
                </p:blipFill>
                <p:spPr>
                  <a:xfrm>
                    <a:off x="10480320" y="4224240"/>
                    <a:ext cx="7812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302">
                <p14:nvContentPartPr>
                  <p14:cNvPr id="156" name="Ink 155">
                    <a:extLst>
                      <a:ext uri="{FF2B5EF4-FFF2-40B4-BE49-F238E27FC236}">
                        <a16:creationId xmlns:a16="http://schemas.microsoft.com/office/drawing/2014/main" id="{8F4BD4DA-3A46-9A75-E6B7-28CD3FC5EE21}"/>
                      </a:ext>
                    </a:extLst>
                  </p14:cNvPr>
                  <p14:cNvContentPartPr/>
                  <p14:nvPr/>
                </p14:nvContentPartPr>
                <p14:xfrm>
                  <a:off x="10577880" y="4149720"/>
                  <a:ext cx="145080" cy="169200"/>
                </p14:xfrm>
              </p:contentPart>
            </mc:Choice>
            <mc:Fallback xmlns="">
              <p:pic>
                <p:nvPicPr>
                  <p:cNvPr id="156" name="Ink 155">
                    <a:extLst>
                      <a:ext uri="{FF2B5EF4-FFF2-40B4-BE49-F238E27FC236}">
                        <a16:creationId xmlns:a16="http://schemas.microsoft.com/office/drawing/2014/main" id="{8F4BD4DA-3A46-9A75-E6B7-28CD3FC5EE21}"/>
                      </a:ext>
                    </a:extLst>
                  </p:cNvPr>
                  <p:cNvPicPr/>
                  <p:nvPr/>
                </p:nvPicPr>
                <p:blipFill>
                  <a:blip r:embed="rId185"/>
                  <a:stretch>
                    <a:fillRect/>
                  </a:stretch>
                </p:blipFill>
                <p:spPr>
                  <a:xfrm>
                    <a:off x="10569240" y="4140720"/>
                    <a:ext cx="16272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157" name="Ink 156">
                    <a:extLst>
                      <a:ext uri="{FF2B5EF4-FFF2-40B4-BE49-F238E27FC236}">
                        <a16:creationId xmlns:a16="http://schemas.microsoft.com/office/drawing/2014/main" id="{C0C78C75-8093-889E-9580-95693BC9342A}"/>
                      </a:ext>
                    </a:extLst>
                  </p14:cNvPr>
                  <p14:cNvContentPartPr/>
                  <p14:nvPr/>
                </p14:nvContentPartPr>
                <p14:xfrm>
                  <a:off x="10722240" y="4284720"/>
                  <a:ext cx="68760" cy="53640"/>
                </p14:xfrm>
              </p:contentPart>
            </mc:Choice>
            <mc:Fallback xmlns="">
              <p:pic>
                <p:nvPicPr>
                  <p:cNvPr id="157" name="Ink 156">
                    <a:extLst>
                      <a:ext uri="{FF2B5EF4-FFF2-40B4-BE49-F238E27FC236}">
                        <a16:creationId xmlns:a16="http://schemas.microsoft.com/office/drawing/2014/main" id="{C0C78C75-8093-889E-9580-95693BC9342A}"/>
                      </a:ext>
                    </a:extLst>
                  </p:cNvPr>
                  <p:cNvPicPr/>
                  <p:nvPr/>
                </p:nvPicPr>
                <p:blipFill>
                  <a:blip r:embed="rId187"/>
                  <a:stretch>
                    <a:fillRect/>
                  </a:stretch>
                </p:blipFill>
                <p:spPr>
                  <a:xfrm>
                    <a:off x="10713600" y="4275720"/>
                    <a:ext cx="864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304">
                <p14:nvContentPartPr>
                  <p14:cNvPr id="158" name="Ink 157">
                    <a:extLst>
                      <a:ext uri="{FF2B5EF4-FFF2-40B4-BE49-F238E27FC236}">
                        <a16:creationId xmlns:a16="http://schemas.microsoft.com/office/drawing/2014/main" id="{49DA0671-A0AF-F1A2-31BA-BEECBB159FE0}"/>
                      </a:ext>
                    </a:extLst>
                  </p14:cNvPr>
                  <p14:cNvContentPartPr/>
                  <p14:nvPr/>
                </p14:nvContentPartPr>
                <p14:xfrm>
                  <a:off x="10750680" y="4186800"/>
                  <a:ext cx="226440" cy="201240"/>
                </p14:xfrm>
              </p:contentPart>
            </mc:Choice>
            <mc:Fallback xmlns="">
              <p:pic>
                <p:nvPicPr>
                  <p:cNvPr id="158" name="Ink 157">
                    <a:extLst>
                      <a:ext uri="{FF2B5EF4-FFF2-40B4-BE49-F238E27FC236}">
                        <a16:creationId xmlns:a16="http://schemas.microsoft.com/office/drawing/2014/main" id="{49DA0671-A0AF-F1A2-31BA-BEECBB159FE0}"/>
                      </a:ext>
                    </a:extLst>
                  </p:cNvPr>
                  <p:cNvPicPr/>
                  <p:nvPr/>
                </p:nvPicPr>
                <p:blipFill>
                  <a:blip r:embed="rId189"/>
                  <a:stretch>
                    <a:fillRect/>
                  </a:stretch>
                </p:blipFill>
                <p:spPr>
                  <a:xfrm>
                    <a:off x="10741680" y="4178160"/>
                    <a:ext cx="244080" cy="21888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05">
              <p14:nvContentPartPr>
                <p14:cNvPr id="161" name="Ink 160">
                  <a:extLst>
                    <a:ext uri="{FF2B5EF4-FFF2-40B4-BE49-F238E27FC236}">
                      <a16:creationId xmlns:a16="http://schemas.microsoft.com/office/drawing/2014/main" id="{1E2DA7B3-626B-AA31-842F-BF56FABA2CB6}"/>
                    </a:ext>
                  </a:extLst>
                </p14:cNvPr>
                <p14:cNvContentPartPr/>
                <p14:nvPr/>
              </p14:nvContentPartPr>
              <p14:xfrm>
                <a:off x="9249480" y="3993120"/>
                <a:ext cx="171000" cy="332640"/>
              </p14:xfrm>
            </p:contentPart>
          </mc:Choice>
          <mc:Fallback>
            <p:pic>
              <p:nvPicPr>
                <p:cNvPr id="161" name="Ink 160">
                  <a:extLst>
                    <a:ext uri="{FF2B5EF4-FFF2-40B4-BE49-F238E27FC236}">
                      <a16:creationId xmlns:a16="http://schemas.microsoft.com/office/drawing/2014/main" id="{1E2DA7B3-626B-AA31-842F-BF56FABA2CB6}"/>
                    </a:ext>
                  </a:extLst>
                </p:cNvPr>
                <p:cNvPicPr/>
                <p:nvPr/>
              </p:nvPicPr>
              <p:blipFill>
                <a:blip r:embed="rId306"/>
                <a:stretch>
                  <a:fillRect/>
                </a:stretch>
              </p:blipFill>
              <p:spPr>
                <a:xfrm>
                  <a:off x="9240480" y="3984120"/>
                  <a:ext cx="188640" cy="350280"/>
                </a:xfrm>
                <a:prstGeom prst="rect">
                  <a:avLst/>
                </a:prstGeom>
              </p:spPr>
            </p:pic>
          </mc:Fallback>
        </mc:AlternateContent>
        <p:grpSp>
          <p:nvGrpSpPr>
            <p:cNvPr id="185" name="Group 184">
              <a:extLst>
                <a:ext uri="{FF2B5EF4-FFF2-40B4-BE49-F238E27FC236}">
                  <a16:creationId xmlns:a16="http://schemas.microsoft.com/office/drawing/2014/main" id="{0EADCC4C-FF4E-28D4-7964-FE14DBAA7894}"/>
                </a:ext>
              </a:extLst>
            </p:cNvPr>
            <p:cNvGrpSpPr/>
            <p:nvPr/>
          </p:nvGrpSpPr>
          <p:grpSpPr>
            <a:xfrm>
              <a:off x="8968518" y="4482267"/>
              <a:ext cx="1670760" cy="450720"/>
              <a:chOff x="8968518" y="4482267"/>
              <a:chExt cx="1670760" cy="450720"/>
            </a:xfrm>
          </p:grpSpPr>
          <mc:AlternateContent xmlns:mc="http://schemas.openxmlformats.org/markup-compatibility/2006" xmlns:p14="http://schemas.microsoft.com/office/powerpoint/2010/main">
            <mc:Choice Requires="p14">
              <p:contentPart p14:bwMode="auto" r:id="rId307">
                <p14:nvContentPartPr>
                  <p14:cNvPr id="175" name="Ink 174">
                    <a:extLst>
                      <a:ext uri="{FF2B5EF4-FFF2-40B4-BE49-F238E27FC236}">
                        <a16:creationId xmlns:a16="http://schemas.microsoft.com/office/drawing/2014/main" id="{AEFADD2A-F987-C333-F4B5-746A25C33A8B}"/>
                      </a:ext>
                    </a:extLst>
                  </p14:cNvPr>
                  <p14:cNvContentPartPr/>
                  <p14:nvPr/>
                </p14:nvContentPartPr>
                <p14:xfrm>
                  <a:off x="9019638" y="4554627"/>
                  <a:ext cx="31320" cy="279360"/>
                </p14:xfrm>
              </p:contentPart>
            </mc:Choice>
            <mc:Fallback xmlns="">
              <p:pic>
                <p:nvPicPr>
                  <p:cNvPr id="175" name="Ink 174">
                    <a:extLst>
                      <a:ext uri="{FF2B5EF4-FFF2-40B4-BE49-F238E27FC236}">
                        <a16:creationId xmlns:a16="http://schemas.microsoft.com/office/drawing/2014/main" id="{AEFADD2A-F987-C333-F4B5-746A25C33A8B}"/>
                      </a:ext>
                    </a:extLst>
                  </p:cNvPr>
                  <p:cNvPicPr/>
                  <p:nvPr/>
                </p:nvPicPr>
                <p:blipFill>
                  <a:blip r:embed="rId308"/>
                  <a:stretch>
                    <a:fillRect/>
                  </a:stretch>
                </p:blipFill>
                <p:spPr>
                  <a:xfrm>
                    <a:off x="9010998" y="4545987"/>
                    <a:ext cx="4896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176" name="Ink 175">
                    <a:extLst>
                      <a:ext uri="{FF2B5EF4-FFF2-40B4-BE49-F238E27FC236}">
                        <a16:creationId xmlns:a16="http://schemas.microsoft.com/office/drawing/2014/main" id="{963DA19F-B534-99A9-DFFA-9555F7587B93}"/>
                      </a:ext>
                    </a:extLst>
                  </p14:cNvPr>
                  <p14:cNvContentPartPr/>
                  <p14:nvPr/>
                </p14:nvContentPartPr>
                <p14:xfrm>
                  <a:off x="8968518" y="4559307"/>
                  <a:ext cx="172080" cy="60480"/>
                </p14:xfrm>
              </p:contentPart>
            </mc:Choice>
            <mc:Fallback xmlns="">
              <p:pic>
                <p:nvPicPr>
                  <p:cNvPr id="176" name="Ink 175">
                    <a:extLst>
                      <a:ext uri="{FF2B5EF4-FFF2-40B4-BE49-F238E27FC236}">
                        <a16:creationId xmlns:a16="http://schemas.microsoft.com/office/drawing/2014/main" id="{963DA19F-B534-99A9-DFFA-9555F7587B93}"/>
                      </a:ext>
                    </a:extLst>
                  </p:cNvPr>
                  <p:cNvPicPr/>
                  <p:nvPr/>
                </p:nvPicPr>
                <p:blipFill>
                  <a:blip r:embed="rId310"/>
                  <a:stretch>
                    <a:fillRect/>
                  </a:stretch>
                </p:blipFill>
                <p:spPr>
                  <a:xfrm>
                    <a:off x="8959878" y="4550667"/>
                    <a:ext cx="18972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177" name="Ink 176">
                    <a:extLst>
                      <a:ext uri="{FF2B5EF4-FFF2-40B4-BE49-F238E27FC236}">
                        <a16:creationId xmlns:a16="http://schemas.microsoft.com/office/drawing/2014/main" id="{5412BFBA-9B85-7850-BCD9-4DE0954E20F3}"/>
                      </a:ext>
                    </a:extLst>
                  </p14:cNvPr>
                  <p14:cNvContentPartPr/>
                  <p14:nvPr/>
                </p14:nvContentPartPr>
                <p14:xfrm>
                  <a:off x="9144918" y="4691067"/>
                  <a:ext cx="129960" cy="102960"/>
                </p14:xfrm>
              </p:contentPart>
            </mc:Choice>
            <mc:Fallback xmlns="">
              <p:pic>
                <p:nvPicPr>
                  <p:cNvPr id="177" name="Ink 176">
                    <a:extLst>
                      <a:ext uri="{FF2B5EF4-FFF2-40B4-BE49-F238E27FC236}">
                        <a16:creationId xmlns:a16="http://schemas.microsoft.com/office/drawing/2014/main" id="{5412BFBA-9B85-7850-BCD9-4DE0954E20F3}"/>
                      </a:ext>
                    </a:extLst>
                  </p:cNvPr>
                  <p:cNvPicPr/>
                  <p:nvPr/>
                </p:nvPicPr>
                <p:blipFill>
                  <a:blip r:embed="rId312"/>
                  <a:stretch>
                    <a:fillRect/>
                  </a:stretch>
                </p:blipFill>
                <p:spPr>
                  <a:xfrm>
                    <a:off x="9136278" y="4682067"/>
                    <a:ext cx="14760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178" name="Ink 177">
                    <a:extLst>
                      <a:ext uri="{FF2B5EF4-FFF2-40B4-BE49-F238E27FC236}">
                        <a16:creationId xmlns:a16="http://schemas.microsoft.com/office/drawing/2014/main" id="{14E01A4B-A11A-43B6-11A7-C4F87DFF950F}"/>
                      </a:ext>
                    </a:extLst>
                  </p14:cNvPr>
                  <p14:cNvContentPartPr/>
                  <p14:nvPr/>
                </p14:nvContentPartPr>
                <p14:xfrm>
                  <a:off x="9296838" y="4508907"/>
                  <a:ext cx="141840" cy="424080"/>
                </p14:xfrm>
              </p:contentPart>
            </mc:Choice>
            <mc:Fallback xmlns="">
              <p:pic>
                <p:nvPicPr>
                  <p:cNvPr id="178" name="Ink 177">
                    <a:extLst>
                      <a:ext uri="{FF2B5EF4-FFF2-40B4-BE49-F238E27FC236}">
                        <a16:creationId xmlns:a16="http://schemas.microsoft.com/office/drawing/2014/main" id="{14E01A4B-A11A-43B6-11A7-C4F87DFF950F}"/>
                      </a:ext>
                    </a:extLst>
                  </p:cNvPr>
                  <p:cNvPicPr/>
                  <p:nvPr/>
                </p:nvPicPr>
                <p:blipFill>
                  <a:blip r:embed="rId314"/>
                  <a:stretch>
                    <a:fillRect/>
                  </a:stretch>
                </p:blipFill>
                <p:spPr>
                  <a:xfrm>
                    <a:off x="9287838" y="4499907"/>
                    <a:ext cx="159480" cy="44172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179" name="Ink 178">
                    <a:extLst>
                      <a:ext uri="{FF2B5EF4-FFF2-40B4-BE49-F238E27FC236}">
                        <a16:creationId xmlns:a16="http://schemas.microsoft.com/office/drawing/2014/main" id="{768186C5-F5AB-558A-B922-CD8CF445F894}"/>
                      </a:ext>
                    </a:extLst>
                  </p14:cNvPr>
                  <p14:cNvContentPartPr/>
                  <p14:nvPr/>
                </p14:nvContentPartPr>
                <p14:xfrm>
                  <a:off x="9476838" y="4649667"/>
                  <a:ext cx="242640" cy="158760"/>
                </p14:xfrm>
              </p:contentPart>
            </mc:Choice>
            <mc:Fallback xmlns="">
              <p:pic>
                <p:nvPicPr>
                  <p:cNvPr id="179" name="Ink 178">
                    <a:extLst>
                      <a:ext uri="{FF2B5EF4-FFF2-40B4-BE49-F238E27FC236}">
                        <a16:creationId xmlns:a16="http://schemas.microsoft.com/office/drawing/2014/main" id="{768186C5-F5AB-558A-B922-CD8CF445F894}"/>
                      </a:ext>
                    </a:extLst>
                  </p:cNvPr>
                  <p:cNvPicPr/>
                  <p:nvPr/>
                </p:nvPicPr>
                <p:blipFill>
                  <a:blip r:embed="rId316"/>
                  <a:stretch>
                    <a:fillRect/>
                  </a:stretch>
                </p:blipFill>
                <p:spPr>
                  <a:xfrm>
                    <a:off x="9468198" y="4640667"/>
                    <a:ext cx="26028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180" name="Ink 179">
                    <a:extLst>
                      <a:ext uri="{FF2B5EF4-FFF2-40B4-BE49-F238E27FC236}">
                        <a16:creationId xmlns:a16="http://schemas.microsoft.com/office/drawing/2014/main" id="{832BCCD0-C0E4-E980-8449-06FCE827D33A}"/>
                      </a:ext>
                    </a:extLst>
                  </p14:cNvPr>
                  <p14:cNvContentPartPr/>
                  <p14:nvPr/>
                </p14:nvContentPartPr>
                <p14:xfrm>
                  <a:off x="9832518" y="4609707"/>
                  <a:ext cx="159840" cy="225360"/>
                </p14:xfrm>
              </p:contentPart>
            </mc:Choice>
            <mc:Fallback xmlns="">
              <p:pic>
                <p:nvPicPr>
                  <p:cNvPr id="180" name="Ink 179">
                    <a:extLst>
                      <a:ext uri="{FF2B5EF4-FFF2-40B4-BE49-F238E27FC236}">
                        <a16:creationId xmlns:a16="http://schemas.microsoft.com/office/drawing/2014/main" id="{832BCCD0-C0E4-E980-8449-06FCE827D33A}"/>
                      </a:ext>
                    </a:extLst>
                  </p:cNvPr>
                  <p:cNvPicPr/>
                  <p:nvPr/>
                </p:nvPicPr>
                <p:blipFill>
                  <a:blip r:embed="rId318"/>
                  <a:stretch>
                    <a:fillRect/>
                  </a:stretch>
                </p:blipFill>
                <p:spPr>
                  <a:xfrm>
                    <a:off x="9823878" y="4601067"/>
                    <a:ext cx="17748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181" name="Ink 180">
                    <a:extLst>
                      <a:ext uri="{FF2B5EF4-FFF2-40B4-BE49-F238E27FC236}">
                        <a16:creationId xmlns:a16="http://schemas.microsoft.com/office/drawing/2014/main" id="{42089830-2B4E-9DAD-ED89-CD28F9FFB56E}"/>
                      </a:ext>
                    </a:extLst>
                  </p14:cNvPr>
                  <p14:cNvContentPartPr/>
                  <p14:nvPr/>
                </p14:nvContentPartPr>
                <p14:xfrm>
                  <a:off x="10005318" y="4684587"/>
                  <a:ext cx="196200" cy="95760"/>
                </p14:xfrm>
              </p:contentPart>
            </mc:Choice>
            <mc:Fallback xmlns="">
              <p:pic>
                <p:nvPicPr>
                  <p:cNvPr id="181" name="Ink 180">
                    <a:extLst>
                      <a:ext uri="{FF2B5EF4-FFF2-40B4-BE49-F238E27FC236}">
                        <a16:creationId xmlns:a16="http://schemas.microsoft.com/office/drawing/2014/main" id="{42089830-2B4E-9DAD-ED89-CD28F9FFB56E}"/>
                      </a:ext>
                    </a:extLst>
                  </p:cNvPr>
                  <p:cNvPicPr/>
                  <p:nvPr/>
                </p:nvPicPr>
                <p:blipFill>
                  <a:blip r:embed="rId320"/>
                  <a:stretch>
                    <a:fillRect/>
                  </a:stretch>
                </p:blipFill>
                <p:spPr>
                  <a:xfrm>
                    <a:off x="9996318" y="4675587"/>
                    <a:ext cx="213840" cy="11340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182" name="Ink 181">
                    <a:extLst>
                      <a:ext uri="{FF2B5EF4-FFF2-40B4-BE49-F238E27FC236}">
                        <a16:creationId xmlns:a16="http://schemas.microsoft.com/office/drawing/2014/main" id="{BD945D5D-EA0F-D200-C2B4-5D6A2B105C78}"/>
                      </a:ext>
                    </a:extLst>
                  </p14:cNvPr>
                  <p14:cNvContentPartPr/>
                  <p14:nvPr/>
                </p14:nvContentPartPr>
                <p14:xfrm>
                  <a:off x="10248318" y="4560027"/>
                  <a:ext cx="46440" cy="202320"/>
                </p14:xfrm>
              </p:contentPart>
            </mc:Choice>
            <mc:Fallback xmlns="">
              <p:pic>
                <p:nvPicPr>
                  <p:cNvPr id="182" name="Ink 181">
                    <a:extLst>
                      <a:ext uri="{FF2B5EF4-FFF2-40B4-BE49-F238E27FC236}">
                        <a16:creationId xmlns:a16="http://schemas.microsoft.com/office/drawing/2014/main" id="{BD945D5D-EA0F-D200-C2B4-5D6A2B105C78}"/>
                      </a:ext>
                    </a:extLst>
                  </p:cNvPr>
                  <p:cNvPicPr/>
                  <p:nvPr/>
                </p:nvPicPr>
                <p:blipFill>
                  <a:blip r:embed="rId322"/>
                  <a:stretch>
                    <a:fillRect/>
                  </a:stretch>
                </p:blipFill>
                <p:spPr>
                  <a:xfrm>
                    <a:off x="10239318" y="4551387"/>
                    <a:ext cx="6408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183" name="Ink 182">
                    <a:extLst>
                      <a:ext uri="{FF2B5EF4-FFF2-40B4-BE49-F238E27FC236}">
                        <a16:creationId xmlns:a16="http://schemas.microsoft.com/office/drawing/2014/main" id="{6A55A645-5972-E921-F2C3-C31D8D0A79B0}"/>
                      </a:ext>
                    </a:extLst>
                  </p14:cNvPr>
                  <p14:cNvContentPartPr/>
                  <p14:nvPr/>
                </p14:nvContentPartPr>
                <p14:xfrm>
                  <a:off x="10370718" y="4527627"/>
                  <a:ext cx="91440" cy="249120"/>
                </p14:xfrm>
              </p:contentPart>
            </mc:Choice>
            <mc:Fallback xmlns="">
              <p:pic>
                <p:nvPicPr>
                  <p:cNvPr id="183" name="Ink 182">
                    <a:extLst>
                      <a:ext uri="{FF2B5EF4-FFF2-40B4-BE49-F238E27FC236}">
                        <a16:creationId xmlns:a16="http://schemas.microsoft.com/office/drawing/2014/main" id="{6A55A645-5972-E921-F2C3-C31D8D0A79B0}"/>
                      </a:ext>
                    </a:extLst>
                  </p:cNvPr>
                  <p:cNvPicPr/>
                  <p:nvPr/>
                </p:nvPicPr>
                <p:blipFill>
                  <a:blip r:embed="rId324"/>
                  <a:stretch>
                    <a:fillRect/>
                  </a:stretch>
                </p:blipFill>
                <p:spPr>
                  <a:xfrm>
                    <a:off x="10361718" y="4518987"/>
                    <a:ext cx="10908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184" name="Ink 183">
                    <a:extLst>
                      <a:ext uri="{FF2B5EF4-FFF2-40B4-BE49-F238E27FC236}">
                        <a16:creationId xmlns:a16="http://schemas.microsoft.com/office/drawing/2014/main" id="{A42F4754-27A3-3155-E067-D18AA14C4BEE}"/>
                      </a:ext>
                    </a:extLst>
                  </p14:cNvPr>
                  <p14:cNvContentPartPr/>
                  <p14:nvPr/>
                </p14:nvContentPartPr>
                <p14:xfrm>
                  <a:off x="10504278" y="4482267"/>
                  <a:ext cx="135000" cy="322560"/>
                </p14:xfrm>
              </p:contentPart>
            </mc:Choice>
            <mc:Fallback xmlns="">
              <p:pic>
                <p:nvPicPr>
                  <p:cNvPr id="184" name="Ink 183">
                    <a:extLst>
                      <a:ext uri="{FF2B5EF4-FFF2-40B4-BE49-F238E27FC236}">
                        <a16:creationId xmlns:a16="http://schemas.microsoft.com/office/drawing/2014/main" id="{A42F4754-27A3-3155-E067-D18AA14C4BEE}"/>
                      </a:ext>
                    </a:extLst>
                  </p:cNvPr>
                  <p:cNvPicPr/>
                  <p:nvPr/>
                </p:nvPicPr>
                <p:blipFill>
                  <a:blip r:embed="rId326"/>
                  <a:stretch>
                    <a:fillRect/>
                  </a:stretch>
                </p:blipFill>
                <p:spPr>
                  <a:xfrm>
                    <a:off x="10495638" y="4473267"/>
                    <a:ext cx="152640" cy="340200"/>
                  </a:xfrm>
                  <a:prstGeom prst="rect">
                    <a:avLst/>
                  </a:prstGeom>
                </p:spPr>
              </p:pic>
            </mc:Fallback>
          </mc:AlternateContent>
        </p:grpSp>
        <p:grpSp>
          <p:nvGrpSpPr>
            <p:cNvPr id="194" name="Group 193">
              <a:extLst>
                <a:ext uri="{FF2B5EF4-FFF2-40B4-BE49-F238E27FC236}">
                  <a16:creationId xmlns:a16="http://schemas.microsoft.com/office/drawing/2014/main" id="{FB35A607-D7BD-8D83-CC19-D87C6D6724FF}"/>
                </a:ext>
              </a:extLst>
            </p:cNvPr>
            <p:cNvGrpSpPr/>
            <p:nvPr/>
          </p:nvGrpSpPr>
          <p:grpSpPr>
            <a:xfrm>
              <a:off x="8593038" y="4979067"/>
              <a:ext cx="903240" cy="285120"/>
              <a:chOff x="8593038" y="4979067"/>
              <a:chExt cx="903240" cy="285120"/>
            </a:xfrm>
          </p:grpSpPr>
          <mc:AlternateContent xmlns:mc="http://schemas.openxmlformats.org/markup-compatibility/2006" xmlns:p14="http://schemas.microsoft.com/office/powerpoint/2010/main">
            <mc:Choice Requires="p14">
              <p:contentPart p14:bwMode="auto" r:id="rId327">
                <p14:nvContentPartPr>
                  <p14:cNvPr id="186" name="Ink 185">
                    <a:extLst>
                      <a:ext uri="{FF2B5EF4-FFF2-40B4-BE49-F238E27FC236}">
                        <a16:creationId xmlns:a16="http://schemas.microsoft.com/office/drawing/2014/main" id="{AAB8E10D-5483-7FC3-3561-63F0FAB1DBFD}"/>
                      </a:ext>
                    </a:extLst>
                  </p14:cNvPr>
                  <p14:cNvContentPartPr/>
                  <p14:nvPr/>
                </p14:nvContentPartPr>
                <p14:xfrm>
                  <a:off x="8593038" y="5035947"/>
                  <a:ext cx="15480" cy="227160"/>
                </p14:xfrm>
              </p:contentPart>
            </mc:Choice>
            <mc:Fallback xmlns="">
              <p:pic>
                <p:nvPicPr>
                  <p:cNvPr id="186" name="Ink 185">
                    <a:extLst>
                      <a:ext uri="{FF2B5EF4-FFF2-40B4-BE49-F238E27FC236}">
                        <a16:creationId xmlns:a16="http://schemas.microsoft.com/office/drawing/2014/main" id="{AAB8E10D-5483-7FC3-3561-63F0FAB1DBFD}"/>
                      </a:ext>
                    </a:extLst>
                  </p:cNvPr>
                  <p:cNvPicPr/>
                  <p:nvPr/>
                </p:nvPicPr>
                <p:blipFill>
                  <a:blip r:embed="rId328"/>
                  <a:stretch>
                    <a:fillRect/>
                  </a:stretch>
                </p:blipFill>
                <p:spPr>
                  <a:xfrm>
                    <a:off x="8584398" y="5026947"/>
                    <a:ext cx="33120" cy="244800"/>
                  </a:xfrm>
                  <a:prstGeom prst="rect">
                    <a:avLst/>
                  </a:prstGeom>
                </p:spPr>
              </p:pic>
            </mc:Fallback>
          </mc:AlternateContent>
          <mc:AlternateContent xmlns:mc="http://schemas.openxmlformats.org/markup-compatibility/2006" xmlns:p14="http://schemas.microsoft.com/office/powerpoint/2010/main">
            <mc:Choice Requires="p14">
              <p:contentPart p14:bwMode="auto" r:id="rId329">
                <p14:nvContentPartPr>
                  <p14:cNvPr id="187" name="Ink 186">
                    <a:extLst>
                      <a:ext uri="{FF2B5EF4-FFF2-40B4-BE49-F238E27FC236}">
                        <a16:creationId xmlns:a16="http://schemas.microsoft.com/office/drawing/2014/main" id="{82B43109-E03B-7635-C18E-86EF11883230}"/>
                      </a:ext>
                    </a:extLst>
                  </p14:cNvPr>
                  <p14:cNvContentPartPr/>
                  <p14:nvPr/>
                </p14:nvContentPartPr>
                <p14:xfrm>
                  <a:off x="8600598" y="5128107"/>
                  <a:ext cx="137160" cy="29160"/>
                </p14:xfrm>
              </p:contentPart>
            </mc:Choice>
            <mc:Fallback xmlns="">
              <p:pic>
                <p:nvPicPr>
                  <p:cNvPr id="187" name="Ink 186">
                    <a:extLst>
                      <a:ext uri="{FF2B5EF4-FFF2-40B4-BE49-F238E27FC236}">
                        <a16:creationId xmlns:a16="http://schemas.microsoft.com/office/drawing/2014/main" id="{82B43109-E03B-7635-C18E-86EF11883230}"/>
                      </a:ext>
                    </a:extLst>
                  </p:cNvPr>
                  <p:cNvPicPr/>
                  <p:nvPr/>
                </p:nvPicPr>
                <p:blipFill>
                  <a:blip r:embed="rId330"/>
                  <a:stretch>
                    <a:fillRect/>
                  </a:stretch>
                </p:blipFill>
                <p:spPr>
                  <a:xfrm>
                    <a:off x="8591598" y="5119467"/>
                    <a:ext cx="15480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188" name="Ink 187">
                    <a:extLst>
                      <a:ext uri="{FF2B5EF4-FFF2-40B4-BE49-F238E27FC236}">
                        <a16:creationId xmlns:a16="http://schemas.microsoft.com/office/drawing/2014/main" id="{E7E4494B-AA8F-93C1-8B25-3A9BA4740BA2}"/>
                      </a:ext>
                    </a:extLst>
                  </p14:cNvPr>
                  <p14:cNvContentPartPr/>
                  <p14:nvPr/>
                </p14:nvContentPartPr>
                <p14:xfrm>
                  <a:off x="8730558" y="4979067"/>
                  <a:ext cx="24840" cy="284400"/>
                </p14:xfrm>
              </p:contentPart>
            </mc:Choice>
            <mc:Fallback xmlns="">
              <p:pic>
                <p:nvPicPr>
                  <p:cNvPr id="188" name="Ink 187">
                    <a:extLst>
                      <a:ext uri="{FF2B5EF4-FFF2-40B4-BE49-F238E27FC236}">
                        <a16:creationId xmlns:a16="http://schemas.microsoft.com/office/drawing/2014/main" id="{E7E4494B-AA8F-93C1-8B25-3A9BA4740BA2}"/>
                      </a:ext>
                    </a:extLst>
                  </p:cNvPr>
                  <p:cNvPicPr/>
                  <p:nvPr/>
                </p:nvPicPr>
                <p:blipFill>
                  <a:blip r:embed="rId332"/>
                  <a:stretch>
                    <a:fillRect/>
                  </a:stretch>
                </p:blipFill>
                <p:spPr>
                  <a:xfrm>
                    <a:off x="8721558" y="4970067"/>
                    <a:ext cx="4248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189" name="Ink 188">
                    <a:extLst>
                      <a:ext uri="{FF2B5EF4-FFF2-40B4-BE49-F238E27FC236}">
                        <a16:creationId xmlns:a16="http://schemas.microsoft.com/office/drawing/2014/main" id="{79813666-BA87-D7BB-6291-E85275D6CEA1}"/>
                      </a:ext>
                    </a:extLst>
                  </p14:cNvPr>
                  <p14:cNvContentPartPr/>
                  <p14:nvPr/>
                </p14:nvContentPartPr>
                <p14:xfrm>
                  <a:off x="8833158" y="5094267"/>
                  <a:ext cx="244440" cy="143280"/>
                </p14:xfrm>
              </p:contentPart>
            </mc:Choice>
            <mc:Fallback xmlns="">
              <p:pic>
                <p:nvPicPr>
                  <p:cNvPr id="189" name="Ink 188">
                    <a:extLst>
                      <a:ext uri="{FF2B5EF4-FFF2-40B4-BE49-F238E27FC236}">
                        <a16:creationId xmlns:a16="http://schemas.microsoft.com/office/drawing/2014/main" id="{79813666-BA87-D7BB-6291-E85275D6CEA1}"/>
                      </a:ext>
                    </a:extLst>
                  </p:cNvPr>
                  <p:cNvPicPr/>
                  <p:nvPr/>
                </p:nvPicPr>
                <p:blipFill>
                  <a:blip r:embed="rId334"/>
                  <a:stretch>
                    <a:fillRect/>
                  </a:stretch>
                </p:blipFill>
                <p:spPr>
                  <a:xfrm>
                    <a:off x="8824518" y="5085627"/>
                    <a:ext cx="262080" cy="16092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190" name="Ink 189">
                    <a:extLst>
                      <a:ext uri="{FF2B5EF4-FFF2-40B4-BE49-F238E27FC236}">
                        <a16:creationId xmlns:a16="http://schemas.microsoft.com/office/drawing/2014/main" id="{7FFCC243-1946-3CA4-40B9-8ACE1B249496}"/>
                      </a:ext>
                    </a:extLst>
                  </p14:cNvPr>
                  <p14:cNvContentPartPr/>
                  <p14:nvPr/>
                </p14:nvContentPartPr>
                <p14:xfrm>
                  <a:off x="9090918" y="5083827"/>
                  <a:ext cx="88200" cy="180360"/>
                </p14:xfrm>
              </p:contentPart>
            </mc:Choice>
            <mc:Fallback xmlns="">
              <p:pic>
                <p:nvPicPr>
                  <p:cNvPr id="190" name="Ink 189">
                    <a:extLst>
                      <a:ext uri="{FF2B5EF4-FFF2-40B4-BE49-F238E27FC236}">
                        <a16:creationId xmlns:a16="http://schemas.microsoft.com/office/drawing/2014/main" id="{7FFCC243-1946-3CA4-40B9-8ACE1B249496}"/>
                      </a:ext>
                    </a:extLst>
                  </p:cNvPr>
                  <p:cNvPicPr/>
                  <p:nvPr/>
                </p:nvPicPr>
                <p:blipFill>
                  <a:blip r:embed="rId336"/>
                  <a:stretch>
                    <a:fillRect/>
                  </a:stretch>
                </p:blipFill>
                <p:spPr>
                  <a:xfrm>
                    <a:off x="9082278" y="5075187"/>
                    <a:ext cx="10584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191" name="Ink 190">
                    <a:extLst>
                      <a:ext uri="{FF2B5EF4-FFF2-40B4-BE49-F238E27FC236}">
                        <a16:creationId xmlns:a16="http://schemas.microsoft.com/office/drawing/2014/main" id="{EF6F1C5A-2625-997D-7012-525EA4A5A729}"/>
                      </a:ext>
                    </a:extLst>
                  </p14:cNvPr>
                  <p14:cNvContentPartPr/>
                  <p14:nvPr/>
                </p14:nvContentPartPr>
                <p14:xfrm>
                  <a:off x="9225558" y="5138187"/>
                  <a:ext cx="73800" cy="98640"/>
                </p14:xfrm>
              </p:contentPart>
            </mc:Choice>
            <mc:Fallback xmlns="">
              <p:pic>
                <p:nvPicPr>
                  <p:cNvPr id="191" name="Ink 190">
                    <a:extLst>
                      <a:ext uri="{FF2B5EF4-FFF2-40B4-BE49-F238E27FC236}">
                        <a16:creationId xmlns:a16="http://schemas.microsoft.com/office/drawing/2014/main" id="{EF6F1C5A-2625-997D-7012-525EA4A5A729}"/>
                      </a:ext>
                    </a:extLst>
                  </p:cNvPr>
                  <p:cNvPicPr/>
                  <p:nvPr/>
                </p:nvPicPr>
                <p:blipFill>
                  <a:blip r:embed="rId338"/>
                  <a:stretch>
                    <a:fillRect/>
                  </a:stretch>
                </p:blipFill>
                <p:spPr>
                  <a:xfrm>
                    <a:off x="9216558" y="5129187"/>
                    <a:ext cx="91440" cy="11628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192" name="Ink 191">
                    <a:extLst>
                      <a:ext uri="{FF2B5EF4-FFF2-40B4-BE49-F238E27FC236}">
                        <a16:creationId xmlns:a16="http://schemas.microsoft.com/office/drawing/2014/main" id="{577D91DE-DAD9-9E87-BDE4-D5AB19AB39B8}"/>
                      </a:ext>
                    </a:extLst>
                  </p14:cNvPr>
                  <p14:cNvContentPartPr/>
                  <p14:nvPr/>
                </p14:nvContentPartPr>
                <p14:xfrm>
                  <a:off x="9331038" y="5088867"/>
                  <a:ext cx="165240" cy="141480"/>
                </p14:xfrm>
              </p:contentPart>
            </mc:Choice>
            <mc:Fallback xmlns="">
              <p:pic>
                <p:nvPicPr>
                  <p:cNvPr id="192" name="Ink 191">
                    <a:extLst>
                      <a:ext uri="{FF2B5EF4-FFF2-40B4-BE49-F238E27FC236}">
                        <a16:creationId xmlns:a16="http://schemas.microsoft.com/office/drawing/2014/main" id="{577D91DE-DAD9-9E87-BDE4-D5AB19AB39B8}"/>
                      </a:ext>
                    </a:extLst>
                  </p:cNvPr>
                  <p:cNvPicPr/>
                  <p:nvPr/>
                </p:nvPicPr>
                <p:blipFill>
                  <a:blip r:embed="rId340"/>
                  <a:stretch>
                    <a:fillRect/>
                  </a:stretch>
                </p:blipFill>
                <p:spPr>
                  <a:xfrm>
                    <a:off x="9322398" y="5080227"/>
                    <a:ext cx="182880" cy="159120"/>
                  </a:xfrm>
                  <a:prstGeom prst="rect">
                    <a:avLst/>
                  </a:prstGeom>
                </p:spPr>
              </p:pic>
            </mc:Fallback>
          </mc:AlternateContent>
        </p:grpSp>
      </p:grpSp>
      <p:grpSp>
        <p:nvGrpSpPr>
          <p:cNvPr id="202" name="Group 201">
            <a:extLst>
              <a:ext uri="{FF2B5EF4-FFF2-40B4-BE49-F238E27FC236}">
                <a16:creationId xmlns:a16="http://schemas.microsoft.com/office/drawing/2014/main" id="{20C5EC6D-DF78-68B7-08EE-F24801D0B874}"/>
              </a:ext>
            </a:extLst>
          </p:cNvPr>
          <p:cNvGrpSpPr/>
          <p:nvPr/>
        </p:nvGrpSpPr>
        <p:grpSpPr>
          <a:xfrm>
            <a:off x="10685396" y="2249590"/>
            <a:ext cx="801360" cy="215640"/>
            <a:chOff x="10685396" y="2249590"/>
            <a:chExt cx="801360" cy="215640"/>
          </a:xfrm>
        </p:grpSpPr>
        <mc:AlternateContent xmlns:mc="http://schemas.openxmlformats.org/markup-compatibility/2006" xmlns:p14="http://schemas.microsoft.com/office/powerpoint/2010/main">
          <mc:Choice Requires="p14">
            <p:contentPart p14:bwMode="auto" r:id="rId341">
              <p14:nvContentPartPr>
                <p14:cNvPr id="195" name="Ink 194">
                  <a:extLst>
                    <a:ext uri="{FF2B5EF4-FFF2-40B4-BE49-F238E27FC236}">
                      <a16:creationId xmlns:a16="http://schemas.microsoft.com/office/drawing/2014/main" id="{FF374AF5-D060-0F3B-872F-781935A6E6AD}"/>
                    </a:ext>
                  </a:extLst>
                </p14:cNvPr>
                <p14:cNvContentPartPr/>
                <p14:nvPr/>
              </p14:nvContentPartPr>
              <p14:xfrm>
                <a:off x="10685396" y="2249590"/>
                <a:ext cx="128880" cy="179640"/>
              </p14:xfrm>
            </p:contentPart>
          </mc:Choice>
          <mc:Fallback xmlns="">
            <p:pic>
              <p:nvPicPr>
                <p:cNvPr id="195" name="Ink 194">
                  <a:extLst>
                    <a:ext uri="{FF2B5EF4-FFF2-40B4-BE49-F238E27FC236}">
                      <a16:creationId xmlns:a16="http://schemas.microsoft.com/office/drawing/2014/main" id="{FF374AF5-D060-0F3B-872F-781935A6E6AD}"/>
                    </a:ext>
                  </a:extLst>
                </p:cNvPr>
                <p:cNvPicPr/>
                <p:nvPr/>
              </p:nvPicPr>
              <p:blipFill>
                <a:blip r:embed="rId342"/>
                <a:stretch>
                  <a:fillRect/>
                </a:stretch>
              </p:blipFill>
              <p:spPr>
                <a:xfrm>
                  <a:off x="10676756" y="2240950"/>
                  <a:ext cx="14652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196" name="Ink 195">
                  <a:extLst>
                    <a:ext uri="{FF2B5EF4-FFF2-40B4-BE49-F238E27FC236}">
                      <a16:creationId xmlns:a16="http://schemas.microsoft.com/office/drawing/2014/main" id="{75C38C29-2191-EA81-B515-9230A901C78C}"/>
                    </a:ext>
                  </a:extLst>
                </p14:cNvPr>
                <p14:cNvContentPartPr/>
                <p14:nvPr/>
              </p14:nvContentPartPr>
              <p14:xfrm>
                <a:off x="10688996" y="2318710"/>
                <a:ext cx="49320" cy="37080"/>
              </p14:xfrm>
            </p:contentPart>
          </mc:Choice>
          <mc:Fallback xmlns="">
            <p:pic>
              <p:nvPicPr>
                <p:cNvPr id="196" name="Ink 195">
                  <a:extLst>
                    <a:ext uri="{FF2B5EF4-FFF2-40B4-BE49-F238E27FC236}">
                      <a16:creationId xmlns:a16="http://schemas.microsoft.com/office/drawing/2014/main" id="{75C38C29-2191-EA81-B515-9230A901C78C}"/>
                    </a:ext>
                  </a:extLst>
                </p:cNvPr>
                <p:cNvPicPr/>
                <p:nvPr/>
              </p:nvPicPr>
              <p:blipFill>
                <a:blip r:embed="rId344"/>
                <a:stretch>
                  <a:fillRect/>
                </a:stretch>
              </p:blipFill>
              <p:spPr>
                <a:xfrm>
                  <a:off x="10679996" y="2310070"/>
                  <a:ext cx="6696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198" name="Ink 197">
                  <a:extLst>
                    <a:ext uri="{FF2B5EF4-FFF2-40B4-BE49-F238E27FC236}">
                      <a16:creationId xmlns:a16="http://schemas.microsoft.com/office/drawing/2014/main" id="{0785F612-D973-8D5A-63D1-942BE1C09141}"/>
                    </a:ext>
                  </a:extLst>
                </p14:cNvPr>
                <p14:cNvContentPartPr/>
                <p14:nvPr/>
              </p14:nvContentPartPr>
              <p14:xfrm>
                <a:off x="10866116" y="2307910"/>
                <a:ext cx="323280" cy="146160"/>
              </p14:xfrm>
            </p:contentPart>
          </mc:Choice>
          <mc:Fallback xmlns="">
            <p:pic>
              <p:nvPicPr>
                <p:cNvPr id="198" name="Ink 197">
                  <a:extLst>
                    <a:ext uri="{FF2B5EF4-FFF2-40B4-BE49-F238E27FC236}">
                      <a16:creationId xmlns:a16="http://schemas.microsoft.com/office/drawing/2014/main" id="{0785F612-D973-8D5A-63D1-942BE1C09141}"/>
                    </a:ext>
                  </a:extLst>
                </p:cNvPr>
                <p:cNvPicPr/>
                <p:nvPr/>
              </p:nvPicPr>
              <p:blipFill>
                <a:blip r:embed="rId346"/>
                <a:stretch>
                  <a:fillRect/>
                </a:stretch>
              </p:blipFill>
              <p:spPr>
                <a:xfrm>
                  <a:off x="10857116" y="2298910"/>
                  <a:ext cx="34092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199" name="Ink 198">
                  <a:extLst>
                    <a:ext uri="{FF2B5EF4-FFF2-40B4-BE49-F238E27FC236}">
                      <a16:creationId xmlns:a16="http://schemas.microsoft.com/office/drawing/2014/main" id="{541C1BA4-11DF-7F3D-8DE9-3A86914E79C4}"/>
                    </a:ext>
                  </a:extLst>
                </p14:cNvPr>
                <p14:cNvContentPartPr/>
                <p14:nvPr/>
              </p14:nvContentPartPr>
              <p14:xfrm>
                <a:off x="11154116" y="2254630"/>
                <a:ext cx="47880" cy="183960"/>
              </p14:xfrm>
            </p:contentPart>
          </mc:Choice>
          <mc:Fallback xmlns="">
            <p:pic>
              <p:nvPicPr>
                <p:cNvPr id="199" name="Ink 198">
                  <a:extLst>
                    <a:ext uri="{FF2B5EF4-FFF2-40B4-BE49-F238E27FC236}">
                      <a16:creationId xmlns:a16="http://schemas.microsoft.com/office/drawing/2014/main" id="{541C1BA4-11DF-7F3D-8DE9-3A86914E79C4}"/>
                    </a:ext>
                  </a:extLst>
                </p:cNvPr>
                <p:cNvPicPr/>
                <p:nvPr/>
              </p:nvPicPr>
              <p:blipFill>
                <a:blip r:embed="rId348"/>
                <a:stretch>
                  <a:fillRect/>
                </a:stretch>
              </p:blipFill>
              <p:spPr>
                <a:xfrm>
                  <a:off x="11145116" y="2245990"/>
                  <a:ext cx="6552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200" name="Ink 199">
                  <a:extLst>
                    <a:ext uri="{FF2B5EF4-FFF2-40B4-BE49-F238E27FC236}">
                      <a16:creationId xmlns:a16="http://schemas.microsoft.com/office/drawing/2014/main" id="{EFE9904F-5723-0449-7962-455E07BF43D9}"/>
                    </a:ext>
                  </a:extLst>
                </p14:cNvPr>
                <p14:cNvContentPartPr/>
                <p14:nvPr/>
              </p14:nvContentPartPr>
              <p14:xfrm>
                <a:off x="11251676" y="2348230"/>
                <a:ext cx="37800" cy="87120"/>
              </p14:xfrm>
            </p:contentPart>
          </mc:Choice>
          <mc:Fallback xmlns="">
            <p:pic>
              <p:nvPicPr>
                <p:cNvPr id="200" name="Ink 199">
                  <a:extLst>
                    <a:ext uri="{FF2B5EF4-FFF2-40B4-BE49-F238E27FC236}">
                      <a16:creationId xmlns:a16="http://schemas.microsoft.com/office/drawing/2014/main" id="{EFE9904F-5723-0449-7962-455E07BF43D9}"/>
                    </a:ext>
                  </a:extLst>
                </p:cNvPr>
                <p:cNvPicPr/>
                <p:nvPr/>
              </p:nvPicPr>
              <p:blipFill>
                <a:blip r:embed="rId350"/>
                <a:stretch>
                  <a:fillRect/>
                </a:stretch>
              </p:blipFill>
              <p:spPr>
                <a:xfrm>
                  <a:off x="11243036" y="2339230"/>
                  <a:ext cx="5544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201" name="Ink 200">
                  <a:extLst>
                    <a:ext uri="{FF2B5EF4-FFF2-40B4-BE49-F238E27FC236}">
                      <a16:creationId xmlns:a16="http://schemas.microsoft.com/office/drawing/2014/main" id="{C95C941C-A848-EAF1-1E84-B43F532DE58F}"/>
                    </a:ext>
                  </a:extLst>
                </p14:cNvPr>
                <p14:cNvContentPartPr/>
                <p14:nvPr/>
              </p14:nvContentPartPr>
              <p14:xfrm>
                <a:off x="11301716" y="2343550"/>
                <a:ext cx="185040" cy="121680"/>
              </p14:xfrm>
            </p:contentPart>
          </mc:Choice>
          <mc:Fallback xmlns="">
            <p:pic>
              <p:nvPicPr>
                <p:cNvPr id="201" name="Ink 200">
                  <a:extLst>
                    <a:ext uri="{FF2B5EF4-FFF2-40B4-BE49-F238E27FC236}">
                      <a16:creationId xmlns:a16="http://schemas.microsoft.com/office/drawing/2014/main" id="{C95C941C-A848-EAF1-1E84-B43F532DE58F}"/>
                    </a:ext>
                  </a:extLst>
                </p:cNvPr>
                <p:cNvPicPr/>
                <p:nvPr/>
              </p:nvPicPr>
              <p:blipFill>
                <a:blip r:embed="rId352"/>
                <a:stretch>
                  <a:fillRect/>
                </a:stretch>
              </p:blipFill>
              <p:spPr>
                <a:xfrm>
                  <a:off x="11292716" y="2334550"/>
                  <a:ext cx="202680" cy="139320"/>
                </a:xfrm>
                <a:prstGeom prst="rect">
                  <a:avLst/>
                </a:prstGeom>
              </p:spPr>
            </p:pic>
          </mc:Fallback>
        </mc:AlternateContent>
      </p:grpSp>
      <p:grpSp>
        <p:nvGrpSpPr>
          <p:cNvPr id="284" name="Group 283">
            <a:extLst>
              <a:ext uri="{FF2B5EF4-FFF2-40B4-BE49-F238E27FC236}">
                <a16:creationId xmlns:a16="http://schemas.microsoft.com/office/drawing/2014/main" id="{E4125CE2-9A99-2E47-765E-6A91BB3081B7}"/>
              </a:ext>
            </a:extLst>
          </p:cNvPr>
          <p:cNvGrpSpPr/>
          <p:nvPr/>
        </p:nvGrpSpPr>
        <p:grpSpPr>
          <a:xfrm>
            <a:off x="4360556" y="2031790"/>
            <a:ext cx="2896920" cy="1506600"/>
            <a:chOff x="4360556" y="2031790"/>
            <a:chExt cx="2896920" cy="1506600"/>
          </a:xfrm>
        </p:grpSpPr>
        <mc:AlternateContent xmlns:mc="http://schemas.openxmlformats.org/markup-compatibility/2006" xmlns:p14="http://schemas.microsoft.com/office/powerpoint/2010/main">
          <mc:Choice Requires="p14">
            <p:contentPart p14:bwMode="auto" r:id="rId353">
              <p14:nvContentPartPr>
                <p14:cNvPr id="203" name="Ink 202">
                  <a:extLst>
                    <a:ext uri="{FF2B5EF4-FFF2-40B4-BE49-F238E27FC236}">
                      <a16:creationId xmlns:a16="http://schemas.microsoft.com/office/drawing/2014/main" id="{26C29D4E-A41A-213F-2E74-C894AA6F8A23}"/>
                    </a:ext>
                  </a:extLst>
                </p14:cNvPr>
                <p14:cNvContentPartPr/>
                <p14:nvPr/>
              </p14:nvContentPartPr>
              <p14:xfrm>
                <a:off x="4386476" y="2179390"/>
                <a:ext cx="132840" cy="182880"/>
              </p14:xfrm>
            </p:contentPart>
          </mc:Choice>
          <mc:Fallback xmlns="">
            <p:pic>
              <p:nvPicPr>
                <p:cNvPr id="203" name="Ink 202">
                  <a:extLst>
                    <a:ext uri="{FF2B5EF4-FFF2-40B4-BE49-F238E27FC236}">
                      <a16:creationId xmlns:a16="http://schemas.microsoft.com/office/drawing/2014/main" id="{26C29D4E-A41A-213F-2E74-C894AA6F8A23}"/>
                    </a:ext>
                  </a:extLst>
                </p:cNvPr>
                <p:cNvPicPr/>
                <p:nvPr/>
              </p:nvPicPr>
              <p:blipFill>
                <a:blip r:embed="rId354"/>
                <a:stretch>
                  <a:fillRect/>
                </a:stretch>
              </p:blipFill>
              <p:spPr>
                <a:xfrm>
                  <a:off x="4377836" y="2170750"/>
                  <a:ext cx="150480" cy="20052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204" name="Ink 203">
                  <a:extLst>
                    <a:ext uri="{FF2B5EF4-FFF2-40B4-BE49-F238E27FC236}">
                      <a16:creationId xmlns:a16="http://schemas.microsoft.com/office/drawing/2014/main" id="{554028E6-F6C8-AD35-F492-8C7A2A14BE7A}"/>
                    </a:ext>
                  </a:extLst>
                </p14:cNvPr>
                <p14:cNvContentPartPr/>
                <p14:nvPr/>
              </p14:nvContentPartPr>
              <p14:xfrm>
                <a:off x="4448036" y="2281990"/>
                <a:ext cx="63000" cy="7560"/>
              </p14:xfrm>
            </p:contentPart>
          </mc:Choice>
          <mc:Fallback xmlns="">
            <p:pic>
              <p:nvPicPr>
                <p:cNvPr id="204" name="Ink 203">
                  <a:extLst>
                    <a:ext uri="{FF2B5EF4-FFF2-40B4-BE49-F238E27FC236}">
                      <a16:creationId xmlns:a16="http://schemas.microsoft.com/office/drawing/2014/main" id="{554028E6-F6C8-AD35-F492-8C7A2A14BE7A}"/>
                    </a:ext>
                  </a:extLst>
                </p:cNvPr>
                <p:cNvPicPr/>
                <p:nvPr/>
              </p:nvPicPr>
              <p:blipFill>
                <a:blip r:embed="rId356"/>
                <a:stretch>
                  <a:fillRect/>
                </a:stretch>
              </p:blipFill>
              <p:spPr>
                <a:xfrm>
                  <a:off x="4439036" y="2273350"/>
                  <a:ext cx="80640" cy="25200"/>
                </a:xfrm>
                <a:prstGeom prst="rect">
                  <a:avLst/>
                </a:prstGeom>
              </p:spPr>
            </p:pic>
          </mc:Fallback>
        </mc:AlternateContent>
        <mc:AlternateContent xmlns:mc="http://schemas.openxmlformats.org/markup-compatibility/2006" xmlns:p14="http://schemas.microsoft.com/office/powerpoint/2010/main">
          <mc:Choice Requires="p14">
            <p:contentPart p14:bwMode="auto" r:id="rId357">
              <p14:nvContentPartPr>
                <p14:cNvPr id="205" name="Ink 204">
                  <a:extLst>
                    <a:ext uri="{FF2B5EF4-FFF2-40B4-BE49-F238E27FC236}">
                      <a16:creationId xmlns:a16="http://schemas.microsoft.com/office/drawing/2014/main" id="{C7ADB12B-E86C-5307-411F-2143FA4112FF}"/>
                    </a:ext>
                  </a:extLst>
                </p14:cNvPr>
                <p14:cNvContentPartPr/>
                <p14:nvPr/>
              </p14:nvContentPartPr>
              <p14:xfrm>
                <a:off x="4706876" y="2215750"/>
                <a:ext cx="79920" cy="129960"/>
              </p14:xfrm>
            </p:contentPart>
          </mc:Choice>
          <mc:Fallback xmlns="">
            <p:pic>
              <p:nvPicPr>
                <p:cNvPr id="205" name="Ink 204">
                  <a:extLst>
                    <a:ext uri="{FF2B5EF4-FFF2-40B4-BE49-F238E27FC236}">
                      <a16:creationId xmlns:a16="http://schemas.microsoft.com/office/drawing/2014/main" id="{C7ADB12B-E86C-5307-411F-2143FA4112FF}"/>
                    </a:ext>
                  </a:extLst>
                </p:cNvPr>
                <p:cNvPicPr/>
                <p:nvPr/>
              </p:nvPicPr>
              <p:blipFill>
                <a:blip r:embed="rId358"/>
                <a:stretch>
                  <a:fillRect/>
                </a:stretch>
              </p:blipFill>
              <p:spPr>
                <a:xfrm>
                  <a:off x="4697876" y="2206750"/>
                  <a:ext cx="9756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06" name="Ink 205">
                  <a:extLst>
                    <a:ext uri="{FF2B5EF4-FFF2-40B4-BE49-F238E27FC236}">
                      <a16:creationId xmlns:a16="http://schemas.microsoft.com/office/drawing/2014/main" id="{5B6A4AB4-B684-3736-B289-B330443D8F43}"/>
                    </a:ext>
                  </a:extLst>
                </p14:cNvPr>
                <p14:cNvContentPartPr/>
                <p14:nvPr/>
              </p14:nvContentPartPr>
              <p14:xfrm>
                <a:off x="4845116" y="2088310"/>
                <a:ext cx="34560" cy="266400"/>
              </p14:xfrm>
            </p:contentPart>
          </mc:Choice>
          <mc:Fallback xmlns="">
            <p:pic>
              <p:nvPicPr>
                <p:cNvPr id="206" name="Ink 205">
                  <a:extLst>
                    <a:ext uri="{FF2B5EF4-FFF2-40B4-BE49-F238E27FC236}">
                      <a16:creationId xmlns:a16="http://schemas.microsoft.com/office/drawing/2014/main" id="{5B6A4AB4-B684-3736-B289-B330443D8F43}"/>
                    </a:ext>
                  </a:extLst>
                </p:cNvPr>
                <p:cNvPicPr/>
                <p:nvPr/>
              </p:nvPicPr>
              <p:blipFill>
                <a:blip r:embed="rId360"/>
                <a:stretch>
                  <a:fillRect/>
                </a:stretch>
              </p:blipFill>
              <p:spPr>
                <a:xfrm>
                  <a:off x="4836476" y="2079670"/>
                  <a:ext cx="5220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207" name="Ink 206">
                  <a:extLst>
                    <a:ext uri="{FF2B5EF4-FFF2-40B4-BE49-F238E27FC236}">
                      <a16:creationId xmlns:a16="http://schemas.microsoft.com/office/drawing/2014/main" id="{B0ED83FA-2BBD-2CF2-CF90-72F1D7284618}"/>
                    </a:ext>
                  </a:extLst>
                </p14:cNvPr>
                <p14:cNvContentPartPr/>
                <p14:nvPr/>
              </p14:nvContentPartPr>
              <p14:xfrm>
                <a:off x="4819556" y="2257150"/>
                <a:ext cx="67320" cy="5400"/>
              </p14:xfrm>
            </p:contentPart>
          </mc:Choice>
          <mc:Fallback xmlns="">
            <p:pic>
              <p:nvPicPr>
                <p:cNvPr id="207" name="Ink 206">
                  <a:extLst>
                    <a:ext uri="{FF2B5EF4-FFF2-40B4-BE49-F238E27FC236}">
                      <a16:creationId xmlns:a16="http://schemas.microsoft.com/office/drawing/2014/main" id="{B0ED83FA-2BBD-2CF2-CF90-72F1D7284618}"/>
                    </a:ext>
                  </a:extLst>
                </p:cNvPr>
                <p:cNvPicPr/>
                <p:nvPr/>
              </p:nvPicPr>
              <p:blipFill>
                <a:blip r:embed="rId362"/>
                <a:stretch>
                  <a:fillRect/>
                </a:stretch>
              </p:blipFill>
              <p:spPr>
                <a:xfrm>
                  <a:off x="4810556" y="2248150"/>
                  <a:ext cx="8496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208" name="Ink 207">
                  <a:extLst>
                    <a:ext uri="{FF2B5EF4-FFF2-40B4-BE49-F238E27FC236}">
                      <a16:creationId xmlns:a16="http://schemas.microsoft.com/office/drawing/2014/main" id="{6163FB1B-024A-7570-5940-B35BEC3C1952}"/>
                    </a:ext>
                  </a:extLst>
                </p14:cNvPr>
                <p14:cNvContentPartPr/>
                <p14:nvPr/>
              </p14:nvContentPartPr>
              <p14:xfrm>
                <a:off x="4929356" y="2077510"/>
                <a:ext cx="131040" cy="360000"/>
              </p14:xfrm>
            </p:contentPart>
          </mc:Choice>
          <mc:Fallback xmlns="">
            <p:pic>
              <p:nvPicPr>
                <p:cNvPr id="208" name="Ink 207">
                  <a:extLst>
                    <a:ext uri="{FF2B5EF4-FFF2-40B4-BE49-F238E27FC236}">
                      <a16:creationId xmlns:a16="http://schemas.microsoft.com/office/drawing/2014/main" id="{6163FB1B-024A-7570-5940-B35BEC3C1952}"/>
                    </a:ext>
                  </a:extLst>
                </p:cNvPr>
                <p:cNvPicPr/>
                <p:nvPr/>
              </p:nvPicPr>
              <p:blipFill>
                <a:blip r:embed="rId364"/>
                <a:stretch>
                  <a:fillRect/>
                </a:stretch>
              </p:blipFill>
              <p:spPr>
                <a:xfrm>
                  <a:off x="4920716" y="2068510"/>
                  <a:ext cx="148680" cy="37764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209" name="Ink 208">
                  <a:extLst>
                    <a:ext uri="{FF2B5EF4-FFF2-40B4-BE49-F238E27FC236}">
                      <a16:creationId xmlns:a16="http://schemas.microsoft.com/office/drawing/2014/main" id="{AF66EFA2-C131-4287-F9E1-3DFA260B25F2}"/>
                    </a:ext>
                  </a:extLst>
                </p14:cNvPr>
                <p14:cNvContentPartPr/>
                <p14:nvPr/>
              </p14:nvContentPartPr>
              <p14:xfrm>
                <a:off x="5089916" y="2221150"/>
                <a:ext cx="102600" cy="100440"/>
              </p14:xfrm>
            </p:contentPart>
          </mc:Choice>
          <mc:Fallback xmlns="">
            <p:pic>
              <p:nvPicPr>
                <p:cNvPr id="209" name="Ink 208">
                  <a:extLst>
                    <a:ext uri="{FF2B5EF4-FFF2-40B4-BE49-F238E27FC236}">
                      <a16:creationId xmlns:a16="http://schemas.microsoft.com/office/drawing/2014/main" id="{AF66EFA2-C131-4287-F9E1-3DFA260B25F2}"/>
                    </a:ext>
                  </a:extLst>
                </p:cNvPr>
                <p:cNvPicPr/>
                <p:nvPr/>
              </p:nvPicPr>
              <p:blipFill>
                <a:blip r:embed="rId366"/>
                <a:stretch>
                  <a:fillRect/>
                </a:stretch>
              </p:blipFill>
              <p:spPr>
                <a:xfrm>
                  <a:off x="5081276" y="2212510"/>
                  <a:ext cx="12024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210" name="Ink 209">
                  <a:extLst>
                    <a:ext uri="{FF2B5EF4-FFF2-40B4-BE49-F238E27FC236}">
                      <a16:creationId xmlns:a16="http://schemas.microsoft.com/office/drawing/2014/main" id="{D93B71CD-A387-0A49-E809-764A5C5226FB}"/>
                    </a:ext>
                  </a:extLst>
                </p14:cNvPr>
                <p14:cNvContentPartPr/>
                <p14:nvPr/>
              </p14:nvContentPartPr>
              <p14:xfrm>
                <a:off x="5367836" y="2234470"/>
                <a:ext cx="85680" cy="93600"/>
              </p14:xfrm>
            </p:contentPart>
          </mc:Choice>
          <mc:Fallback xmlns="">
            <p:pic>
              <p:nvPicPr>
                <p:cNvPr id="210" name="Ink 209">
                  <a:extLst>
                    <a:ext uri="{FF2B5EF4-FFF2-40B4-BE49-F238E27FC236}">
                      <a16:creationId xmlns:a16="http://schemas.microsoft.com/office/drawing/2014/main" id="{D93B71CD-A387-0A49-E809-764A5C5226FB}"/>
                    </a:ext>
                  </a:extLst>
                </p:cNvPr>
                <p:cNvPicPr/>
                <p:nvPr/>
              </p:nvPicPr>
              <p:blipFill>
                <a:blip r:embed="rId368"/>
                <a:stretch>
                  <a:fillRect/>
                </a:stretch>
              </p:blipFill>
              <p:spPr>
                <a:xfrm>
                  <a:off x="5358836" y="2225830"/>
                  <a:ext cx="10332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369">
              <p14:nvContentPartPr>
                <p14:cNvPr id="211" name="Ink 210">
                  <a:extLst>
                    <a:ext uri="{FF2B5EF4-FFF2-40B4-BE49-F238E27FC236}">
                      <a16:creationId xmlns:a16="http://schemas.microsoft.com/office/drawing/2014/main" id="{A8EC2D4B-04B1-A6D1-F921-F2D31E36FEB2}"/>
                    </a:ext>
                  </a:extLst>
                </p14:cNvPr>
                <p14:cNvContentPartPr/>
                <p14:nvPr/>
              </p14:nvContentPartPr>
              <p14:xfrm>
                <a:off x="5455676" y="2099110"/>
                <a:ext cx="113400" cy="299880"/>
              </p14:xfrm>
            </p:contentPart>
          </mc:Choice>
          <mc:Fallback xmlns="">
            <p:pic>
              <p:nvPicPr>
                <p:cNvPr id="211" name="Ink 210">
                  <a:extLst>
                    <a:ext uri="{FF2B5EF4-FFF2-40B4-BE49-F238E27FC236}">
                      <a16:creationId xmlns:a16="http://schemas.microsoft.com/office/drawing/2014/main" id="{A8EC2D4B-04B1-A6D1-F921-F2D31E36FEB2}"/>
                    </a:ext>
                  </a:extLst>
                </p:cNvPr>
                <p:cNvPicPr/>
                <p:nvPr/>
              </p:nvPicPr>
              <p:blipFill>
                <a:blip r:embed="rId370"/>
                <a:stretch>
                  <a:fillRect/>
                </a:stretch>
              </p:blipFill>
              <p:spPr>
                <a:xfrm>
                  <a:off x="5447036" y="2090470"/>
                  <a:ext cx="131040" cy="31752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212" name="Ink 211">
                  <a:extLst>
                    <a:ext uri="{FF2B5EF4-FFF2-40B4-BE49-F238E27FC236}">
                      <a16:creationId xmlns:a16="http://schemas.microsoft.com/office/drawing/2014/main" id="{DA9E2FB3-AA9B-9F02-FE3E-41B5958099FE}"/>
                    </a:ext>
                  </a:extLst>
                </p14:cNvPr>
                <p14:cNvContentPartPr/>
                <p14:nvPr/>
              </p14:nvContentPartPr>
              <p14:xfrm>
                <a:off x="5778236" y="2113510"/>
                <a:ext cx="87120" cy="217440"/>
              </p14:xfrm>
            </p:contentPart>
          </mc:Choice>
          <mc:Fallback xmlns="">
            <p:pic>
              <p:nvPicPr>
                <p:cNvPr id="212" name="Ink 211">
                  <a:extLst>
                    <a:ext uri="{FF2B5EF4-FFF2-40B4-BE49-F238E27FC236}">
                      <a16:creationId xmlns:a16="http://schemas.microsoft.com/office/drawing/2014/main" id="{DA9E2FB3-AA9B-9F02-FE3E-41B5958099FE}"/>
                    </a:ext>
                  </a:extLst>
                </p:cNvPr>
                <p:cNvPicPr/>
                <p:nvPr/>
              </p:nvPicPr>
              <p:blipFill>
                <a:blip r:embed="rId372"/>
                <a:stretch>
                  <a:fillRect/>
                </a:stretch>
              </p:blipFill>
              <p:spPr>
                <a:xfrm>
                  <a:off x="5769236" y="2104870"/>
                  <a:ext cx="10476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373">
              <p14:nvContentPartPr>
                <p14:cNvPr id="213" name="Ink 212">
                  <a:extLst>
                    <a:ext uri="{FF2B5EF4-FFF2-40B4-BE49-F238E27FC236}">
                      <a16:creationId xmlns:a16="http://schemas.microsoft.com/office/drawing/2014/main" id="{EB65990F-E177-C473-6B4E-54984BFC2C4A}"/>
                    </a:ext>
                  </a:extLst>
                </p14:cNvPr>
                <p14:cNvContentPartPr/>
                <p14:nvPr/>
              </p14:nvContentPartPr>
              <p14:xfrm>
                <a:off x="5762396" y="2232310"/>
                <a:ext cx="105120" cy="15840"/>
              </p14:xfrm>
            </p:contentPart>
          </mc:Choice>
          <mc:Fallback xmlns="">
            <p:pic>
              <p:nvPicPr>
                <p:cNvPr id="213" name="Ink 212">
                  <a:extLst>
                    <a:ext uri="{FF2B5EF4-FFF2-40B4-BE49-F238E27FC236}">
                      <a16:creationId xmlns:a16="http://schemas.microsoft.com/office/drawing/2014/main" id="{EB65990F-E177-C473-6B4E-54984BFC2C4A}"/>
                    </a:ext>
                  </a:extLst>
                </p:cNvPr>
                <p:cNvPicPr/>
                <p:nvPr/>
              </p:nvPicPr>
              <p:blipFill>
                <a:blip r:embed="rId374"/>
                <a:stretch>
                  <a:fillRect/>
                </a:stretch>
              </p:blipFill>
              <p:spPr>
                <a:xfrm>
                  <a:off x="5753396" y="2223310"/>
                  <a:ext cx="12276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375">
              <p14:nvContentPartPr>
                <p14:cNvPr id="214" name="Ink 213">
                  <a:extLst>
                    <a:ext uri="{FF2B5EF4-FFF2-40B4-BE49-F238E27FC236}">
                      <a16:creationId xmlns:a16="http://schemas.microsoft.com/office/drawing/2014/main" id="{3634270E-68A0-BA3B-42AC-48E4B30D4CD5}"/>
                    </a:ext>
                  </a:extLst>
                </p14:cNvPr>
                <p14:cNvContentPartPr/>
                <p14:nvPr/>
              </p14:nvContentPartPr>
              <p14:xfrm>
                <a:off x="5925476" y="2210350"/>
                <a:ext cx="299160" cy="126720"/>
              </p14:xfrm>
            </p:contentPart>
          </mc:Choice>
          <mc:Fallback xmlns="">
            <p:pic>
              <p:nvPicPr>
                <p:cNvPr id="214" name="Ink 213">
                  <a:extLst>
                    <a:ext uri="{FF2B5EF4-FFF2-40B4-BE49-F238E27FC236}">
                      <a16:creationId xmlns:a16="http://schemas.microsoft.com/office/drawing/2014/main" id="{3634270E-68A0-BA3B-42AC-48E4B30D4CD5}"/>
                    </a:ext>
                  </a:extLst>
                </p:cNvPr>
                <p:cNvPicPr/>
                <p:nvPr/>
              </p:nvPicPr>
              <p:blipFill>
                <a:blip r:embed="rId376"/>
                <a:stretch>
                  <a:fillRect/>
                </a:stretch>
              </p:blipFill>
              <p:spPr>
                <a:xfrm>
                  <a:off x="5916476" y="2201350"/>
                  <a:ext cx="3168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377">
              <p14:nvContentPartPr>
                <p14:cNvPr id="215" name="Ink 214">
                  <a:extLst>
                    <a:ext uri="{FF2B5EF4-FFF2-40B4-BE49-F238E27FC236}">
                      <a16:creationId xmlns:a16="http://schemas.microsoft.com/office/drawing/2014/main" id="{28B1A8F9-11C6-DFFB-2DF1-8DF9D6CB5D95}"/>
                    </a:ext>
                  </a:extLst>
                </p14:cNvPr>
                <p14:cNvContentPartPr/>
                <p14:nvPr/>
              </p14:nvContentPartPr>
              <p14:xfrm>
                <a:off x="6205196" y="2132590"/>
                <a:ext cx="68040" cy="176040"/>
              </p14:xfrm>
            </p:contentPart>
          </mc:Choice>
          <mc:Fallback xmlns="">
            <p:pic>
              <p:nvPicPr>
                <p:cNvPr id="215" name="Ink 214">
                  <a:extLst>
                    <a:ext uri="{FF2B5EF4-FFF2-40B4-BE49-F238E27FC236}">
                      <a16:creationId xmlns:a16="http://schemas.microsoft.com/office/drawing/2014/main" id="{28B1A8F9-11C6-DFFB-2DF1-8DF9D6CB5D95}"/>
                    </a:ext>
                  </a:extLst>
                </p:cNvPr>
                <p:cNvPicPr/>
                <p:nvPr/>
              </p:nvPicPr>
              <p:blipFill>
                <a:blip r:embed="rId378"/>
                <a:stretch>
                  <a:fillRect/>
                </a:stretch>
              </p:blipFill>
              <p:spPr>
                <a:xfrm>
                  <a:off x="6196196" y="2123590"/>
                  <a:ext cx="8568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379">
              <p14:nvContentPartPr>
                <p14:cNvPr id="216" name="Ink 215">
                  <a:extLst>
                    <a:ext uri="{FF2B5EF4-FFF2-40B4-BE49-F238E27FC236}">
                      <a16:creationId xmlns:a16="http://schemas.microsoft.com/office/drawing/2014/main" id="{BDB0B880-B2EF-19FB-489D-3C0B98567A9C}"/>
                    </a:ext>
                  </a:extLst>
                </p14:cNvPr>
                <p14:cNvContentPartPr/>
                <p14:nvPr/>
              </p14:nvContentPartPr>
              <p14:xfrm>
                <a:off x="6332276" y="2232310"/>
                <a:ext cx="30960" cy="82800"/>
              </p14:xfrm>
            </p:contentPart>
          </mc:Choice>
          <mc:Fallback xmlns="">
            <p:pic>
              <p:nvPicPr>
                <p:cNvPr id="216" name="Ink 215">
                  <a:extLst>
                    <a:ext uri="{FF2B5EF4-FFF2-40B4-BE49-F238E27FC236}">
                      <a16:creationId xmlns:a16="http://schemas.microsoft.com/office/drawing/2014/main" id="{BDB0B880-B2EF-19FB-489D-3C0B98567A9C}"/>
                    </a:ext>
                  </a:extLst>
                </p:cNvPr>
                <p:cNvPicPr/>
                <p:nvPr/>
              </p:nvPicPr>
              <p:blipFill>
                <a:blip r:embed="rId380"/>
                <a:stretch>
                  <a:fillRect/>
                </a:stretch>
              </p:blipFill>
              <p:spPr>
                <a:xfrm>
                  <a:off x="6323276" y="2223310"/>
                  <a:ext cx="4860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381">
              <p14:nvContentPartPr>
                <p14:cNvPr id="217" name="Ink 216">
                  <a:extLst>
                    <a:ext uri="{FF2B5EF4-FFF2-40B4-BE49-F238E27FC236}">
                      <a16:creationId xmlns:a16="http://schemas.microsoft.com/office/drawing/2014/main" id="{313D89BB-A815-E478-94C2-95C980CCF232}"/>
                    </a:ext>
                  </a:extLst>
                </p14:cNvPr>
                <p14:cNvContentPartPr/>
                <p14:nvPr/>
              </p14:nvContentPartPr>
              <p14:xfrm>
                <a:off x="6426596" y="2239870"/>
                <a:ext cx="175320" cy="71640"/>
              </p14:xfrm>
            </p:contentPart>
          </mc:Choice>
          <mc:Fallback xmlns="">
            <p:pic>
              <p:nvPicPr>
                <p:cNvPr id="217" name="Ink 216">
                  <a:extLst>
                    <a:ext uri="{FF2B5EF4-FFF2-40B4-BE49-F238E27FC236}">
                      <a16:creationId xmlns:a16="http://schemas.microsoft.com/office/drawing/2014/main" id="{313D89BB-A815-E478-94C2-95C980CCF232}"/>
                    </a:ext>
                  </a:extLst>
                </p:cNvPr>
                <p:cNvPicPr/>
                <p:nvPr/>
              </p:nvPicPr>
              <p:blipFill>
                <a:blip r:embed="rId382"/>
                <a:stretch>
                  <a:fillRect/>
                </a:stretch>
              </p:blipFill>
              <p:spPr>
                <a:xfrm>
                  <a:off x="6417956" y="2231230"/>
                  <a:ext cx="192960" cy="89280"/>
                </a:xfrm>
                <a:prstGeom prst="rect">
                  <a:avLst/>
                </a:prstGeom>
              </p:spPr>
            </p:pic>
          </mc:Fallback>
        </mc:AlternateContent>
        <mc:AlternateContent xmlns:mc="http://schemas.openxmlformats.org/markup-compatibility/2006" xmlns:p14="http://schemas.microsoft.com/office/powerpoint/2010/main">
          <mc:Choice Requires="p14">
            <p:contentPart p14:bwMode="auto" r:id="rId383">
              <p14:nvContentPartPr>
                <p14:cNvPr id="218" name="Ink 217">
                  <a:extLst>
                    <a:ext uri="{FF2B5EF4-FFF2-40B4-BE49-F238E27FC236}">
                      <a16:creationId xmlns:a16="http://schemas.microsoft.com/office/drawing/2014/main" id="{502DEDF1-7809-C1F9-9A18-F84B82959FE9}"/>
                    </a:ext>
                  </a:extLst>
                </p14:cNvPr>
                <p14:cNvContentPartPr/>
                <p14:nvPr/>
              </p14:nvContentPartPr>
              <p14:xfrm>
                <a:off x="6835916" y="2031790"/>
                <a:ext cx="137880" cy="344880"/>
              </p14:xfrm>
            </p:contentPart>
          </mc:Choice>
          <mc:Fallback xmlns="">
            <p:pic>
              <p:nvPicPr>
                <p:cNvPr id="218" name="Ink 217">
                  <a:extLst>
                    <a:ext uri="{FF2B5EF4-FFF2-40B4-BE49-F238E27FC236}">
                      <a16:creationId xmlns:a16="http://schemas.microsoft.com/office/drawing/2014/main" id="{502DEDF1-7809-C1F9-9A18-F84B82959FE9}"/>
                    </a:ext>
                  </a:extLst>
                </p:cNvPr>
                <p:cNvPicPr/>
                <p:nvPr/>
              </p:nvPicPr>
              <p:blipFill>
                <a:blip r:embed="rId384"/>
                <a:stretch>
                  <a:fillRect/>
                </a:stretch>
              </p:blipFill>
              <p:spPr>
                <a:xfrm>
                  <a:off x="6826916" y="2022790"/>
                  <a:ext cx="155520" cy="362520"/>
                </a:xfrm>
                <a:prstGeom prst="rect">
                  <a:avLst/>
                </a:prstGeom>
              </p:spPr>
            </p:pic>
          </mc:Fallback>
        </mc:AlternateContent>
        <mc:AlternateContent xmlns:mc="http://schemas.openxmlformats.org/markup-compatibility/2006" xmlns:p14="http://schemas.microsoft.com/office/powerpoint/2010/main">
          <mc:Choice Requires="p14">
            <p:contentPart p14:bwMode="auto" r:id="rId385">
              <p14:nvContentPartPr>
                <p14:cNvPr id="219" name="Ink 218">
                  <a:extLst>
                    <a:ext uri="{FF2B5EF4-FFF2-40B4-BE49-F238E27FC236}">
                      <a16:creationId xmlns:a16="http://schemas.microsoft.com/office/drawing/2014/main" id="{17AC195F-C0E8-97F8-4A5E-23DD509CC44E}"/>
                    </a:ext>
                  </a:extLst>
                </p14:cNvPr>
                <p14:cNvContentPartPr/>
                <p14:nvPr/>
              </p14:nvContentPartPr>
              <p14:xfrm>
                <a:off x="6951476" y="2258590"/>
                <a:ext cx="62640" cy="52920"/>
              </p14:xfrm>
            </p:contentPart>
          </mc:Choice>
          <mc:Fallback xmlns="">
            <p:pic>
              <p:nvPicPr>
                <p:cNvPr id="219" name="Ink 218">
                  <a:extLst>
                    <a:ext uri="{FF2B5EF4-FFF2-40B4-BE49-F238E27FC236}">
                      <a16:creationId xmlns:a16="http://schemas.microsoft.com/office/drawing/2014/main" id="{17AC195F-C0E8-97F8-4A5E-23DD509CC44E}"/>
                    </a:ext>
                  </a:extLst>
                </p:cNvPr>
                <p:cNvPicPr/>
                <p:nvPr/>
              </p:nvPicPr>
              <p:blipFill>
                <a:blip r:embed="rId386"/>
                <a:stretch>
                  <a:fillRect/>
                </a:stretch>
              </p:blipFill>
              <p:spPr>
                <a:xfrm>
                  <a:off x="6942476" y="2249950"/>
                  <a:ext cx="80280" cy="70560"/>
                </a:xfrm>
                <a:prstGeom prst="rect">
                  <a:avLst/>
                </a:prstGeom>
              </p:spPr>
            </p:pic>
          </mc:Fallback>
        </mc:AlternateContent>
        <mc:AlternateContent xmlns:mc="http://schemas.openxmlformats.org/markup-compatibility/2006" xmlns:p14="http://schemas.microsoft.com/office/powerpoint/2010/main">
          <mc:Choice Requires="p14">
            <p:contentPart p14:bwMode="auto" r:id="rId387">
              <p14:nvContentPartPr>
                <p14:cNvPr id="220" name="Ink 219">
                  <a:extLst>
                    <a:ext uri="{FF2B5EF4-FFF2-40B4-BE49-F238E27FC236}">
                      <a16:creationId xmlns:a16="http://schemas.microsoft.com/office/drawing/2014/main" id="{E4FB01DA-D9DA-6CAF-9166-3D3C245CF6B2}"/>
                    </a:ext>
                  </a:extLst>
                </p14:cNvPr>
                <p14:cNvContentPartPr/>
                <p14:nvPr/>
              </p14:nvContentPartPr>
              <p14:xfrm>
                <a:off x="7034636" y="2107030"/>
                <a:ext cx="118080" cy="198720"/>
              </p14:xfrm>
            </p:contentPart>
          </mc:Choice>
          <mc:Fallback xmlns="">
            <p:pic>
              <p:nvPicPr>
                <p:cNvPr id="220" name="Ink 219">
                  <a:extLst>
                    <a:ext uri="{FF2B5EF4-FFF2-40B4-BE49-F238E27FC236}">
                      <a16:creationId xmlns:a16="http://schemas.microsoft.com/office/drawing/2014/main" id="{E4FB01DA-D9DA-6CAF-9166-3D3C245CF6B2}"/>
                    </a:ext>
                  </a:extLst>
                </p:cNvPr>
                <p:cNvPicPr/>
                <p:nvPr/>
              </p:nvPicPr>
              <p:blipFill>
                <a:blip r:embed="rId388"/>
                <a:stretch>
                  <a:fillRect/>
                </a:stretch>
              </p:blipFill>
              <p:spPr>
                <a:xfrm>
                  <a:off x="7025996" y="2098390"/>
                  <a:ext cx="13572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389">
              <p14:nvContentPartPr>
                <p14:cNvPr id="221" name="Ink 220">
                  <a:extLst>
                    <a:ext uri="{FF2B5EF4-FFF2-40B4-BE49-F238E27FC236}">
                      <a16:creationId xmlns:a16="http://schemas.microsoft.com/office/drawing/2014/main" id="{7A7AB99A-4601-AA1C-C4B4-4ADDD9E876D2}"/>
                    </a:ext>
                  </a:extLst>
                </p14:cNvPr>
                <p14:cNvContentPartPr/>
                <p14:nvPr/>
              </p14:nvContentPartPr>
              <p14:xfrm>
                <a:off x="7145876" y="2195230"/>
                <a:ext cx="111600" cy="108000"/>
              </p14:xfrm>
            </p:contentPart>
          </mc:Choice>
          <mc:Fallback xmlns="">
            <p:pic>
              <p:nvPicPr>
                <p:cNvPr id="221" name="Ink 220">
                  <a:extLst>
                    <a:ext uri="{FF2B5EF4-FFF2-40B4-BE49-F238E27FC236}">
                      <a16:creationId xmlns:a16="http://schemas.microsoft.com/office/drawing/2014/main" id="{7A7AB99A-4601-AA1C-C4B4-4ADDD9E876D2}"/>
                    </a:ext>
                  </a:extLst>
                </p:cNvPr>
                <p:cNvPicPr/>
                <p:nvPr/>
              </p:nvPicPr>
              <p:blipFill>
                <a:blip r:embed="rId390"/>
                <a:stretch>
                  <a:fillRect/>
                </a:stretch>
              </p:blipFill>
              <p:spPr>
                <a:xfrm>
                  <a:off x="7137236" y="2186590"/>
                  <a:ext cx="12924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391">
              <p14:nvContentPartPr>
                <p14:cNvPr id="222" name="Ink 221">
                  <a:extLst>
                    <a:ext uri="{FF2B5EF4-FFF2-40B4-BE49-F238E27FC236}">
                      <a16:creationId xmlns:a16="http://schemas.microsoft.com/office/drawing/2014/main" id="{2DD7C2B9-EB11-B335-8898-44C14E8D8ABE}"/>
                    </a:ext>
                  </a:extLst>
                </p14:cNvPr>
                <p14:cNvContentPartPr/>
                <p14:nvPr/>
              </p14:nvContentPartPr>
              <p14:xfrm>
                <a:off x="4360556" y="2478550"/>
                <a:ext cx="153000" cy="141840"/>
              </p14:xfrm>
            </p:contentPart>
          </mc:Choice>
          <mc:Fallback xmlns="">
            <p:pic>
              <p:nvPicPr>
                <p:cNvPr id="222" name="Ink 221">
                  <a:extLst>
                    <a:ext uri="{FF2B5EF4-FFF2-40B4-BE49-F238E27FC236}">
                      <a16:creationId xmlns:a16="http://schemas.microsoft.com/office/drawing/2014/main" id="{2DD7C2B9-EB11-B335-8898-44C14E8D8ABE}"/>
                    </a:ext>
                  </a:extLst>
                </p:cNvPr>
                <p:cNvPicPr/>
                <p:nvPr/>
              </p:nvPicPr>
              <p:blipFill>
                <a:blip r:embed="rId392"/>
                <a:stretch>
                  <a:fillRect/>
                </a:stretch>
              </p:blipFill>
              <p:spPr>
                <a:xfrm>
                  <a:off x="4351916" y="2469910"/>
                  <a:ext cx="17064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393">
              <p14:nvContentPartPr>
                <p14:cNvPr id="223" name="Ink 222">
                  <a:extLst>
                    <a:ext uri="{FF2B5EF4-FFF2-40B4-BE49-F238E27FC236}">
                      <a16:creationId xmlns:a16="http://schemas.microsoft.com/office/drawing/2014/main" id="{AD647B5F-EA1C-DAEB-57F1-9BA4B3513ABF}"/>
                    </a:ext>
                  </a:extLst>
                </p14:cNvPr>
                <p14:cNvContentPartPr/>
                <p14:nvPr/>
              </p14:nvContentPartPr>
              <p14:xfrm>
                <a:off x="4561076" y="2493310"/>
                <a:ext cx="87120" cy="104040"/>
              </p14:xfrm>
            </p:contentPart>
          </mc:Choice>
          <mc:Fallback xmlns="">
            <p:pic>
              <p:nvPicPr>
                <p:cNvPr id="223" name="Ink 222">
                  <a:extLst>
                    <a:ext uri="{FF2B5EF4-FFF2-40B4-BE49-F238E27FC236}">
                      <a16:creationId xmlns:a16="http://schemas.microsoft.com/office/drawing/2014/main" id="{AD647B5F-EA1C-DAEB-57F1-9BA4B3513ABF}"/>
                    </a:ext>
                  </a:extLst>
                </p:cNvPr>
                <p:cNvPicPr/>
                <p:nvPr/>
              </p:nvPicPr>
              <p:blipFill>
                <a:blip r:embed="rId394"/>
                <a:stretch>
                  <a:fillRect/>
                </a:stretch>
              </p:blipFill>
              <p:spPr>
                <a:xfrm>
                  <a:off x="4552076" y="2484670"/>
                  <a:ext cx="10476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395">
              <p14:nvContentPartPr>
                <p14:cNvPr id="224" name="Ink 223">
                  <a:extLst>
                    <a:ext uri="{FF2B5EF4-FFF2-40B4-BE49-F238E27FC236}">
                      <a16:creationId xmlns:a16="http://schemas.microsoft.com/office/drawing/2014/main" id="{3C45AB5B-9007-6F2C-5116-21D5AFD43123}"/>
                    </a:ext>
                  </a:extLst>
                </p14:cNvPr>
                <p14:cNvContentPartPr/>
                <p14:nvPr/>
              </p14:nvContentPartPr>
              <p14:xfrm>
                <a:off x="4694996" y="2501590"/>
                <a:ext cx="115200" cy="123480"/>
              </p14:xfrm>
            </p:contentPart>
          </mc:Choice>
          <mc:Fallback xmlns="">
            <p:pic>
              <p:nvPicPr>
                <p:cNvPr id="224" name="Ink 223">
                  <a:extLst>
                    <a:ext uri="{FF2B5EF4-FFF2-40B4-BE49-F238E27FC236}">
                      <a16:creationId xmlns:a16="http://schemas.microsoft.com/office/drawing/2014/main" id="{3C45AB5B-9007-6F2C-5116-21D5AFD43123}"/>
                    </a:ext>
                  </a:extLst>
                </p:cNvPr>
                <p:cNvPicPr/>
                <p:nvPr/>
              </p:nvPicPr>
              <p:blipFill>
                <a:blip r:embed="rId396"/>
                <a:stretch>
                  <a:fillRect/>
                </a:stretch>
              </p:blipFill>
              <p:spPr>
                <a:xfrm>
                  <a:off x="4685996" y="2492590"/>
                  <a:ext cx="1328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397">
              <p14:nvContentPartPr>
                <p14:cNvPr id="225" name="Ink 224">
                  <a:extLst>
                    <a:ext uri="{FF2B5EF4-FFF2-40B4-BE49-F238E27FC236}">
                      <a16:creationId xmlns:a16="http://schemas.microsoft.com/office/drawing/2014/main" id="{C0462A49-574C-C48B-9DAA-0CD372D85643}"/>
                    </a:ext>
                  </a:extLst>
                </p14:cNvPr>
                <p14:cNvContentPartPr/>
                <p14:nvPr/>
              </p14:nvContentPartPr>
              <p14:xfrm>
                <a:off x="4787156" y="2434270"/>
                <a:ext cx="156600" cy="155160"/>
              </p14:xfrm>
            </p:contentPart>
          </mc:Choice>
          <mc:Fallback xmlns="">
            <p:pic>
              <p:nvPicPr>
                <p:cNvPr id="225" name="Ink 224">
                  <a:extLst>
                    <a:ext uri="{FF2B5EF4-FFF2-40B4-BE49-F238E27FC236}">
                      <a16:creationId xmlns:a16="http://schemas.microsoft.com/office/drawing/2014/main" id="{C0462A49-574C-C48B-9DAA-0CD372D85643}"/>
                    </a:ext>
                  </a:extLst>
                </p:cNvPr>
                <p:cNvPicPr/>
                <p:nvPr/>
              </p:nvPicPr>
              <p:blipFill>
                <a:blip r:embed="rId398"/>
                <a:stretch>
                  <a:fillRect/>
                </a:stretch>
              </p:blipFill>
              <p:spPr>
                <a:xfrm>
                  <a:off x="4778156" y="2425630"/>
                  <a:ext cx="17424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399">
              <p14:nvContentPartPr>
                <p14:cNvPr id="226" name="Ink 225">
                  <a:extLst>
                    <a:ext uri="{FF2B5EF4-FFF2-40B4-BE49-F238E27FC236}">
                      <a16:creationId xmlns:a16="http://schemas.microsoft.com/office/drawing/2014/main" id="{002225DE-E05B-ED4B-DF51-00F1AD7FA0C3}"/>
                    </a:ext>
                  </a:extLst>
                </p14:cNvPr>
                <p14:cNvContentPartPr/>
                <p14:nvPr/>
              </p14:nvContentPartPr>
              <p14:xfrm>
                <a:off x="5128796" y="2404750"/>
                <a:ext cx="111600" cy="279000"/>
              </p14:xfrm>
            </p:contentPart>
          </mc:Choice>
          <mc:Fallback xmlns="">
            <p:pic>
              <p:nvPicPr>
                <p:cNvPr id="226" name="Ink 225">
                  <a:extLst>
                    <a:ext uri="{FF2B5EF4-FFF2-40B4-BE49-F238E27FC236}">
                      <a16:creationId xmlns:a16="http://schemas.microsoft.com/office/drawing/2014/main" id="{002225DE-E05B-ED4B-DF51-00F1AD7FA0C3}"/>
                    </a:ext>
                  </a:extLst>
                </p:cNvPr>
                <p:cNvPicPr/>
                <p:nvPr/>
              </p:nvPicPr>
              <p:blipFill>
                <a:blip r:embed="rId400"/>
                <a:stretch>
                  <a:fillRect/>
                </a:stretch>
              </p:blipFill>
              <p:spPr>
                <a:xfrm>
                  <a:off x="5120156" y="2395750"/>
                  <a:ext cx="12924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401">
              <p14:nvContentPartPr>
                <p14:cNvPr id="227" name="Ink 226">
                  <a:extLst>
                    <a:ext uri="{FF2B5EF4-FFF2-40B4-BE49-F238E27FC236}">
                      <a16:creationId xmlns:a16="http://schemas.microsoft.com/office/drawing/2014/main" id="{1577F58D-8317-7B20-DAAE-DF7AD9B80ACA}"/>
                    </a:ext>
                  </a:extLst>
                </p14:cNvPr>
                <p14:cNvContentPartPr/>
                <p14:nvPr/>
              </p14:nvContentPartPr>
              <p14:xfrm>
                <a:off x="5269196" y="2517430"/>
                <a:ext cx="112680" cy="110160"/>
              </p14:xfrm>
            </p:contentPart>
          </mc:Choice>
          <mc:Fallback xmlns="">
            <p:pic>
              <p:nvPicPr>
                <p:cNvPr id="227" name="Ink 226">
                  <a:extLst>
                    <a:ext uri="{FF2B5EF4-FFF2-40B4-BE49-F238E27FC236}">
                      <a16:creationId xmlns:a16="http://schemas.microsoft.com/office/drawing/2014/main" id="{1577F58D-8317-7B20-DAAE-DF7AD9B80ACA}"/>
                    </a:ext>
                  </a:extLst>
                </p:cNvPr>
                <p:cNvPicPr/>
                <p:nvPr/>
              </p:nvPicPr>
              <p:blipFill>
                <a:blip r:embed="rId402"/>
                <a:stretch>
                  <a:fillRect/>
                </a:stretch>
              </p:blipFill>
              <p:spPr>
                <a:xfrm>
                  <a:off x="5260556" y="2508790"/>
                  <a:ext cx="13032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403">
              <p14:nvContentPartPr>
                <p14:cNvPr id="228" name="Ink 227">
                  <a:extLst>
                    <a:ext uri="{FF2B5EF4-FFF2-40B4-BE49-F238E27FC236}">
                      <a16:creationId xmlns:a16="http://schemas.microsoft.com/office/drawing/2014/main" id="{C90210B9-5A94-1E43-F9A4-75461F3A24D8}"/>
                    </a:ext>
                  </a:extLst>
                </p14:cNvPr>
                <p14:cNvContentPartPr/>
                <p14:nvPr/>
              </p14:nvContentPartPr>
              <p14:xfrm>
                <a:off x="5375396" y="2554150"/>
                <a:ext cx="77760" cy="55080"/>
              </p14:xfrm>
            </p:contentPart>
          </mc:Choice>
          <mc:Fallback xmlns="">
            <p:pic>
              <p:nvPicPr>
                <p:cNvPr id="228" name="Ink 227">
                  <a:extLst>
                    <a:ext uri="{FF2B5EF4-FFF2-40B4-BE49-F238E27FC236}">
                      <a16:creationId xmlns:a16="http://schemas.microsoft.com/office/drawing/2014/main" id="{C90210B9-5A94-1E43-F9A4-75461F3A24D8}"/>
                    </a:ext>
                  </a:extLst>
                </p:cNvPr>
                <p:cNvPicPr/>
                <p:nvPr/>
              </p:nvPicPr>
              <p:blipFill>
                <a:blip r:embed="rId404"/>
                <a:stretch>
                  <a:fillRect/>
                </a:stretch>
              </p:blipFill>
              <p:spPr>
                <a:xfrm>
                  <a:off x="5366396" y="2545510"/>
                  <a:ext cx="9540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405">
              <p14:nvContentPartPr>
                <p14:cNvPr id="229" name="Ink 228">
                  <a:extLst>
                    <a:ext uri="{FF2B5EF4-FFF2-40B4-BE49-F238E27FC236}">
                      <a16:creationId xmlns:a16="http://schemas.microsoft.com/office/drawing/2014/main" id="{00D1811A-5A0C-F5EA-4335-7BFFEE34C5E6}"/>
                    </a:ext>
                  </a:extLst>
                </p14:cNvPr>
                <p14:cNvContentPartPr/>
                <p14:nvPr/>
              </p14:nvContentPartPr>
              <p14:xfrm>
                <a:off x="5459636" y="2436070"/>
                <a:ext cx="55800" cy="112320"/>
              </p14:xfrm>
            </p:contentPart>
          </mc:Choice>
          <mc:Fallback xmlns="">
            <p:pic>
              <p:nvPicPr>
                <p:cNvPr id="229" name="Ink 228">
                  <a:extLst>
                    <a:ext uri="{FF2B5EF4-FFF2-40B4-BE49-F238E27FC236}">
                      <a16:creationId xmlns:a16="http://schemas.microsoft.com/office/drawing/2014/main" id="{00D1811A-5A0C-F5EA-4335-7BFFEE34C5E6}"/>
                    </a:ext>
                  </a:extLst>
                </p:cNvPr>
                <p:cNvPicPr/>
                <p:nvPr/>
              </p:nvPicPr>
              <p:blipFill>
                <a:blip r:embed="rId406"/>
                <a:stretch>
                  <a:fillRect/>
                </a:stretch>
              </p:blipFill>
              <p:spPr>
                <a:xfrm>
                  <a:off x="5450636" y="2427070"/>
                  <a:ext cx="7344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407">
              <p14:nvContentPartPr>
                <p14:cNvPr id="230" name="Ink 229">
                  <a:extLst>
                    <a:ext uri="{FF2B5EF4-FFF2-40B4-BE49-F238E27FC236}">
                      <a16:creationId xmlns:a16="http://schemas.microsoft.com/office/drawing/2014/main" id="{BEA6DF36-A4D0-DE98-CD47-A83453BED437}"/>
                    </a:ext>
                  </a:extLst>
                </p14:cNvPr>
                <p14:cNvContentPartPr/>
                <p14:nvPr/>
              </p14:nvContentPartPr>
              <p14:xfrm>
                <a:off x="5443796" y="2501950"/>
                <a:ext cx="184320" cy="85680"/>
              </p14:xfrm>
            </p:contentPart>
          </mc:Choice>
          <mc:Fallback xmlns="">
            <p:pic>
              <p:nvPicPr>
                <p:cNvPr id="230" name="Ink 229">
                  <a:extLst>
                    <a:ext uri="{FF2B5EF4-FFF2-40B4-BE49-F238E27FC236}">
                      <a16:creationId xmlns:a16="http://schemas.microsoft.com/office/drawing/2014/main" id="{BEA6DF36-A4D0-DE98-CD47-A83453BED437}"/>
                    </a:ext>
                  </a:extLst>
                </p:cNvPr>
                <p:cNvPicPr/>
                <p:nvPr/>
              </p:nvPicPr>
              <p:blipFill>
                <a:blip r:embed="rId408"/>
                <a:stretch>
                  <a:fillRect/>
                </a:stretch>
              </p:blipFill>
              <p:spPr>
                <a:xfrm>
                  <a:off x="5434796" y="2493310"/>
                  <a:ext cx="20196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409">
              <p14:nvContentPartPr>
                <p14:cNvPr id="234" name="Ink 233">
                  <a:extLst>
                    <a:ext uri="{FF2B5EF4-FFF2-40B4-BE49-F238E27FC236}">
                      <a16:creationId xmlns:a16="http://schemas.microsoft.com/office/drawing/2014/main" id="{B83F899D-5C25-650B-377E-48DE14014158}"/>
                    </a:ext>
                  </a:extLst>
                </p14:cNvPr>
                <p14:cNvContentPartPr/>
                <p14:nvPr/>
              </p14:nvContentPartPr>
              <p14:xfrm>
                <a:off x="5666996" y="2515630"/>
                <a:ext cx="78120" cy="116280"/>
              </p14:xfrm>
            </p:contentPart>
          </mc:Choice>
          <mc:Fallback xmlns="">
            <p:pic>
              <p:nvPicPr>
                <p:cNvPr id="234" name="Ink 233">
                  <a:extLst>
                    <a:ext uri="{FF2B5EF4-FFF2-40B4-BE49-F238E27FC236}">
                      <a16:creationId xmlns:a16="http://schemas.microsoft.com/office/drawing/2014/main" id="{B83F899D-5C25-650B-377E-48DE14014158}"/>
                    </a:ext>
                  </a:extLst>
                </p:cNvPr>
                <p:cNvPicPr/>
                <p:nvPr/>
              </p:nvPicPr>
              <p:blipFill>
                <a:blip r:embed="rId410"/>
                <a:stretch>
                  <a:fillRect/>
                </a:stretch>
              </p:blipFill>
              <p:spPr>
                <a:xfrm>
                  <a:off x="5657996" y="2506990"/>
                  <a:ext cx="9576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411">
              <p14:nvContentPartPr>
                <p14:cNvPr id="235" name="Ink 234">
                  <a:extLst>
                    <a:ext uri="{FF2B5EF4-FFF2-40B4-BE49-F238E27FC236}">
                      <a16:creationId xmlns:a16="http://schemas.microsoft.com/office/drawing/2014/main" id="{6AA86EE0-C6DB-32D9-EADD-705046CD2235}"/>
                    </a:ext>
                  </a:extLst>
                </p14:cNvPr>
                <p14:cNvContentPartPr/>
                <p14:nvPr/>
              </p14:nvContentPartPr>
              <p14:xfrm>
                <a:off x="5793356" y="2555230"/>
                <a:ext cx="23400" cy="81360"/>
              </p14:xfrm>
            </p:contentPart>
          </mc:Choice>
          <mc:Fallback xmlns="">
            <p:pic>
              <p:nvPicPr>
                <p:cNvPr id="235" name="Ink 234">
                  <a:extLst>
                    <a:ext uri="{FF2B5EF4-FFF2-40B4-BE49-F238E27FC236}">
                      <a16:creationId xmlns:a16="http://schemas.microsoft.com/office/drawing/2014/main" id="{6AA86EE0-C6DB-32D9-EADD-705046CD2235}"/>
                    </a:ext>
                  </a:extLst>
                </p:cNvPr>
                <p:cNvPicPr/>
                <p:nvPr/>
              </p:nvPicPr>
              <p:blipFill>
                <a:blip r:embed="rId412"/>
                <a:stretch>
                  <a:fillRect/>
                </a:stretch>
              </p:blipFill>
              <p:spPr>
                <a:xfrm>
                  <a:off x="5784716" y="2546230"/>
                  <a:ext cx="41040" cy="99000"/>
                </a:xfrm>
                <a:prstGeom prst="rect">
                  <a:avLst/>
                </a:prstGeom>
              </p:spPr>
            </p:pic>
          </mc:Fallback>
        </mc:AlternateContent>
        <mc:AlternateContent xmlns:mc="http://schemas.openxmlformats.org/markup-compatibility/2006" xmlns:p14="http://schemas.microsoft.com/office/powerpoint/2010/main">
          <mc:Choice Requires="p14">
            <p:contentPart p14:bwMode="auto" r:id="rId413">
              <p14:nvContentPartPr>
                <p14:cNvPr id="236" name="Ink 235">
                  <a:extLst>
                    <a:ext uri="{FF2B5EF4-FFF2-40B4-BE49-F238E27FC236}">
                      <a16:creationId xmlns:a16="http://schemas.microsoft.com/office/drawing/2014/main" id="{EE1CF956-C822-40A6-A1A3-F620C50B1103}"/>
                    </a:ext>
                  </a:extLst>
                </p14:cNvPr>
                <p14:cNvContentPartPr/>
                <p14:nvPr/>
              </p14:nvContentPartPr>
              <p14:xfrm>
                <a:off x="5758436" y="2443990"/>
                <a:ext cx="178920" cy="180000"/>
              </p14:xfrm>
            </p:contentPart>
          </mc:Choice>
          <mc:Fallback xmlns="">
            <p:pic>
              <p:nvPicPr>
                <p:cNvPr id="236" name="Ink 235">
                  <a:extLst>
                    <a:ext uri="{FF2B5EF4-FFF2-40B4-BE49-F238E27FC236}">
                      <a16:creationId xmlns:a16="http://schemas.microsoft.com/office/drawing/2014/main" id="{EE1CF956-C822-40A6-A1A3-F620C50B1103}"/>
                    </a:ext>
                  </a:extLst>
                </p:cNvPr>
                <p:cNvPicPr/>
                <p:nvPr/>
              </p:nvPicPr>
              <p:blipFill>
                <a:blip r:embed="rId414"/>
                <a:stretch>
                  <a:fillRect/>
                </a:stretch>
              </p:blipFill>
              <p:spPr>
                <a:xfrm>
                  <a:off x="5749436" y="2434990"/>
                  <a:ext cx="19656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415">
              <p14:nvContentPartPr>
                <p14:cNvPr id="237" name="Ink 236">
                  <a:extLst>
                    <a:ext uri="{FF2B5EF4-FFF2-40B4-BE49-F238E27FC236}">
                      <a16:creationId xmlns:a16="http://schemas.microsoft.com/office/drawing/2014/main" id="{E3E1A855-4AD7-DE65-B2E9-72A160F2A710}"/>
                    </a:ext>
                  </a:extLst>
                </p14:cNvPr>
                <p14:cNvContentPartPr/>
                <p14:nvPr/>
              </p14:nvContentPartPr>
              <p14:xfrm>
                <a:off x="5855996" y="2535070"/>
                <a:ext cx="147960" cy="301320"/>
              </p14:xfrm>
            </p:contentPart>
          </mc:Choice>
          <mc:Fallback xmlns="">
            <p:pic>
              <p:nvPicPr>
                <p:cNvPr id="237" name="Ink 236">
                  <a:extLst>
                    <a:ext uri="{FF2B5EF4-FFF2-40B4-BE49-F238E27FC236}">
                      <a16:creationId xmlns:a16="http://schemas.microsoft.com/office/drawing/2014/main" id="{E3E1A855-4AD7-DE65-B2E9-72A160F2A710}"/>
                    </a:ext>
                  </a:extLst>
                </p:cNvPr>
                <p:cNvPicPr/>
                <p:nvPr/>
              </p:nvPicPr>
              <p:blipFill>
                <a:blip r:embed="rId416"/>
                <a:stretch>
                  <a:fillRect/>
                </a:stretch>
              </p:blipFill>
              <p:spPr>
                <a:xfrm>
                  <a:off x="5847356" y="2526430"/>
                  <a:ext cx="16560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417">
              <p14:nvContentPartPr>
                <p14:cNvPr id="239" name="Ink 238">
                  <a:extLst>
                    <a:ext uri="{FF2B5EF4-FFF2-40B4-BE49-F238E27FC236}">
                      <a16:creationId xmlns:a16="http://schemas.microsoft.com/office/drawing/2014/main" id="{0736DDB3-2198-F508-89AC-F4BD707BFDCD}"/>
                    </a:ext>
                  </a:extLst>
                </p14:cNvPr>
                <p14:cNvContentPartPr/>
                <p14:nvPr/>
              </p14:nvContentPartPr>
              <p14:xfrm>
                <a:off x="6232196" y="2394310"/>
                <a:ext cx="108000" cy="319680"/>
              </p14:xfrm>
            </p:contentPart>
          </mc:Choice>
          <mc:Fallback xmlns="">
            <p:pic>
              <p:nvPicPr>
                <p:cNvPr id="239" name="Ink 238">
                  <a:extLst>
                    <a:ext uri="{FF2B5EF4-FFF2-40B4-BE49-F238E27FC236}">
                      <a16:creationId xmlns:a16="http://schemas.microsoft.com/office/drawing/2014/main" id="{0736DDB3-2198-F508-89AC-F4BD707BFDCD}"/>
                    </a:ext>
                  </a:extLst>
                </p:cNvPr>
                <p:cNvPicPr/>
                <p:nvPr/>
              </p:nvPicPr>
              <p:blipFill>
                <a:blip r:embed="rId418"/>
                <a:stretch>
                  <a:fillRect/>
                </a:stretch>
              </p:blipFill>
              <p:spPr>
                <a:xfrm>
                  <a:off x="6223196" y="2385670"/>
                  <a:ext cx="12564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419">
              <p14:nvContentPartPr>
                <p14:cNvPr id="240" name="Ink 239">
                  <a:extLst>
                    <a:ext uri="{FF2B5EF4-FFF2-40B4-BE49-F238E27FC236}">
                      <a16:creationId xmlns:a16="http://schemas.microsoft.com/office/drawing/2014/main" id="{F574951E-123A-90DC-BEF3-BDEB21EC18A0}"/>
                    </a:ext>
                  </a:extLst>
                </p14:cNvPr>
                <p14:cNvContentPartPr/>
                <p14:nvPr/>
              </p14:nvContentPartPr>
              <p14:xfrm>
                <a:off x="6374756" y="2544430"/>
                <a:ext cx="85680" cy="88560"/>
              </p14:xfrm>
            </p:contentPart>
          </mc:Choice>
          <mc:Fallback xmlns="">
            <p:pic>
              <p:nvPicPr>
                <p:cNvPr id="240" name="Ink 239">
                  <a:extLst>
                    <a:ext uri="{FF2B5EF4-FFF2-40B4-BE49-F238E27FC236}">
                      <a16:creationId xmlns:a16="http://schemas.microsoft.com/office/drawing/2014/main" id="{F574951E-123A-90DC-BEF3-BDEB21EC18A0}"/>
                    </a:ext>
                  </a:extLst>
                </p:cNvPr>
                <p:cNvPicPr/>
                <p:nvPr/>
              </p:nvPicPr>
              <p:blipFill>
                <a:blip r:embed="rId420"/>
                <a:stretch>
                  <a:fillRect/>
                </a:stretch>
              </p:blipFill>
              <p:spPr>
                <a:xfrm>
                  <a:off x="6365756" y="2535430"/>
                  <a:ext cx="10332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421">
              <p14:nvContentPartPr>
                <p14:cNvPr id="241" name="Ink 240">
                  <a:extLst>
                    <a:ext uri="{FF2B5EF4-FFF2-40B4-BE49-F238E27FC236}">
                      <a16:creationId xmlns:a16="http://schemas.microsoft.com/office/drawing/2014/main" id="{CE1DF02F-D739-3B44-F07E-A638C2F0417F}"/>
                    </a:ext>
                  </a:extLst>
                </p14:cNvPr>
                <p14:cNvContentPartPr/>
                <p14:nvPr/>
              </p14:nvContentPartPr>
              <p14:xfrm>
                <a:off x="6475196" y="2551630"/>
                <a:ext cx="60840" cy="101520"/>
              </p14:xfrm>
            </p:contentPart>
          </mc:Choice>
          <mc:Fallback xmlns="">
            <p:pic>
              <p:nvPicPr>
                <p:cNvPr id="241" name="Ink 240">
                  <a:extLst>
                    <a:ext uri="{FF2B5EF4-FFF2-40B4-BE49-F238E27FC236}">
                      <a16:creationId xmlns:a16="http://schemas.microsoft.com/office/drawing/2014/main" id="{CE1DF02F-D739-3B44-F07E-A638C2F0417F}"/>
                    </a:ext>
                  </a:extLst>
                </p:cNvPr>
                <p:cNvPicPr/>
                <p:nvPr/>
              </p:nvPicPr>
              <p:blipFill>
                <a:blip r:embed="rId422"/>
                <a:stretch>
                  <a:fillRect/>
                </a:stretch>
              </p:blipFill>
              <p:spPr>
                <a:xfrm>
                  <a:off x="6466196" y="2542630"/>
                  <a:ext cx="7848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423">
              <p14:nvContentPartPr>
                <p14:cNvPr id="242" name="Ink 241">
                  <a:extLst>
                    <a:ext uri="{FF2B5EF4-FFF2-40B4-BE49-F238E27FC236}">
                      <a16:creationId xmlns:a16="http://schemas.microsoft.com/office/drawing/2014/main" id="{26776AAC-856C-5B8A-C270-E297CD41ADF9}"/>
                    </a:ext>
                  </a:extLst>
                </p14:cNvPr>
                <p14:cNvContentPartPr/>
                <p14:nvPr/>
              </p14:nvContentPartPr>
              <p14:xfrm>
                <a:off x="6564836" y="2473150"/>
                <a:ext cx="83520" cy="134280"/>
              </p14:xfrm>
            </p:contentPart>
          </mc:Choice>
          <mc:Fallback xmlns="">
            <p:pic>
              <p:nvPicPr>
                <p:cNvPr id="242" name="Ink 241">
                  <a:extLst>
                    <a:ext uri="{FF2B5EF4-FFF2-40B4-BE49-F238E27FC236}">
                      <a16:creationId xmlns:a16="http://schemas.microsoft.com/office/drawing/2014/main" id="{26776AAC-856C-5B8A-C270-E297CD41ADF9}"/>
                    </a:ext>
                  </a:extLst>
                </p:cNvPr>
                <p:cNvPicPr/>
                <p:nvPr/>
              </p:nvPicPr>
              <p:blipFill>
                <a:blip r:embed="rId424"/>
                <a:stretch>
                  <a:fillRect/>
                </a:stretch>
              </p:blipFill>
              <p:spPr>
                <a:xfrm>
                  <a:off x="6556196" y="2464510"/>
                  <a:ext cx="10116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425">
              <p14:nvContentPartPr>
                <p14:cNvPr id="243" name="Ink 242">
                  <a:extLst>
                    <a:ext uri="{FF2B5EF4-FFF2-40B4-BE49-F238E27FC236}">
                      <a16:creationId xmlns:a16="http://schemas.microsoft.com/office/drawing/2014/main" id="{8F32FED0-ABF5-0429-28C5-2C509735E803}"/>
                    </a:ext>
                  </a:extLst>
                </p14:cNvPr>
                <p14:cNvContentPartPr/>
                <p14:nvPr/>
              </p14:nvContentPartPr>
              <p14:xfrm>
                <a:off x="6777596" y="2537950"/>
                <a:ext cx="181440" cy="87840"/>
              </p14:xfrm>
            </p:contentPart>
          </mc:Choice>
          <mc:Fallback xmlns="">
            <p:pic>
              <p:nvPicPr>
                <p:cNvPr id="243" name="Ink 242">
                  <a:extLst>
                    <a:ext uri="{FF2B5EF4-FFF2-40B4-BE49-F238E27FC236}">
                      <a16:creationId xmlns:a16="http://schemas.microsoft.com/office/drawing/2014/main" id="{8F32FED0-ABF5-0429-28C5-2C509735E803}"/>
                    </a:ext>
                  </a:extLst>
                </p:cNvPr>
                <p:cNvPicPr/>
                <p:nvPr/>
              </p:nvPicPr>
              <p:blipFill>
                <a:blip r:embed="rId426"/>
                <a:stretch>
                  <a:fillRect/>
                </a:stretch>
              </p:blipFill>
              <p:spPr>
                <a:xfrm>
                  <a:off x="6768956" y="2528950"/>
                  <a:ext cx="19908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427">
              <p14:nvContentPartPr>
                <p14:cNvPr id="244" name="Ink 243">
                  <a:extLst>
                    <a:ext uri="{FF2B5EF4-FFF2-40B4-BE49-F238E27FC236}">
                      <a16:creationId xmlns:a16="http://schemas.microsoft.com/office/drawing/2014/main" id="{7B896358-BFF3-0DA7-3E7C-0656AC4414F9}"/>
                    </a:ext>
                  </a:extLst>
                </p14:cNvPr>
                <p14:cNvContentPartPr/>
                <p14:nvPr/>
              </p14:nvContentPartPr>
              <p14:xfrm>
                <a:off x="6994676" y="2392510"/>
                <a:ext cx="76320" cy="207360"/>
              </p14:xfrm>
            </p:contentPart>
          </mc:Choice>
          <mc:Fallback xmlns="">
            <p:pic>
              <p:nvPicPr>
                <p:cNvPr id="244" name="Ink 243">
                  <a:extLst>
                    <a:ext uri="{FF2B5EF4-FFF2-40B4-BE49-F238E27FC236}">
                      <a16:creationId xmlns:a16="http://schemas.microsoft.com/office/drawing/2014/main" id="{7B896358-BFF3-0DA7-3E7C-0656AC4414F9}"/>
                    </a:ext>
                  </a:extLst>
                </p:cNvPr>
                <p:cNvPicPr/>
                <p:nvPr/>
              </p:nvPicPr>
              <p:blipFill>
                <a:blip r:embed="rId428"/>
                <a:stretch>
                  <a:fillRect/>
                </a:stretch>
              </p:blipFill>
              <p:spPr>
                <a:xfrm>
                  <a:off x="6986036" y="2383510"/>
                  <a:ext cx="9396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429">
              <p14:nvContentPartPr>
                <p14:cNvPr id="245" name="Ink 244">
                  <a:extLst>
                    <a:ext uri="{FF2B5EF4-FFF2-40B4-BE49-F238E27FC236}">
                      <a16:creationId xmlns:a16="http://schemas.microsoft.com/office/drawing/2014/main" id="{6ED541DA-8363-27F2-02C9-A89835E24415}"/>
                    </a:ext>
                  </a:extLst>
                </p14:cNvPr>
                <p14:cNvContentPartPr/>
                <p14:nvPr/>
              </p14:nvContentPartPr>
              <p14:xfrm>
                <a:off x="4389356" y="2757910"/>
                <a:ext cx="38880" cy="153360"/>
              </p14:xfrm>
            </p:contentPart>
          </mc:Choice>
          <mc:Fallback xmlns="">
            <p:pic>
              <p:nvPicPr>
                <p:cNvPr id="245" name="Ink 244">
                  <a:extLst>
                    <a:ext uri="{FF2B5EF4-FFF2-40B4-BE49-F238E27FC236}">
                      <a16:creationId xmlns:a16="http://schemas.microsoft.com/office/drawing/2014/main" id="{6ED541DA-8363-27F2-02C9-A89835E24415}"/>
                    </a:ext>
                  </a:extLst>
                </p:cNvPr>
                <p:cNvPicPr/>
                <p:nvPr/>
              </p:nvPicPr>
              <p:blipFill>
                <a:blip r:embed="rId430"/>
                <a:stretch>
                  <a:fillRect/>
                </a:stretch>
              </p:blipFill>
              <p:spPr>
                <a:xfrm>
                  <a:off x="4380356" y="2748910"/>
                  <a:ext cx="5652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431">
              <p14:nvContentPartPr>
                <p14:cNvPr id="246" name="Ink 245">
                  <a:extLst>
                    <a:ext uri="{FF2B5EF4-FFF2-40B4-BE49-F238E27FC236}">
                      <a16:creationId xmlns:a16="http://schemas.microsoft.com/office/drawing/2014/main" id="{548B0234-A95E-33E3-069D-2F5390E02CB9}"/>
                    </a:ext>
                  </a:extLst>
                </p14:cNvPr>
                <p14:cNvContentPartPr/>
                <p14:nvPr/>
              </p14:nvContentPartPr>
              <p14:xfrm>
                <a:off x="4389356" y="2690590"/>
                <a:ext cx="78840" cy="176760"/>
              </p14:xfrm>
            </p:contentPart>
          </mc:Choice>
          <mc:Fallback xmlns="">
            <p:pic>
              <p:nvPicPr>
                <p:cNvPr id="246" name="Ink 245">
                  <a:extLst>
                    <a:ext uri="{FF2B5EF4-FFF2-40B4-BE49-F238E27FC236}">
                      <a16:creationId xmlns:a16="http://schemas.microsoft.com/office/drawing/2014/main" id="{548B0234-A95E-33E3-069D-2F5390E02CB9}"/>
                    </a:ext>
                  </a:extLst>
                </p:cNvPr>
                <p:cNvPicPr/>
                <p:nvPr/>
              </p:nvPicPr>
              <p:blipFill>
                <a:blip r:embed="rId432"/>
                <a:stretch>
                  <a:fillRect/>
                </a:stretch>
              </p:blipFill>
              <p:spPr>
                <a:xfrm>
                  <a:off x="4380356" y="2681590"/>
                  <a:ext cx="9648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433">
              <p14:nvContentPartPr>
                <p14:cNvPr id="247" name="Ink 246">
                  <a:extLst>
                    <a:ext uri="{FF2B5EF4-FFF2-40B4-BE49-F238E27FC236}">
                      <a16:creationId xmlns:a16="http://schemas.microsoft.com/office/drawing/2014/main" id="{08DD6653-7D86-CAC2-F957-7A12073928F2}"/>
                    </a:ext>
                  </a:extLst>
                </p14:cNvPr>
                <p14:cNvContentPartPr/>
                <p14:nvPr/>
              </p14:nvContentPartPr>
              <p14:xfrm>
                <a:off x="4496276" y="2774110"/>
                <a:ext cx="158040" cy="125280"/>
              </p14:xfrm>
            </p:contentPart>
          </mc:Choice>
          <mc:Fallback xmlns="">
            <p:pic>
              <p:nvPicPr>
                <p:cNvPr id="247" name="Ink 246">
                  <a:extLst>
                    <a:ext uri="{FF2B5EF4-FFF2-40B4-BE49-F238E27FC236}">
                      <a16:creationId xmlns:a16="http://schemas.microsoft.com/office/drawing/2014/main" id="{08DD6653-7D86-CAC2-F957-7A12073928F2}"/>
                    </a:ext>
                  </a:extLst>
                </p:cNvPr>
                <p:cNvPicPr/>
                <p:nvPr/>
              </p:nvPicPr>
              <p:blipFill>
                <a:blip r:embed="rId434"/>
                <a:stretch>
                  <a:fillRect/>
                </a:stretch>
              </p:blipFill>
              <p:spPr>
                <a:xfrm>
                  <a:off x="4487276" y="2765110"/>
                  <a:ext cx="175680" cy="142920"/>
                </a:xfrm>
                <a:prstGeom prst="rect">
                  <a:avLst/>
                </a:prstGeom>
              </p:spPr>
            </p:pic>
          </mc:Fallback>
        </mc:AlternateContent>
        <mc:AlternateContent xmlns:mc="http://schemas.openxmlformats.org/markup-compatibility/2006" xmlns:p14="http://schemas.microsoft.com/office/powerpoint/2010/main">
          <mc:Choice Requires="p14">
            <p:contentPart p14:bwMode="auto" r:id="rId435">
              <p14:nvContentPartPr>
                <p14:cNvPr id="248" name="Ink 247">
                  <a:extLst>
                    <a:ext uri="{FF2B5EF4-FFF2-40B4-BE49-F238E27FC236}">
                      <a16:creationId xmlns:a16="http://schemas.microsoft.com/office/drawing/2014/main" id="{4D50DB8A-0526-1283-7D40-0835291232F9}"/>
                    </a:ext>
                  </a:extLst>
                </p14:cNvPr>
                <p14:cNvContentPartPr/>
                <p14:nvPr/>
              </p14:nvContentPartPr>
              <p14:xfrm>
                <a:off x="4685276" y="2794630"/>
                <a:ext cx="112680" cy="113040"/>
              </p14:xfrm>
            </p:contentPart>
          </mc:Choice>
          <mc:Fallback xmlns="">
            <p:pic>
              <p:nvPicPr>
                <p:cNvPr id="248" name="Ink 247">
                  <a:extLst>
                    <a:ext uri="{FF2B5EF4-FFF2-40B4-BE49-F238E27FC236}">
                      <a16:creationId xmlns:a16="http://schemas.microsoft.com/office/drawing/2014/main" id="{4D50DB8A-0526-1283-7D40-0835291232F9}"/>
                    </a:ext>
                  </a:extLst>
                </p:cNvPr>
                <p:cNvPicPr/>
                <p:nvPr/>
              </p:nvPicPr>
              <p:blipFill>
                <a:blip r:embed="rId436"/>
                <a:stretch>
                  <a:fillRect/>
                </a:stretch>
              </p:blipFill>
              <p:spPr>
                <a:xfrm>
                  <a:off x="4676636" y="2785630"/>
                  <a:ext cx="13032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437">
              <p14:nvContentPartPr>
                <p14:cNvPr id="249" name="Ink 248">
                  <a:extLst>
                    <a:ext uri="{FF2B5EF4-FFF2-40B4-BE49-F238E27FC236}">
                      <a16:creationId xmlns:a16="http://schemas.microsoft.com/office/drawing/2014/main" id="{C9EAF112-988D-F660-CB1F-C149372BF7E3}"/>
                    </a:ext>
                  </a:extLst>
                </p14:cNvPr>
                <p14:cNvContentPartPr/>
                <p14:nvPr/>
              </p14:nvContentPartPr>
              <p14:xfrm>
                <a:off x="4800476" y="2787430"/>
                <a:ext cx="84240" cy="97560"/>
              </p14:xfrm>
            </p:contentPart>
          </mc:Choice>
          <mc:Fallback xmlns="">
            <p:pic>
              <p:nvPicPr>
                <p:cNvPr id="249" name="Ink 248">
                  <a:extLst>
                    <a:ext uri="{FF2B5EF4-FFF2-40B4-BE49-F238E27FC236}">
                      <a16:creationId xmlns:a16="http://schemas.microsoft.com/office/drawing/2014/main" id="{C9EAF112-988D-F660-CB1F-C149372BF7E3}"/>
                    </a:ext>
                  </a:extLst>
                </p:cNvPr>
                <p:cNvPicPr/>
                <p:nvPr/>
              </p:nvPicPr>
              <p:blipFill>
                <a:blip r:embed="rId438"/>
                <a:stretch>
                  <a:fillRect/>
                </a:stretch>
              </p:blipFill>
              <p:spPr>
                <a:xfrm>
                  <a:off x="4791836" y="2778790"/>
                  <a:ext cx="10188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439">
              <p14:nvContentPartPr>
                <p14:cNvPr id="250" name="Ink 249">
                  <a:extLst>
                    <a:ext uri="{FF2B5EF4-FFF2-40B4-BE49-F238E27FC236}">
                      <a16:creationId xmlns:a16="http://schemas.microsoft.com/office/drawing/2014/main" id="{DD73152D-95CF-3A1F-87C7-B3A970EF1CA9}"/>
                    </a:ext>
                  </a:extLst>
                </p14:cNvPr>
                <p14:cNvContentPartPr/>
                <p14:nvPr/>
              </p14:nvContentPartPr>
              <p14:xfrm>
                <a:off x="4915676" y="2792110"/>
                <a:ext cx="53280" cy="111960"/>
              </p14:xfrm>
            </p:contentPart>
          </mc:Choice>
          <mc:Fallback xmlns="">
            <p:pic>
              <p:nvPicPr>
                <p:cNvPr id="250" name="Ink 249">
                  <a:extLst>
                    <a:ext uri="{FF2B5EF4-FFF2-40B4-BE49-F238E27FC236}">
                      <a16:creationId xmlns:a16="http://schemas.microsoft.com/office/drawing/2014/main" id="{DD73152D-95CF-3A1F-87C7-B3A970EF1CA9}"/>
                    </a:ext>
                  </a:extLst>
                </p:cNvPr>
                <p:cNvPicPr/>
                <p:nvPr/>
              </p:nvPicPr>
              <p:blipFill>
                <a:blip r:embed="rId440"/>
                <a:stretch>
                  <a:fillRect/>
                </a:stretch>
              </p:blipFill>
              <p:spPr>
                <a:xfrm>
                  <a:off x="4907036" y="2783110"/>
                  <a:ext cx="709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441">
              <p14:nvContentPartPr>
                <p14:cNvPr id="251" name="Ink 250">
                  <a:extLst>
                    <a:ext uri="{FF2B5EF4-FFF2-40B4-BE49-F238E27FC236}">
                      <a16:creationId xmlns:a16="http://schemas.microsoft.com/office/drawing/2014/main" id="{0D18E3B3-4470-7740-FED5-4524FB76CB3C}"/>
                    </a:ext>
                  </a:extLst>
                </p14:cNvPr>
                <p14:cNvContentPartPr/>
                <p14:nvPr/>
              </p14:nvContentPartPr>
              <p14:xfrm>
                <a:off x="4966076" y="2781670"/>
                <a:ext cx="131040" cy="115200"/>
              </p14:xfrm>
            </p:contentPart>
          </mc:Choice>
          <mc:Fallback xmlns="">
            <p:pic>
              <p:nvPicPr>
                <p:cNvPr id="251" name="Ink 250">
                  <a:extLst>
                    <a:ext uri="{FF2B5EF4-FFF2-40B4-BE49-F238E27FC236}">
                      <a16:creationId xmlns:a16="http://schemas.microsoft.com/office/drawing/2014/main" id="{0D18E3B3-4470-7740-FED5-4524FB76CB3C}"/>
                    </a:ext>
                  </a:extLst>
                </p:cNvPr>
                <p:cNvPicPr/>
                <p:nvPr/>
              </p:nvPicPr>
              <p:blipFill>
                <a:blip r:embed="rId442"/>
                <a:stretch>
                  <a:fillRect/>
                </a:stretch>
              </p:blipFill>
              <p:spPr>
                <a:xfrm>
                  <a:off x="4957076" y="2772670"/>
                  <a:ext cx="14868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443">
              <p14:nvContentPartPr>
                <p14:cNvPr id="252" name="Ink 251">
                  <a:extLst>
                    <a:ext uri="{FF2B5EF4-FFF2-40B4-BE49-F238E27FC236}">
                      <a16:creationId xmlns:a16="http://schemas.microsoft.com/office/drawing/2014/main" id="{F177DA93-1098-3124-5710-F14BA444770B}"/>
                    </a:ext>
                  </a:extLst>
                </p14:cNvPr>
                <p14:cNvContentPartPr/>
                <p14:nvPr/>
              </p14:nvContentPartPr>
              <p14:xfrm>
                <a:off x="5027276" y="2719030"/>
                <a:ext cx="38880" cy="16920"/>
              </p14:xfrm>
            </p:contentPart>
          </mc:Choice>
          <mc:Fallback xmlns="">
            <p:pic>
              <p:nvPicPr>
                <p:cNvPr id="252" name="Ink 251">
                  <a:extLst>
                    <a:ext uri="{FF2B5EF4-FFF2-40B4-BE49-F238E27FC236}">
                      <a16:creationId xmlns:a16="http://schemas.microsoft.com/office/drawing/2014/main" id="{F177DA93-1098-3124-5710-F14BA444770B}"/>
                    </a:ext>
                  </a:extLst>
                </p:cNvPr>
                <p:cNvPicPr/>
                <p:nvPr/>
              </p:nvPicPr>
              <p:blipFill>
                <a:blip r:embed="rId444"/>
                <a:stretch>
                  <a:fillRect/>
                </a:stretch>
              </p:blipFill>
              <p:spPr>
                <a:xfrm>
                  <a:off x="5018636" y="2710030"/>
                  <a:ext cx="5652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445">
              <p14:nvContentPartPr>
                <p14:cNvPr id="253" name="Ink 252">
                  <a:extLst>
                    <a:ext uri="{FF2B5EF4-FFF2-40B4-BE49-F238E27FC236}">
                      <a16:creationId xmlns:a16="http://schemas.microsoft.com/office/drawing/2014/main" id="{DB915026-E7EA-152E-DD7E-4B9CA8CFBB3E}"/>
                    </a:ext>
                  </a:extLst>
                </p14:cNvPr>
                <p14:cNvContentPartPr/>
                <p14:nvPr/>
              </p14:nvContentPartPr>
              <p14:xfrm>
                <a:off x="5119436" y="2753230"/>
                <a:ext cx="326520" cy="131400"/>
              </p14:xfrm>
            </p:contentPart>
          </mc:Choice>
          <mc:Fallback xmlns="">
            <p:pic>
              <p:nvPicPr>
                <p:cNvPr id="253" name="Ink 252">
                  <a:extLst>
                    <a:ext uri="{FF2B5EF4-FFF2-40B4-BE49-F238E27FC236}">
                      <a16:creationId xmlns:a16="http://schemas.microsoft.com/office/drawing/2014/main" id="{DB915026-E7EA-152E-DD7E-4B9CA8CFBB3E}"/>
                    </a:ext>
                  </a:extLst>
                </p:cNvPr>
                <p:cNvPicPr/>
                <p:nvPr/>
              </p:nvPicPr>
              <p:blipFill>
                <a:blip r:embed="rId446"/>
                <a:stretch>
                  <a:fillRect/>
                </a:stretch>
              </p:blipFill>
              <p:spPr>
                <a:xfrm>
                  <a:off x="5110796" y="2744230"/>
                  <a:ext cx="344160" cy="149040"/>
                </a:xfrm>
                <a:prstGeom prst="rect">
                  <a:avLst/>
                </a:prstGeom>
              </p:spPr>
            </p:pic>
          </mc:Fallback>
        </mc:AlternateContent>
        <mc:AlternateContent xmlns:mc="http://schemas.openxmlformats.org/markup-compatibility/2006" xmlns:p14="http://schemas.microsoft.com/office/powerpoint/2010/main">
          <mc:Choice Requires="p14">
            <p:contentPart p14:bwMode="auto" r:id="rId447">
              <p14:nvContentPartPr>
                <p14:cNvPr id="255" name="Ink 254">
                  <a:extLst>
                    <a:ext uri="{FF2B5EF4-FFF2-40B4-BE49-F238E27FC236}">
                      <a16:creationId xmlns:a16="http://schemas.microsoft.com/office/drawing/2014/main" id="{D281C83B-0EB0-D12C-94AE-E75F45D5AD93}"/>
                    </a:ext>
                  </a:extLst>
                </p14:cNvPr>
                <p14:cNvContentPartPr/>
                <p14:nvPr/>
              </p14:nvContentPartPr>
              <p14:xfrm>
                <a:off x="5647556" y="2790310"/>
                <a:ext cx="132480" cy="119880"/>
              </p14:xfrm>
            </p:contentPart>
          </mc:Choice>
          <mc:Fallback xmlns="">
            <p:pic>
              <p:nvPicPr>
                <p:cNvPr id="255" name="Ink 254">
                  <a:extLst>
                    <a:ext uri="{FF2B5EF4-FFF2-40B4-BE49-F238E27FC236}">
                      <a16:creationId xmlns:a16="http://schemas.microsoft.com/office/drawing/2014/main" id="{D281C83B-0EB0-D12C-94AE-E75F45D5AD93}"/>
                    </a:ext>
                  </a:extLst>
                </p:cNvPr>
                <p:cNvPicPr/>
                <p:nvPr/>
              </p:nvPicPr>
              <p:blipFill>
                <a:blip r:embed="rId448"/>
                <a:stretch>
                  <a:fillRect/>
                </a:stretch>
              </p:blipFill>
              <p:spPr>
                <a:xfrm>
                  <a:off x="5638556" y="2781310"/>
                  <a:ext cx="150120" cy="137520"/>
                </a:xfrm>
                <a:prstGeom prst="rect">
                  <a:avLst/>
                </a:prstGeom>
              </p:spPr>
            </p:pic>
          </mc:Fallback>
        </mc:AlternateContent>
        <mc:AlternateContent xmlns:mc="http://schemas.openxmlformats.org/markup-compatibility/2006" xmlns:p14="http://schemas.microsoft.com/office/powerpoint/2010/main">
          <mc:Choice Requires="p14">
            <p:contentPart p14:bwMode="auto" r:id="rId449">
              <p14:nvContentPartPr>
                <p14:cNvPr id="256" name="Ink 255">
                  <a:extLst>
                    <a:ext uri="{FF2B5EF4-FFF2-40B4-BE49-F238E27FC236}">
                      <a16:creationId xmlns:a16="http://schemas.microsoft.com/office/drawing/2014/main" id="{E76A378A-2428-9CCE-841F-ED3B562639E9}"/>
                    </a:ext>
                  </a:extLst>
                </p14:cNvPr>
                <p14:cNvContentPartPr/>
                <p14:nvPr/>
              </p14:nvContentPartPr>
              <p14:xfrm>
                <a:off x="5825036" y="2809030"/>
                <a:ext cx="74880" cy="96480"/>
              </p14:xfrm>
            </p:contentPart>
          </mc:Choice>
          <mc:Fallback xmlns="">
            <p:pic>
              <p:nvPicPr>
                <p:cNvPr id="256" name="Ink 255">
                  <a:extLst>
                    <a:ext uri="{FF2B5EF4-FFF2-40B4-BE49-F238E27FC236}">
                      <a16:creationId xmlns:a16="http://schemas.microsoft.com/office/drawing/2014/main" id="{E76A378A-2428-9CCE-841F-ED3B562639E9}"/>
                    </a:ext>
                  </a:extLst>
                </p:cNvPr>
                <p:cNvPicPr/>
                <p:nvPr/>
              </p:nvPicPr>
              <p:blipFill>
                <a:blip r:embed="rId450"/>
                <a:stretch>
                  <a:fillRect/>
                </a:stretch>
              </p:blipFill>
              <p:spPr>
                <a:xfrm>
                  <a:off x="5816396" y="2800390"/>
                  <a:ext cx="925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451">
              <p14:nvContentPartPr>
                <p14:cNvPr id="257" name="Ink 256">
                  <a:extLst>
                    <a:ext uri="{FF2B5EF4-FFF2-40B4-BE49-F238E27FC236}">
                      <a16:creationId xmlns:a16="http://schemas.microsoft.com/office/drawing/2014/main" id="{DACA4A56-9103-8672-910D-65C3BAF3FA70}"/>
                    </a:ext>
                  </a:extLst>
                </p14:cNvPr>
                <p14:cNvContentPartPr/>
                <p14:nvPr/>
              </p14:nvContentPartPr>
              <p14:xfrm>
                <a:off x="5933036" y="2821270"/>
                <a:ext cx="89280" cy="86040"/>
              </p14:xfrm>
            </p:contentPart>
          </mc:Choice>
          <mc:Fallback xmlns="">
            <p:pic>
              <p:nvPicPr>
                <p:cNvPr id="257" name="Ink 256">
                  <a:extLst>
                    <a:ext uri="{FF2B5EF4-FFF2-40B4-BE49-F238E27FC236}">
                      <a16:creationId xmlns:a16="http://schemas.microsoft.com/office/drawing/2014/main" id="{DACA4A56-9103-8672-910D-65C3BAF3FA70}"/>
                    </a:ext>
                  </a:extLst>
                </p:cNvPr>
                <p:cNvPicPr/>
                <p:nvPr/>
              </p:nvPicPr>
              <p:blipFill>
                <a:blip r:embed="rId452"/>
                <a:stretch>
                  <a:fillRect/>
                </a:stretch>
              </p:blipFill>
              <p:spPr>
                <a:xfrm>
                  <a:off x="5924036" y="2812270"/>
                  <a:ext cx="10692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453">
              <p14:nvContentPartPr>
                <p14:cNvPr id="258" name="Ink 257">
                  <a:extLst>
                    <a:ext uri="{FF2B5EF4-FFF2-40B4-BE49-F238E27FC236}">
                      <a16:creationId xmlns:a16="http://schemas.microsoft.com/office/drawing/2014/main" id="{6D5A2E85-AF15-9079-F19E-633FD25625E8}"/>
                    </a:ext>
                  </a:extLst>
                </p14:cNvPr>
                <p14:cNvContentPartPr/>
                <p14:nvPr/>
              </p14:nvContentPartPr>
              <p14:xfrm>
                <a:off x="6029156" y="2794270"/>
                <a:ext cx="104040" cy="94680"/>
              </p14:xfrm>
            </p:contentPart>
          </mc:Choice>
          <mc:Fallback xmlns="">
            <p:pic>
              <p:nvPicPr>
                <p:cNvPr id="258" name="Ink 257">
                  <a:extLst>
                    <a:ext uri="{FF2B5EF4-FFF2-40B4-BE49-F238E27FC236}">
                      <a16:creationId xmlns:a16="http://schemas.microsoft.com/office/drawing/2014/main" id="{6D5A2E85-AF15-9079-F19E-633FD25625E8}"/>
                    </a:ext>
                  </a:extLst>
                </p:cNvPr>
                <p:cNvPicPr/>
                <p:nvPr/>
              </p:nvPicPr>
              <p:blipFill>
                <a:blip r:embed="rId454"/>
                <a:stretch>
                  <a:fillRect/>
                </a:stretch>
              </p:blipFill>
              <p:spPr>
                <a:xfrm>
                  <a:off x="6020156" y="2785270"/>
                  <a:ext cx="12168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455">
              <p14:nvContentPartPr>
                <p14:cNvPr id="259" name="Ink 258">
                  <a:extLst>
                    <a:ext uri="{FF2B5EF4-FFF2-40B4-BE49-F238E27FC236}">
                      <a16:creationId xmlns:a16="http://schemas.microsoft.com/office/drawing/2014/main" id="{9F0C03E6-2F20-4BC6-ED2A-8FBE8BA36CBC}"/>
                    </a:ext>
                  </a:extLst>
                </p14:cNvPr>
                <p14:cNvContentPartPr/>
                <p14:nvPr/>
              </p14:nvContentPartPr>
              <p14:xfrm>
                <a:off x="6155516" y="2752150"/>
                <a:ext cx="166680" cy="158040"/>
              </p14:xfrm>
            </p:contentPart>
          </mc:Choice>
          <mc:Fallback xmlns="">
            <p:pic>
              <p:nvPicPr>
                <p:cNvPr id="259" name="Ink 258">
                  <a:extLst>
                    <a:ext uri="{FF2B5EF4-FFF2-40B4-BE49-F238E27FC236}">
                      <a16:creationId xmlns:a16="http://schemas.microsoft.com/office/drawing/2014/main" id="{9F0C03E6-2F20-4BC6-ED2A-8FBE8BA36CBC}"/>
                    </a:ext>
                  </a:extLst>
                </p:cNvPr>
                <p:cNvPicPr/>
                <p:nvPr/>
              </p:nvPicPr>
              <p:blipFill>
                <a:blip r:embed="rId456"/>
                <a:stretch>
                  <a:fillRect/>
                </a:stretch>
              </p:blipFill>
              <p:spPr>
                <a:xfrm>
                  <a:off x="6146876" y="2743510"/>
                  <a:ext cx="18432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457">
              <p14:nvContentPartPr>
                <p14:cNvPr id="260" name="Ink 259">
                  <a:extLst>
                    <a:ext uri="{FF2B5EF4-FFF2-40B4-BE49-F238E27FC236}">
                      <a16:creationId xmlns:a16="http://schemas.microsoft.com/office/drawing/2014/main" id="{E458E402-2F45-2BB4-10B2-990AEFF7BE30}"/>
                    </a:ext>
                  </a:extLst>
                </p14:cNvPr>
                <p14:cNvContentPartPr/>
                <p14:nvPr/>
              </p14:nvContentPartPr>
              <p14:xfrm>
                <a:off x="6275756" y="2686990"/>
                <a:ext cx="142920" cy="188280"/>
              </p14:xfrm>
            </p:contentPart>
          </mc:Choice>
          <mc:Fallback xmlns="">
            <p:pic>
              <p:nvPicPr>
                <p:cNvPr id="260" name="Ink 259">
                  <a:extLst>
                    <a:ext uri="{FF2B5EF4-FFF2-40B4-BE49-F238E27FC236}">
                      <a16:creationId xmlns:a16="http://schemas.microsoft.com/office/drawing/2014/main" id="{E458E402-2F45-2BB4-10B2-990AEFF7BE30}"/>
                    </a:ext>
                  </a:extLst>
                </p:cNvPr>
                <p:cNvPicPr/>
                <p:nvPr/>
              </p:nvPicPr>
              <p:blipFill>
                <a:blip r:embed="rId458"/>
                <a:stretch>
                  <a:fillRect/>
                </a:stretch>
              </p:blipFill>
              <p:spPr>
                <a:xfrm>
                  <a:off x="6266756" y="2677990"/>
                  <a:ext cx="16056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459">
              <p14:nvContentPartPr>
                <p14:cNvPr id="261" name="Ink 260">
                  <a:extLst>
                    <a:ext uri="{FF2B5EF4-FFF2-40B4-BE49-F238E27FC236}">
                      <a16:creationId xmlns:a16="http://schemas.microsoft.com/office/drawing/2014/main" id="{39C5285D-F97C-A34C-CCF7-1BBE9A9B5026}"/>
                    </a:ext>
                  </a:extLst>
                </p14:cNvPr>
                <p14:cNvContentPartPr/>
                <p14:nvPr/>
              </p14:nvContentPartPr>
              <p14:xfrm>
                <a:off x="6475916" y="2782390"/>
                <a:ext cx="106200" cy="94320"/>
              </p14:xfrm>
            </p:contentPart>
          </mc:Choice>
          <mc:Fallback xmlns="">
            <p:pic>
              <p:nvPicPr>
                <p:cNvPr id="261" name="Ink 260">
                  <a:extLst>
                    <a:ext uri="{FF2B5EF4-FFF2-40B4-BE49-F238E27FC236}">
                      <a16:creationId xmlns:a16="http://schemas.microsoft.com/office/drawing/2014/main" id="{39C5285D-F97C-A34C-CCF7-1BBE9A9B5026}"/>
                    </a:ext>
                  </a:extLst>
                </p:cNvPr>
                <p:cNvPicPr/>
                <p:nvPr/>
              </p:nvPicPr>
              <p:blipFill>
                <a:blip r:embed="rId460"/>
                <a:stretch>
                  <a:fillRect/>
                </a:stretch>
              </p:blipFill>
              <p:spPr>
                <a:xfrm>
                  <a:off x="6466916" y="2773390"/>
                  <a:ext cx="12384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461">
              <p14:nvContentPartPr>
                <p14:cNvPr id="263" name="Ink 262">
                  <a:extLst>
                    <a:ext uri="{FF2B5EF4-FFF2-40B4-BE49-F238E27FC236}">
                      <a16:creationId xmlns:a16="http://schemas.microsoft.com/office/drawing/2014/main" id="{1E2D1AA7-F758-10C3-FDE6-B624A07A63AA}"/>
                    </a:ext>
                  </a:extLst>
                </p14:cNvPr>
                <p14:cNvContentPartPr/>
                <p14:nvPr/>
              </p14:nvContentPartPr>
              <p14:xfrm>
                <a:off x="4452356" y="3055990"/>
                <a:ext cx="16560" cy="110520"/>
              </p14:xfrm>
            </p:contentPart>
          </mc:Choice>
          <mc:Fallback xmlns="">
            <p:pic>
              <p:nvPicPr>
                <p:cNvPr id="263" name="Ink 262">
                  <a:extLst>
                    <a:ext uri="{FF2B5EF4-FFF2-40B4-BE49-F238E27FC236}">
                      <a16:creationId xmlns:a16="http://schemas.microsoft.com/office/drawing/2014/main" id="{1E2D1AA7-F758-10C3-FDE6-B624A07A63AA}"/>
                    </a:ext>
                  </a:extLst>
                </p:cNvPr>
                <p:cNvPicPr/>
                <p:nvPr/>
              </p:nvPicPr>
              <p:blipFill>
                <a:blip r:embed="rId462"/>
                <a:stretch>
                  <a:fillRect/>
                </a:stretch>
              </p:blipFill>
              <p:spPr>
                <a:xfrm>
                  <a:off x="4443356" y="3047350"/>
                  <a:ext cx="3420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463">
              <p14:nvContentPartPr>
                <p14:cNvPr id="264" name="Ink 263">
                  <a:extLst>
                    <a:ext uri="{FF2B5EF4-FFF2-40B4-BE49-F238E27FC236}">
                      <a16:creationId xmlns:a16="http://schemas.microsoft.com/office/drawing/2014/main" id="{3781FA67-251F-F339-74E6-AAA9F3BAE17E}"/>
                    </a:ext>
                  </a:extLst>
                </p14:cNvPr>
                <p14:cNvContentPartPr/>
                <p14:nvPr/>
              </p14:nvContentPartPr>
              <p14:xfrm>
                <a:off x="4367396" y="2955190"/>
                <a:ext cx="227520" cy="204480"/>
              </p14:xfrm>
            </p:contentPart>
          </mc:Choice>
          <mc:Fallback xmlns="">
            <p:pic>
              <p:nvPicPr>
                <p:cNvPr id="264" name="Ink 263">
                  <a:extLst>
                    <a:ext uri="{FF2B5EF4-FFF2-40B4-BE49-F238E27FC236}">
                      <a16:creationId xmlns:a16="http://schemas.microsoft.com/office/drawing/2014/main" id="{3781FA67-251F-F339-74E6-AAA9F3BAE17E}"/>
                    </a:ext>
                  </a:extLst>
                </p:cNvPr>
                <p:cNvPicPr/>
                <p:nvPr/>
              </p:nvPicPr>
              <p:blipFill>
                <a:blip r:embed="rId464"/>
                <a:stretch>
                  <a:fillRect/>
                </a:stretch>
              </p:blipFill>
              <p:spPr>
                <a:xfrm>
                  <a:off x="4358756" y="2946550"/>
                  <a:ext cx="245160" cy="222120"/>
                </a:xfrm>
                <a:prstGeom prst="rect">
                  <a:avLst/>
                </a:prstGeom>
              </p:spPr>
            </p:pic>
          </mc:Fallback>
        </mc:AlternateContent>
        <mc:AlternateContent xmlns:mc="http://schemas.openxmlformats.org/markup-compatibility/2006" xmlns:p14="http://schemas.microsoft.com/office/powerpoint/2010/main">
          <mc:Choice Requires="p14">
            <p:contentPart p14:bwMode="auto" r:id="rId465">
              <p14:nvContentPartPr>
                <p14:cNvPr id="265" name="Ink 264">
                  <a:extLst>
                    <a:ext uri="{FF2B5EF4-FFF2-40B4-BE49-F238E27FC236}">
                      <a16:creationId xmlns:a16="http://schemas.microsoft.com/office/drawing/2014/main" id="{54879D78-31DF-AF3C-148A-1D8D89A0B8BF}"/>
                    </a:ext>
                  </a:extLst>
                </p14:cNvPr>
                <p14:cNvContentPartPr/>
                <p14:nvPr/>
              </p14:nvContentPartPr>
              <p14:xfrm>
                <a:off x="4648916" y="3060310"/>
                <a:ext cx="83160" cy="139680"/>
              </p14:xfrm>
            </p:contentPart>
          </mc:Choice>
          <mc:Fallback xmlns="">
            <p:pic>
              <p:nvPicPr>
                <p:cNvPr id="265" name="Ink 264">
                  <a:extLst>
                    <a:ext uri="{FF2B5EF4-FFF2-40B4-BE49-F238E27FC236}">
                      <a16:creationId xmlns:a16="http://schemas.microsoft.com/office/drawing/2014/main" id="{54879D78-31DF-AF3C-148A-1D8D89A0B8BF}"/>
                    </a:ext>
                  </a:extLst>
                </p:cNvPr>
                <p:cNvPicPr/>
                <p:nvPr/>
              </p:nvPicPr>
              <p:blipFill>
                <a:blip r:embed="rId466"/>
                <a:stretch>
                  <a:fillRect/>
                </a:stretch>
              </p:blipFill>
              <p:spPr>
                <a:xfrm>
                  <a:off x="4639916" y="3051310"/>
                  <a:ext cx="100800" cy="157320"/>
                </a:xfrm>
                <a:prstGeom prst="rect">
                  <a:avLst/>
                </a:prstGeom>
              </p:spPr>
            </p:pic>
          </mc:Fallback>
        </mc:AlternateContent>
        <mc:AlternateContent xmlns:mc="http://schemas.openxmlformats.org/markup-compatibility/2006" xmlns:p14="http://schemas.microsoft.com/office/powerpoint/2010/main">
          <mc:Choice Requires="p14">
            <p:contentPart p14:bwMode="auto" r:id="rId467">
              <p14:nvContentPartPr>
                <p14:cNvPr id="266" name="Ink 265">
                  <a:extLst>
                    <a:ext uri="{FF2B5EF4-FFF2-40B4-BE49-F238E27FC236}">
                      <a16:creationId xmlns:a16="http://schemas.microsoft.com/office/drawing/2014/main" id="{74806EEF-FDE8-5BD6-BAE3-ABDE05252942}"/>
                    </a:ext>
                  </a:extLst>
                </p14:cNvPr>
                <p14:cNvContentPartPr/>
                <p14:nvPr/>
              </p14:nvContentPartPr>
              <p14:xfrm>
                <a:off x="4760156" y="2978950"/>
                <a:ext cx="146520" cy="186480"/>
              </p14:xfrm>
            </p:contentPart>
          </mc:Choice>
          <mc:Fallback xmlns="">
            <p:pic>
              <p:nvPicPr>
                <p:cNvPr id="266" name="Ink 265">
                  <a:extLst>
                    <a:ext uri="{FF2B5EF4-FFF2-40B4-BE49-F238E27FC236}">
                      <a16:creationId xmlns:a16="http://schemas.microsoft.com/office/drawing/2014/main" id="{74806EEF-FDE8-5BD6-BAE3-ABDE05252942}"/>
                    </a:ext>
                  </a:extLst>
                </p:cNvPr>
                <p:cNvPicPr/>
                <p:nvPr/>
              </p:nvPicPr>
              <p:blipFill>
                <a:blip r:embed="rId468"/>
                <a:stretch>
                  <a:fillRect/>
                </a:stretch>
              </p:blipFill>
              <p:spPr>
                <a:xfrm>
                  <a:off x="4751156" y="2970310"/>
                  <a:ext cx="16416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469">
              <p14:nvContentPartPr>
                <p14:cNvPr id="267" name="Ink 266">
                  <a:extLst>
                    <a:ext uri="{FF2B5EF4-FFF2-40B4-BE49-F238E27FC236}">
                      <a16:creationId xmlns:a16="http://schemas.microsoft.com/office/drawing/2014/main" id="{D7DEF86F-8C28-895A-AC8D-DE18FEA3516C}"/>
                    </a:ext>
                  </a:extLst>
                </p14:cNvPr>
                <p14:cNvContentPartPr/>
                <p14:nvPr/>
              </p14:nvContentPartPr>
              <p14:xfrm>
                <a:off x="4944836" y="3061750"/>
                <a:ext cx="84960" cy="83880"/>
              </p14:xfrm>
            </p:contentPart>
          </mc:Choice>
          <mc:Fallback xmlns="">
            <p:pic>
              <p:nvPicPr>
                <p:cNvPr id="267" name="Ink 266">
                  <a:extLst>
                    <a:ext uri="{FF2B5EF4-FFF2-40B4-BE49-F238E27FC236}">
                      <a16:creationId xmlns:a16="http://schemas.microsoft.com/office/drawing/2014/main" id="{D7DEF86F-8C28-895A-AC8D-DE18FEA3516C}"/>
                    </a:ext>
                  </a:extLst>
                </p:cNvPr>
                <p:cNvPicPr/>
                <p:nvPr/>
              </p:nvPicPr>
              <p:blipFill>
                <a:blip r:embed="rId470"/>
                <a:stretch>
                  <a:fillRect/>
                </a:stretch>
              </p:blipFill>
              <p:spPr>
                <a:xfrm>
                  <a:off x="4936196" y="3052750"/>
                  <a:ext cx="102600" cy="101520"/>
                </a:xfrm>
                <a:prstGeom prst="rect">
                  <a:avLst/>
                </a:prstGeom>
              </p:spPr>
            </p:pic>
          </mc:Fallback>
        </mc:AlternateContent>
        <mc:AlternateContent xmlns:mc="http://schemas.openxmlformats.org/markup-compatibility/2006" xmlns:p14="http://schemas.microsoft.com/office/powerpoint/2010/main">
          <mc:Choice Requires="p14">
            <p:contentPart p14:bwMode="auto" r:id="rId471">
              <p14:nvContentPartPr>
                <p14:cNvPr id="268" name="Ink 267">
                  <a:extLst>
                    <a:ext uri="{FF2B5EF4-FFF2-40B4-BE49-F238E27FC236}">
                      <a16:creationId xmlns:a16="http://schemas.microsoft.com/office/drawing/2014/main" id="{5CD7A3C4-B186-B833-B752-BD99B8293695}"/>
                    </a:ext>
                  </a:extLst>
                </p14:cNvPr>
                <p14:cNvContentPartPr/>
                <p14:nvPr/>
              </p14:nvContentPartPr>
              <p14:xfrm>
                <a:off x="5068676" y="3025030"/>
                <a:ext cx="345240" cy="127800"/>
              </p14:xfrm>
            </p:contentPart>
          </mc:Choice>
          <mc:Fallback xmlns="">
            <p:pic>
              <p:nvPicPr>
                <p:cNvPr id="268" name="Ink 267">
                  <a:extLst>
                    <a:ext uri="{FF2B5EF4-FFF2-40B4-BE49-F238E27FC236}">
                      <a16:creationId xmlns:a16="http://schemas.microsoft.com/office/drawing/2014/main" id="{5CD7A3C4-B186-B833-B752-BD99B8293695}"/>
                    </a:ext>
                  </a:extLst>
                </p:cNvPr>
                <p:cNvPicPr/>
                <p:nvPr/>
              </p:nvPicPr>
              <p:blipFill>
                <a:blip r:embed="rId472"/>
                <a:stretch>
                  <a:fillRect/>
                </a:stretch>
              </p:blipFill>
              <p:spPr>
                <a:xfrm>
                  <a:off x="5059676" y="3016030"/>
                  <a:ext cx="3628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473">
              <p14:nvContentPartPr>
                <p14:cNvPr id="269" name="Ink 268">
                  <a:extLst>
                    <a:ext uri="{FF2B5EF4-FFF2-40B4-BE49-F238E27FC236}">
                      <a16:creationId xmlns:a16="http://schemas.microsoft.com/office/drawing/2014/main" id="{A941FF39-C324-EFDD-3D44-E6CBE5ADF790}"/>
                    </a:ext>
                  </a:extLst>
                </p14:cNvPr>
                <p14:cNvContentPartPr/>
                <p14:nvPr/>
              </p14:nvContentPartPr>
              <p14:xfrm>
                <a:off x="5434796" y="2971390"/>
                <a:ext cx="66960" cy="128520"/>
              </p14:xfrm>
            </p:contentPart>
          </mc:Choice>
          <mc:Fallback xmlns="">
            <p:pic>
              <p:nvPicPr>
                <p:cNvPr id="269" name="Ink 268">
                  <a:extLst>
                    <a:ext uri="{FF2B5EF4-FFF2-40B4-BE49-F238E27FC236}">
                      <a16:creationId xmlns:a16="http://schemas.microsoft.com/office/drawing/2014/main" id="{A941FF39-C324-EFDD-3D44-E6CBE5ADF790}"/>
                    </a:ext>
                  </a:extLst>
                </p:cNvPr>
                <p:cNvPicPr/>
                <p:nvPr/>
              </p:nvPicPr>
              <p:blipFill>
                <a:blip r:embed="rId474"/>
                <a:stretch>
                  <a:fillRect/>
                </a:stretch>
              </p:blipFill>
              <p:spPr>
                <a:xfrm>
                  <a:off x="5426156" y="2962750"/>
                  <a:ext cx="84600" cy="146160"/>
                </a:xfrm>
                <a:prstGeom prst="rect">
                  <a:avLst/>
                </a:prstGeom>
              </p:spPr>
            </p:pic>
          </mc:Fallback>
        </mc:AlternateContent>
        <mc:AlternateContent xmlns:mc="http://schemas.openxmlformats.org/markup-compatibility/2006" xmlns:p14="http://schemas.microsoft.com/office/powerpoint/2010/main">
          <mc:Choice Requires="p14">
            <p:contentPart p14:bwMode="auto" r:id="rId475">
              <p14:nvContentPartPr>
                <p14:cNvPr id="270" name="Ink 269">
                  <a:extLst>
                    <a:ext uri="{FF2B5EF4-FFF2-40B4-BE49-F238E27FC236}">
                      <a16:creationId xmlns:a16="http://schemas.microsoft.com/office/drawing/2014/main" id="{D61D665C-E77E-51E3-466A-D69EA50FC725}"/>
                    </a:ext>
                  </a:extLst>
                </p14:cNvPr>
                <p14:cNvContentPartPr/>
                <p14:nvPr/>
              </p14:nvContentPartPr>
              <p14:xfrm>
                <a:off x="5440196" y="3057790"/>
                <a:ext cx="212040" cy="121680"/>
              </p14:xfrm>
            </p:contentPart>
          </mc:Choice>
          <mc:Fallback xmlns="">
            <p:pic>
              <p:nvPicPr>
                <p:cNvPr id="270" name="Ink 269">
                  <a:extLst>
                    <a:ext uri="{FF2B5EF4-FFF2-40B4-BE49-F238E27FC236}">
                      <a16:creationId xmlns:a16="http://schemas.microsoft.com/office/drawing/2014/main" id="{D61D665C-E77E-51E3-466A-D69EA50FC725}"/>
                    </a:ext>
                  </a:extLst>
                </p:cNvPr>
                <p:cNvPicPr/>
                <p:nvPr/>
              </p:nvPicPr>
              <p:blipFill>
                <a:blip r:embed="rId476"/>
                <a:stretch>
                  <a:fillRect/>
                </a:stretch>
              </p:blipFill>
              <p:spPr>
                <a:xfrm>
                  <a:off x="5431196" y="3048790"/>
                  <a:ext cx="22968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477">
              <p14:nvContentPartPr>
                <p14:cNvPr id="272" name="Ink 271">
                  <a:extLst>
                    <a:ext uri="{FF2B5EF4-FFF2-40B4-BE49-F238E27FC236}">
                      <a16:creationId xmlns:a16="http://schemas.microsoft.com/office/drawing/2014/main" id="{82A036EA-5974-7E5D-C265-F6E55E75AB6D}"/>
                    </a:ext>
                  </a:extLst>
                </p14:cNvPr>
                <p14:cNvContentPartPr/>
                <p14:nvPr/>
              </p14:nvContentPartPr>
              <p14:xfrm>
                <a:off x="5863196" y="3084070"/>
                <a:ext cx="201960" cy="82080"/>
              </p14:xfrm>
            </p:contentPart>
          </mc:Choice>
          <mc:Fallback xmlns="">
            <p:pic>
              <p:nvPicPr>
                <p:cNvPr id="272" name="Ink 271">
                  <a:extLst>
                    <a:ext uri="{FF2B5EF4-FFF2-40B4-BE49-F238E27FC236}">
                      <a16:creationId xmlns:a16="http://schemas.microsoft.com/office/drawing/2014/main" id="{82A036EA-5974-7E5D-C265-F6E55E75AB6D}"/>
                    </a:ext>
                  </a:extLst>
                </p:cNvPr>
                <p:cNvPicPr/>
                <p:nvPr/>
              </p:nvPicPr>
              <p:blipFill>
                <a:blip r:embed="rId478"/>
                <a:stretch>
                  <a:fillRect/>
                </a:stretch>
              </p:blipFill>
              <p:spPr>
                <a:xfrm>
                  <a:off x="5854556" y="3075430"/>
                  <a:ext cx="21960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479">
              <p14:nvContentPartPr>
                <p14:cNvPr id="273" name="Ink 272">
                  <a:extLst>
                    <a:ext uri="{FF2B5EF4-FFF2-40B4-BE49-F238E27FC236}">
                      <a16:creationId xmlns:a16="http://schemas.microsoft.com/office/drawing/2014/main" id="{383C0E0A-4443-31D5-D9B9-8BF65567C3B8}"/>
                    </a:ext>
                  </a:extLst>
                </p14:cNvPr>
                <p14:cNvContentPartPr/>
                <p14:nvPr/>
              </p14:nvContentPartPr>
              <p14:xfrm>
                <a:off x="6130676" y="2947990"/>
                <a:ext cx="77760" cy="212040"/>
              </p14:xfrm>
            </p:contentPart>
          </mc:Choice>
          <mc:Fallback xmlns="">
            <p:pic>
              <p:nvPicPr>
                <p:cNvPr id="273" name="Ink 272">
                  <a:extLst>
                    <a:ext uri="{FF2B5EF4-FFF2-40B4-BE49-F238E27FC236}">
                      <a16:creationId xmlns:a16="http://schemas.microsoft.com/office/drawing/2014/main" id="{383C0E0A-4443-31D5-D9B9-8BF65567C3B8}"/>
                    </a:ext>
                  </a:extLst>
                </p:cNvPr>
                <p:cNvPicPr/>
                <p:nvPr/>
              </p:nvPicPr>
              <p:blipFill>
                <a:blip r:embed="rId480"/>
                <a:stretch>
                  <a:fillRect/>
                </a:stretch>
              </p:blipFill>
              <p:spPr>
                <a:xfrm>
                  <a:off x="6122036" y="2939350"/>
                  <a:ext cx="9540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481">
              <p14:nvContentPartPr>
                <p14:cNvPr id="274" name="Ink 273">
                  <a:extLst>
                    <a:ext uri="{FF2B5EF4-FFF2-40B4-BE49-F238E27FC236}">
                      <a16:creationId xmlns:a16="http://schemas.microsoft.com/office/drawing/2014/main" id="{560AD64E-386A-F518-4FDA-88F8E225CAC0}"/>
                    </a:ext>
                  </a:extLst>
                </p14:cNvPr>
                <p14:cNvContentPartPr/>
                <p14:nvPr/>
              </p14:nvContentPartPr>
              <p14:xfrm>
                <a:off x="4398716" y="3289990"/>
                <a:ext cx="110880" cy="208800"/>
              </p14:xfrm>
            </p:contentPart>
          </mc:Choice>
          <mc:Fallback xmlns="">
            <p:pic>
              <p:nvPicPr>
                <p:cNvPr id="274" name="Ink 273">
                  <a:extLst>
                    <a:ext uri="{FF2B5EF4-FFF2-40B4-BE49-F238E27FC236}">
                      <a16:creationId xmlns:a16="http://schemas.microsoft.com/office/drawing/2014/main" id="{560AD64E-386A-F518-4FDA-88F8E225CAC0}"/>
                    </a:ext>
                  </a:extLst>
                </p:cNvPr>
                <p:cNvPicPr/>
                <p:nvPr/>
              </p:nvPicPr>
              <p:blipFill>
                <a:blip r:embed="rId482"/>
                <a:stretch>
                  <a:fillRect/>
                </a:stretch>
              </p:blipFill>
              <p:spPr>
                <a:xfrm>
                  <a:off x="4390076" y="3281350"/>
                  <a:ext cx="12852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483">
              <p14:nvContentPartPr>
                <p14:cNvPr id="275" name="Ink 274">
                  <a:extLst>
                    <a:ext uri="{FF2B5EF4-FFF2-40B4-BE49-F238E27FC236}">
                      <a16:creationId xmlns:a16="http://schemas.microsoft.com/office/drawing/2014/main" id="{78467CBF-8501-206B-EBA6-2EC4B2FD9870}"/>
                    </a:ext>
                  </a:extLst>
                </p14:cNvPr>
                <p14:cNvContentPartPr/>
                <p14:nvPr/>
              </p14:nvContentPartPr>
              <p14:xfrm>
                <a:off x="4506716" y="3265150"/>
                <a:ext cx="76320" cy="187200"/>
              </p14:xfrm>
            </p:contentPart>
          </mc:Choice>
          <mc:Fallback xmlns="">
            <p:pic>
              <p:nvPicPr>
                <p:cNvPr id="275" name="Ink 274">
                  <a:extLst>
                    <a:ext uri="{FF2B5EF4-FFF2-40B4-BE49-F238E27FC236}">
                      <a16:creationId xmlns:a16="http://schemas.microsoft.com/office/drawing/2014/main" id="{78467CBF-8501-206B-EBA6-2EC4B2FD9870}"/>
                    </a:ext>
                  </a:extLst>
                </p:cNvPr>
                <p:cNvPicPr/>
                <p:nvPr/>
              </p:nvPicPr>
              <p:blipFill>
                <a:blip r:embed="rId484"/>
                <a:stretch>
                  <a:fillRect/>
                </a:stretch>
              </p:blipFill>
              <p:spPr>
                <a:xfrm>
                  <a:off x="4498076" y="3256150"/>
                  <a:ext cx="9396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485">
              <p14:nvContentPartPr>
                <p14:cNvPr id="276" name="Ink 275">
                  <a:extLst>
                    <a:ext uri="{FF2B5EF4-FFF2-40B4-BE49-F238E27FC236}">
                      <a16:creationId xmlns:a16="http://schemas.microsoft.com/office/drawing/2014/main" id="{A124CCF8-39E8-6616-99C4-940C6514E202}"/>
                    </a:ext>
                  </a:extLst>
                </p14:cNvPr>
                <p14:cNvContentPartPr/>
                <p14:nvPr/>
              </p14:nvContentPartPr>
              <p14:xfrm>
                <a:off x="4641716" y="3333550"/>
                <a:ext cx="258840" cy="204840"/>
              </p14:xfrm>
            </p:contentPart>
          </mc:Choice>
          <mc:Fallback xmlns="">
            <p:pic>
              <p:nvPicPr>
                <p:cNvPr id="276" name="Ink 275">
                  <a:extLst>
                    <a:ext uri="{FF2B5EF4-FFF2-40B4-BE49-F238E27FC236}">
                      <a16:creationId xmlns:a16="http://schemas.microsoft.com/office/drawing/2014/main" id="{A124CCF8-39E8-6616-99C4-940C6514E202}"/>
                    </a:ext>
                  </a:extLst>
                </p:cNvPr>
                <p:cNvPicPr/>
                <p:nvPr/>
              </p:nvPicPr>
              <p:blipFill>
                <a:blip r:embed="rId486"/>
                <a:stretch>
                  <a:fillRect/>
                </a:stretch>
              </p:blipFill>
              <p:spPr>
                <a:xfrm>
                  <a:off x="4632716" y="3324550"/>
                  <a:ext cx="27648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487">
              <p14:nvContentPartPr>
                <p14:cNvPr id="277" name="Ink 276">
                  <a:extLst>
                    <a:ext uri="{FF2B5EF4-FFF2-40B4-BE49-F238E27FC236}">
                      <a16:creationId xmlns:a16="http://schemas.microsoft.com/office/drawing/2014/main" id="{3A38EEDF-572C-3F8D-1F21-1C6A3D2E9ADC}"/>
                    </a:ext>
                  </a:extLst>
                </p14:cNvPr>
                <p14:cNvContentPartPr/>
                <p14:nvPr/>
              </p14:nvContentPartPr>
              <p14:xfrm>
                <a:off x="4917836" y="3248230"/>
                <a:ext cx="51120" cy="212760"/>
              </p14:xfrm>
            </p:contentPart>
          </mc:Choice>
          <mc:Fallback xmlns="">
            <p:pic>
              <p:nvPicPr>
                <p:cNvPr id="277" name="Ink 276">
                  <a:extLst>
                    <a:ext uri="{FF2B5EF4-FFF2-40B4-BE49-F238E27FC236}">
                      <a16:creationId xmlns:a16="http://schemas.microsoft.com/office/drawing/2014/main" id="{3A38EEDF-572C-3F8D-1F21-1C6A3D2E9ADC}"/>
                    </a:ext>
                  </a:extLst>
                </p:cNvPr>
                <p:cNvPicPr/>
                <p:nvPr/>
              </p:nvPicPr>
              <p:blipFill>
                <a:blip r:embed="rId488"/>
                <a:stretch>
                  <a:fillRect/>
                </a:stretch>
              </p:blipFill>
              <p:spPr>
                <a:xfrm>
                  <a:off x="4908836" y="3239230"/>
                  <a:ext cx="6876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489">
              <p14:nvContentPartPr>
                <p14:cNvPr id="278" name="Ink 277">
                  <a:extLst>
                    <a:ext uri="{FF2B5EF4-FFF2-40B4-BE49-F238E27FC236}">
                      <a16:creationId xmlns:a16="http://schemas.microsoft.com/office/drawing/2014/main" id="{70BAFB24-61B1-2079-1C9E-C43CA744EEBE}"/>
                    </a:ext>
                  </a:extLst>
                </p14:cNvPr>
                <p14:cNvContentPartPr/>
                <p14:nvPr/>
              </p14:nvContentPartPr>
              <p14:xfrm>
                <a:off x="4988756" y="3331030"/>
                <a:ext cx="126360" cy="126720"/>
              </p14:xfrm>
            </p:contentPart>
          </mc:Choice>
          <mc:Fallback xmlns="">
            <p:pic>
              <p:nvPicPr>
                <p:cNvPr id="278" name="Ink 277">
                  <a:extLst>
                    <a:ext uri="{FF2B5EF4-FFF2-40B4-BE49-F238E27FC236}">
                      <a16:creationId xmlns:a16="http://schemas.microsoft.com/office/drawing/2014/main" id="{70BAFB24-61B1-2079-1C9E-C43CA744EEBE}"/>
                    </a:ext>
                  </a:extLst>
                </p:cNvPr>
                <p:cNvPicPr/>
                <p:nvPr/>
              </p:nvPicPr>
              <p:blipFill>
                <a:blip r:embed="rId490"/>
                <a:stretch>
                  <a:fillRect/>
                </a:stretch>
              </p:blipFill>
              <p:spPr>
                <a:xfrm>
                  <a:off x="4979756" y="3322390"/>
                  <a:ext cx="14400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491">
              <p14:nvContentPartPr>
                <p14:cNvPr id="279" name="Ink 278">
                  <a:extLst>
                    <a:ext uri="{FF2B5EF4-FFF2-40B4-BE49-F238E27FC236}">
                      <a16:creationId xmlns:a16="http://schemas.microsoft.com/office/drawing/2014/main" id="{393CC3CE-EC61-C08B-E9EC-FD01474BE3F1}"/>
                    </a:ext>
                  </a:extLst>
                </p14:cNvPr>
                <p14:cNvContentPartPr/>
                <p14:nvPr/>
              </p14:nvContentPartPr>
              <p14:xfrm>
                <a:off x="5275676" y="3336070"/>
                <a:ext cx="71280" cy="131040"/>
              </p14:xfrm>
            </p:contentPart>
          </mc:Choice>
          <mc:Fallback xmlns="">
            <p:pic>
              <p:nvPicPr>
                <p:cNvPr id="279" name="Ink 278">
                  <a:extLst>
                    <a:ext uri="{FF2B5EF4-FFF2-40B4-BE49-F238E27FC236}">
                      <a16:creationId xmlns:a16="http://schemas.microsoft.com/office/drawing/2014/main" id="{393CC3CE-EC61-C08B-E9EC-FD01474BE3F1}"/>
                    </a:ext>
                  </a:extLst>
                </p:cNvPr>
                <p:cNvPicPr/>
                <p:nvPr/>
              </p:nvPicPr>
              <p:blipFill>
                <a:blip r:embed="rId492"/>
                <a:stretch>
                  <a:fillRect/>
                </a:stretch>
              </p:blipFill>
              <p:spPr>
                <a:xfrm>
                  <a:off x="5267036" y="3327070"/>
                  <a:ext cx="8892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493">
              <p14:nvContentPartPr>
                <p14:cNvPr id="280" name="Ink 279">
                  <a:extLst>
                    <a:ext uri="{FF2B5EF4-FFF2-40B4-BE49-F238E27FC236}">
                      <a16:creationId xmlns:a16="http://schemas.microsoft.com/office/drawing/2014/main" id="{2B72B4D8-589D-316E-865E-521FD26969B1}"/>
                    </a:ext>
                  </a:extLst>
                </p14:cNvPr>
                <p14:cNvContentPartPr/>
                <p14:nvPr/>
              </p14:nvContentPartPr>
              <p14:xfrm>
                <a:off x="5371076" y="3184150"/>
                <a:ext cx="162720" cy="274680"/>
              </p14:xfrm>
            </p:contentPart>
          </mc:Choice>
          <mc:Fallback xmlns="">
            <p:pic>
              <p:nvPicPr>
                <p:cNvPr id="280" name="Ink 279">
                  <a:extLst>
                    <a:ext uri="{FF2B5EF4-FFF2-40B4-BE49-F238E27FC236}">
                      <a16:creationId xmlns:a16="http://schemas.microsoft.com/office/drawing/2014/main" id="{2B72B4D8-589D-316E-865E-521FD26969B1}"/>
                    </a:ext>
                  </a:extLst>
                </p:cNvPr>
                <p:cNvPicPr/>
                <p:nvPr/>
              </p:nvPicPr>
              <p:blipFill>
                <a:blip r:embed="rId494"/>
                <a:stretch>
                  <a:fillRect/>
                </a:stretch>
              </p:blipFill>
              <p:spPr>
                <a:xfrm>
                  <a:off x="5362436" y="3175150"/>
                  <a:ext cx="18036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495">
              <p14:nvContentPartPr>
                <p14:cNvPr id="281" name="Ink 280">
                  <a:extLst>
                    <a:ext uri="{FF2B5EF4-FFF2-40B4-BE49-F238E27FC236}">
                      <a16:creationId xmlns:a16="http://schemas.microsoft.com/office/drawing/2014/main" id="{E0C0228F-81C5-C796-30EA-FC888713046F}"/>
                    </a:ext>
                  </a:extLst>
                </p14:cNvPr>
                <p14:cNvContentPartPr/>
                <p14:nvPr/>
              </p14:nvContentPartPr>
              <p14:xfrm>
                <a:off x="5530916" y="3382870"/>
                <a:ext cx="85680" cy="58320"/>
              </p14:xfrm>
            </p:contentPart>
          </mc:Choice>
          <mc:Fallback xmlns="">
            <p:pic>
              <p:nvPicPr>
                <p:cNvPr id="281" name="Ink 280">
                  <a:extLst>
                    <a:ext uri="{FF2B5EF4-FFF2-40B4-BE49-F238E27FC236}">
                      <a16:creationId xmlns:a16="http://schemas.microsoft.com/office/drawing/2014/main" id="{E0C0228F-81C5-C796-30EA-FC888713046F}"/>
                    </a:ext>
                  </a:extLst>
                </p:cNvPr>
                <p:cNvPicPr/>
                <p:nvPr/>
              </p:nvPicPr>
              <p:blipFill>
                <a:blip r:embed="rId496"/>
                <a:stretch>
                  <a:fillRect/>
                </a:stretch>
              </p:blipFill>
              <p:spPr>
                <a:xfrm>
                  <a:off x="5522276" y="3374230"/>
                  <a:ext cx="10332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497">
              <p14:nvContentPartPr>
                <p14:cNvPr id="282" name="Ink 281">
                  <a:extLst>
                    <a:ext uri="{FF2B5EF4-FFF2-40B4-BE49-F238E27FC236}">
                      <a16:creationId xmlns:a16="http://schemas.microsoft.com/office/drawing/2014/main" id="{E12D5762-9D4C-9CA3-3CDB-8F280151B479}"/>
                    </a:ext>
                  </a:extLst>
                </p14:cNvPr>
                <p14:cNvContentPartPr/>
                <p14:nvPr/>
              </p14:nvContentPartPr>
              <p14:xfrm>
                <a:off x="5638556" y="3257950"/>
                <a:ext cx="182160" cy="201960"/>
              </p14:xfrm>
            </p:contentPart>
          </mc:Choice>
          <mc:Fallback xmlns="">
            <p:pic>
              <p:nvPicPr>
                <p:cNvPr id="282" name="Ink 281">
                  <a:extLst>
                    <a:ext uri="{FF2B5EF4-FFF2-40B4-BE49-F238E27FC236}">
                      <a16:creationId xmlns:a16="http://schemas.microsoft.com/office/drawing/2014/main" id="{E12D5762-9D4C-9CA3-3CDB-8F280151B479}"/>
                    </a:ext>
                  </a:extLst>
                </p:cNvPr>
                <p:cNvPicPr/>
                <p:nvPr/>
              </p:nvPicPr>
              <p:blipFill>
                <a:blip r:embed="rId498"/>
                <a:stretch>
                  <a:fillRect/>
                </a:stretch>
              </p:blipFill>
              <p:spPr>
                <a:xfrm>
                  <a:off x="5629916" y="3249310"/>
                  <a:ext cx="19980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499">
              <p14:nvContentPartPr>
                <p14:cNvPr id="283" name="Ink 282">
                  <a:extLst>
                    <a:ext uri="{FF2B5EF4-FFF2-40B4-BE49-F238E27FC236}">
                      <a16:creationId xmlns:a16="http://schemas.microsoft.com/office/drawing/2014/main" id="{42C31508-8589-70D4-732B-05F8339DFEA2}"/>
                    </a:ext>
                  </a:extLst>
                </p14:cNvPr>
                <p14:cNvContentPartPr/>
                <p14:nvPr/>
              </p14:nvContentPartPr>
              <p14:xfrm>
                <a:off x="5866436" y="3324550"/>
                <a:ext cx="187200" cy="158760"/>
              </p14:xfrm>
            </p:contentPart>
          </mc:Choice>
          <mc:Fallback xmlns="">
            <p:pic>
              <p:nvPicPr>
                <p:cNvPr id="283" name="Ink 282">
                  <a:extLst>
                    <a:ext uri="{FF2B5EF4-FFF2-40B4-BE49-F238E27FC236}">
                      <a16:creationId xmlns:a16="http://schemas.microsoft.com/office/drawing/2014/main" id="{42C31508-8589-70D4-732B-05F8339DFEA2}"/>
                    </a:ext>
                  </a:extLst>
                </p:cNvPr>
                <p:cNvPicPr/>
                <p:nvPr/>
              </p:nvPicPr>
              <p:blipFill>
                <a:blip r:embed="rId500"/>
                <a:stretch>
                  <a:fillRect/>
                </a:stretch>
              </p:blipFill>
              <p:spPr>
                <a:xfrm>
                  <a:off x="5857436" y="3315550"/>
                  <a:ext cx="204840" cy="176400"/>
                </a:xfrm>
                <a:prstGeom prst="rect">
                  <a:avLst/>
                </a:prstGeom>
              </p:spPr>
            </p:pic>
          </mc:Fallback>
        </mc:AlternateContent>
      </p:grpSp>
    </p:spTree>
    <p:extLst>
      <p:ext uri="{BB962C8B-B14F-4D97-AF65-F5344CB8AC3E}">
        <p14:creationId xmlns:p14="http://schemas.microsoft.com/office/powerpoint/2010/main" val="46746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E3FD92-DDE1-C661-2C00-D42EF630BC6B}"/>
              </a:ext>
            </a:extLst>
          </p:cNvPr>
          <p:cNvSpPr>
            <a:spLocks noGrp="1"/>
          </p:cNvSpPr>
          <p:nvPr>
            <p:ph type="title"/>
          </p:nvPr>
        </p:nvSpPr>
        <p:spPr>
          <a:xfrm>
            <a:off x="630936" y="639520"/>
            <a:ext cx="3429000" cy="1719072"/>
          </a:xfrm>
        </p:spPr>
        <p:txBody>
          <a:bodyPr anchor="b">
            <a:normAutofit/>
          </a:bodyPr>
          <a:lstStyle/>
          <a:p>
            <a:r>
              <a:rPr lang="en-AU" sz="5000"/>
              <a:t>10-minute mini-lessons</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B26DC19-ECDF-FE1C-C034-B0849BD4EB9F}"/>
              </a:ext>
            </a:extLst>
          </p:cNvPr>
          <p:cNvSpPr>
            <a:spLocks noGrp="1"/>
          </p:cNvSpPr>
          <p:nvPr>
            <p:ph idx="1"/>
          </p:nvPr>
        </p:nvSpPr>
        <p:spPr>
          <a:xfrm>
            <a:off x="630936" y="2807208"/>
            <a:ext cx="3429000" cy="3410712"/>
          </a:xfrm>
        </p:spPr>
        <p:txBody>
          <a:bodyPr anchor="t">
            <a:normAutofit/>
          </a:bodyPr>
          <a:lstStyle/>
          <a:p>
            <a:r>
              <a:rPr lang="en-AU" sz="2800" dirty="0"/>
              <a:t>Embed a series of 5- or 10-minute vocab mini lessons.</a:t>
            </a:r>
          </a:p>
          <a:p>
            <a:r>
              <a:rPr lang="en-AU" sz="2800" dirty="0"/>
              <a:t>Creates a culture of learning and using new words.</a:t>
            </a:r>
          </a:p>
        </p:txBody>
      </p:sp>
      <p:pic>
        <p:nvPicPr>
          <p:cNvPr id="7" name="Picture 6">
            <a:extLst>
              <a:ext uri="{FF2B5EF4-FFF2-40B4-BE49-F238E27FC236}">
                <a16:creationId xmlns:a16="http://schemas.microsoft.com/office/drawing/2014/main" id="{E0B3D42F-AF7D-C810-4C98-0CD5187FAED1}"/>
              </a:ext>
            </a:extLst>
          </p:cNvPr>
          <p:cNvPicPr>
            <a:picLocks noChangeAspect="1"/>
          </p:cNvPicPr>
          <p:nvPr/>
        </p:nvPicPr>
        <p:blipFill>
          <a:blip r:embed="rId3"/>
          <a:stretch>
            <a:fillRect/>
          </a:stretch>
        </p:blipFill>
        <p:spPr>
          <a:xfrm>
            <a:off x="4337985" y="1003040"/>
            <a:ext cx="7223079" cy="5038096"/>
          </a:xfrm>
          <a:prstGeom prst="rect">
            <a:avLst/>
          </a:prstGeom>
        </p:spPr>
      </p:pic>
      <p:sp>
        <p:nvSpPr>
          <p:cNvPr id="4" name="Footer Placeholder 3">
            <a:extLst>
              <a:ext uri="{FF2B5EF4-FFF2-40B4-BE49-F238E27FC236}">
                <a16:creationId xmlns:a16="http://schemas.microsoft.com/office/drawing/2014/main" id="{829E613D-2415-6749-59ED-D86212C10999}"/>
              </a:ext>
            </a:extLst>
          </p:cNvPr>
          <p:cNvSpPr>
            <a:spLocks noGrp="1"/>
          </p:cNvSpPr>
          <p:nvPr>
            <p:ph type="ftr" sz="quarter" idx="3"/>
          </p:nvPr>
        </p:nvSpPr>
        <p:spPr>
          <a:xfrm>
            <a:off x="4038600" y="6356350"/>
            <a:ext cx="4114800" cy="365125"/>
          </a:xfrm>
        </p:spPr>
        <p:txBody>
          <a:bodyPr>
            <a:normAutofit/>
          </a:bodyPr>
          <a:lstStyle/>
          <a:p>
            <a:pPr>
              <a:spcAft>
                <a:spcPts val="600"/>
              </a:spcAft>
            </a:pPr>
            <a:r>
              <a:rPr lang="en-AU"/>
              <a:t>Insert Power Point title here</a:t>
            </a:r>
          </a:p>
        </p:txBody>
      </p:sp>
      <p:sp>
        <p:nvSpPr>
          <p:cNvPr id="5" name="Slide Number Placeholder 4">
            <a:extLst>
              <a:ext uri="{FF2B5EF4-FFF2-40B4-BE49-F238E27FC236}">
                <a16:creationId xmlns:a16="http://schemas.microsoft.com/office/drawing/2014/main" id="{7A1645B6-58DA-E53B-7179-46F96C7AA8B4}"/>
              </a:ext>
            </a:extLst>
          </p:cNvPr>
          <p:cNvSpPr>
            <a:spLocks noGrp="1"/>
          </p:cNvSpPr>
          <p:nvPr>
            <p:ph type="sldNum" sz="quarter" idx="4"/>
          </p:nvPr>
        </p:nvSpPr>
        <p:spPr>
          <a:xfrm>
            <a:off x="8610600" y="6356350"/>
            <a:ext cx="2743200" cy="365125"/>
          </a:xfrm>
        </p:spPr>
        <p:txBody>
          <a:bodyPr>
            <a:normAutofit/>
          </a:bodyPr>
          <a:lstStyle/>
          <a:p>
            <a:pPr>
              <a:spcAft>
                <a:spcPts val="600"/>
              </a:spcAft>
            </a:pPr>
            <a:r>
              <a:rPr lang="en-AU" b="1"/>
              <a:t>I </a:t>
            </a:r>
            <a:r>
              <a:rPr lang="en-AU"/>
              <a:t>   </a:t>
            </a:r>
            <a:fld id="{8AA9FDA8-131C-4DD5-ABB2-4C1EA92BA98E}" type="slidenum">
              <a:rPr lang="en-AU" smtClean="0">
                <a:latin typeface="+mj-lt"/>
              </a:rPr>
              <a:pPr>
                <a:spcAft>
                  <a:spcPts val="600"/>
                </a:spcAft>
              </a:pPr>
              <a:t>25</a:t>
            </a:fld>
            <a:endParaRPr lang="en-AU">
              <a:latin typeface="+mj-lt"/>
            </a:endParaRPr>
          </a:p>
        </p:txBody>
      </p:sp>
    </p:spTree>
    <p:extLst>
      <p:ext uri="{BB962C8B-B14F-4D97-AF65-F5344CB8AC3E}">
        <p14:creationId xmlns:p14="http://schemas.microsoft.com/office/powerpoint/2010/main" val="2910972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59F09-BDB4-0F61-DA2E-944D11ABFCDD}"/>
              </a:ext>
            </a:extLst>
          </p:cNvPr>
          <p:cNvSpPr>
            <a:spLocks noGrp="1"/>
          </p:cNvSpPr>
          <p:nvPr>
            <p:ph type="title"/>
          </p:nvPr>
        </p:nvSpPr>
        <p:spPr/>
        <p:txBody>
          <a:bodyPr/>
          <a:lstStyle/>
          <a:p>
            <a:r>
              <a:rPr lang="en-AU" dirty="0"/>
              <a:t>Existing work</a:t>
            </a:r>
          </a:p>
        </p:txBody>
      </p:sp>
      <p:sp>
        <p:nvSpPr>
          <p:cNvPr id="3" name="Content Placeholder 2">
            <a:extLst>
              <a:ext uri="{FF2B5EF4-FFF2-40B4-BE49-F238E27FC236}">
                <a16:creationId xmlns:a16="http://schemas.microsoft.com/office/drawing/2014/main" id="{1F5CB70C-F0C4-A66C-0554-519711499D25}"/>
              </a:ext>
            </a:extLst>
          </p:cNvPr>
          <p:cNvSpPr>
            <a:spLocks noGrp="1"/>
          </p:cNvSpPr>
          <p:nvPr>
            <p:ph idx="1"/>
          </p:nvPr>
        </p:nvSpPr>
        <p:spPr>
          <a:xfrm>
            <a:off x="827314" y="2218873"/>
            <a:ext cx="9862457" cy="2035628"/>
          </a:xfrm>
        </p:spPr>
        <p:txBody>
          <a:bodyPr anchor="ctr">
            <a:normAutofit/>
          </a:bodyPr>
          <a:lstStyle/>
          <a:p>
            <a:pPr algn="ctr">
              <a:spcAft>
                <a:spcPts val="1200"/>
              </a:spcAft>
            </a:pPr>
            <a:r>
              <a:rPr lang="en-AU" sz="2800" dirty="0"/>
              <a:t>Quick SSK with your table group:</a:t>
            </a:r>
          </a:p>
          <a:p>
            <a:pPr>
              <a:spcAft>
                <a:spcPts val="1200"/>
              </a:spcAft>
            </a:pPr>
            <a:r>
              <a:rPr lang="en-AU" sz="2800" dirty="0"/>
              <a:t>What currently exists in your units to develop a nuanced understanding of tier 2 and tier 3 words?</a:t>
            </a:r>
          </a:p>
        </p:txBody>
      </p:sp>
      <p:sp>
        <p:nvSpPr>
          <p:cNvPr id="4" name="Footer Placeholder 3">
            <a:extLst>
              <a:ext uri="{FF2B5EF4-FFF2-40B4-BE49-F238E27FC236}">
                <a16:creationId xmlns:a16="http://schemas.microsoft.com/office/drawing/2014/main" id="{9D19C6AB-8983-FC6F-DC72-1113B592E234}"/>
              </a:ext>
            </a:extLst>
          </p:cNvPr>
          <p:cNvSpPr>
            <a:spLocks noGrp="1"/>
          </p:cNvSpPr>
          <p:nvPr>
            <p:ph type="ftr" sz="quarter" idx="3"/>
          </p:nvPr>
        </p:nvSpPr>
        <p:spPr/>
        <p:txBody>
          <a:bodyPr/>
          <a:lstStyle/>
          <a:p>
            <a:pPr algn="r"/>
            <a:r>
              <a:rPr lang="en-AU"/>
              <a:t>Insert Power Point title here</a:t>
            </a:r>
          </a:p>
        </p:txBody>
      </p:sp>
      <p:sp>
        <p:nvSpPr>
          <p:cNvPr id="5" name="Slide Number Placeholder 4">
            <a:extLst>
              <a:ext uri="{FF2B5EF4-FFF2-40B4-BE49-F238E27FC236}">
                <a16:creationId xmlns:a16="http://schemas.microsoft.com/office/drawing/2014/main" id="{4E8551EC-99A8-10F0-E3C6-7666A166F676}"/>
              </a:ext>
            </a:extLst>
          </p:cNvPr>
          <p:cNvSpPr>
            <a:spLocks noGrp="1"/>
          </p:cNvSpPr>
          <p:nvPr>
            <p:ph type="sldNum" sz="quarter" idx="4"/>
          </p:nvPr>
        </p:nvSpPr>
        <p:spPr/>
        <p:txBody>
          <a:bodyPr/>
          <a:lstStyle/>
          <a:p>
            <a:r>
              <a:rPr lang="en-AU" b="1">
                <a:solidFill>
                  <a:schemeClr val="accent1"/>
                </a:solidFill>
              </a:rPr>
              <a:t>I </a:t>
            </a:r>
            <a:r>
              <a:rPr lang="en-AU">
                <a:solidFill>
                  <a:schemeClr val="accent1"/>
                </a:solidFill>
              </a:rPr>
              <a:t> </a:t>
            </a:r>
            <a:r>
              <a:rPr lang="en-AU"/>
              <a:t>  </a:t>
            </a:r>
            <a:fld id="{8AA9FDA8-131C-4DD5-ABB2-4C1EA92BA98E}" type="slidenum">
              <a:rPr lang="en-AU" smtClean="0">
                <a:solidFill>
                  <a:schemeClr val="accent1"/>
                </a:solidFill>
                <a:latin typeface="+mj-lt"/>
              </a:rPr>
              <a:pPr/>
              <a:t>26</a:t>
            </a:fld>
            <a:endParaRPr lang="en-AU">
              <a:solidFill>
                <a:schemeClr val="accent1"/>
              </a:solidFill>
              <a:latin typeface="+mj-lt"/>
            </a:endParaRPr>
          </a:p>
        </p:txBody>
      </p:sp>
      <p:graphicFrame>
        <p:nvGraphicFramePr>
          <p:cNvPr id="6" name="Table 5">
            <a:extLst>
              <a:ext uri="{FF2B5EF4-FFF2-40B4-BE49-F238E27FC236}">
                <a16:creationId xmlns:a16="http://schemas.microsoft.com/office/drawing/2014/main" id="{87D68930-BE3E-6221-33FA-DFCADCC25E3B}"/>
              </a:ext>
            </a:extLst>
          </p:cNvPr>
          <p:cNvGraphicFramePr>
            <a:graphicFrameLocks noGrp="1"/>
          </p:cNvGraphicFramePr>
          <p:nvPr/>
        </p:nvGraphicFramePr>
        <p:xfrm>
          <a:off x="2032000" y="4368027"/>
          <a:ext cx="8127999" cy="15595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05105998"/>
                    </a:ext>
                  </a:extLst>
                </a:gridCol>
                <a:gridCol w="2709333">
                  <a:extLst>
                    <a:ext uri="{9D8B030D-6E8A-4147-A177-3AD203B41FA5}">
                      <a16:colId xmlns:a16="http://schemas.microsoft.com/office/drawing/2014/main" val="536447886"/>
                    </a:ext>
                  </a:extLst>
                </a:gridCol>
                <a:gridCol w="2709333">
                  <a:extLst>
                    <a:ext uri="{9D8B030D-6E8A-4147-A177-3AD203B41FA5}">
                      <a16:colId xmlns:a16="http://schemas.microsoft.com/office/drawing/2014/main" val="3127598228"/>
                    </a:ext>
                  </a:extLst>
                </a:gridCol>
              </a:tblGrid>
              <a:tr h="370840">
                <a:tc>
                  <a:txBody>
                    <a:bodyPr/>
                    <a:lstStyle/>
                    <a:p>
                      <a:pPr algn="ctr"/>
                      <a:r>
                        <a:rPr lang="en-AU" dirty="0"/>
                        <a:t>Stop</a:t>
                      </a:r>
                    </a:p>
                  </a:txBody>
                  <a:tcPr/>
                </a:tc>
                <a:tc>
                  <a:txBody>
                    <a:bodyPr/>
                    <a:lstStyle/>
                    <a:p>
                      <a:pPr algn="ctr"/>
                      <a:r>
                        <a:rPr lang="en-AU" dirty="0"/>
                        <a:t>Start</a:t>
                      </a:r>
                    </a:p>
                  </a:txBody>
                  <a:tcPr/>
                </a:tc>
                <a:tc>
                  <a:txBody>
                    <a:bodyPr/>
                    <a:lstStyle/>
                    <a:p>
                      <a:pPr algn="ctr"/>
                      <a:r>
                        <a:rPr lang="en-AU" dirty="0"/>
                        <a:t>Keep</a:t>
                      </a:r>
                    </a:p>
                  </a:txBody>
                  <a:tcPr/>
                </a:tc>
                <a:extLst>
                  <a:ext uri="{0D108BD9-81ED-4DB2-BD59-A6C34878D82A}">
                    <a16:rowId xmlns:a16="http://schemas.microsoft.com/office/drawing/2014/main" val="4179985740"/>
                  </a:ext>
                </a:extLst>
              </a:tr>
              <a:tr h="370840">
                <a:tc>
                  <a:txBody>
                    <a:bodyPr/>
                    <a:lstStyle/>
                    <a:p>
                      <a:br>
                        <a:rPr lang="en-AU" dirty="0"/>
                      </a:br>
                      <a:br>
                        <a:rPr lang="en-AU" dirty="0"/>
                      </a:br>
                      <a:br>
                        <a:rPr lang="en-AU" dirty="0"/>
                      </a:br>
                      <a:endParaRPr lang="en-AU" dirty="0"/>
                    </a:p>
                  </a:txBody>
                  <a:tcPr/>
                </a:tc>
                <a:tc>
                  <a:txBody>
                    <a:bodyPr/>
                    <a:lstStyle/>
                    <a:p>
                      <a:endParaRPr lang="en-AU"/>
                    </a:p>
                  </a:txBody>
                  <a:tcPr/>
                </a:tc>
                <a:tc>
                  <a:txBody>
                    <a:bodyPr/>
                    <a:lstStyle/>
                    <a:p>
                      <a:endParaRPr lang="en-AU" dirty="0"/>
                    </a:p>
                  </a:txBody>
                  <a:tcPr/>
                </a:tc>
                <a:extLst>
                  <a:ext uri="{0D108BD9-81ED-4DB2-BD59-A6C34878D82A}">
                    <a16:rowId xmlns:a16="http://schemas.microsoft.com/office/drawing/2014/main" val="2225053158"/>
                  </a:ext>
                </a:extLst>
              </a:tr>
            </a:tbl>
          </a:graphicData>
        </a:graphic>
      </p:graphicFrame>
    </p:spTree>
    <p:extLst>
      <p:ext uri="{BB962C8B-B14F-4D97-AF65-F5344CB8AC3E}">
        <p14:creationId xmlns:p14="http://schemas.microsoft.com/office/powerpoint/2010/main" val="3914059246"/>
      </p:ext>
    </p:extLst>
  </p:cSld>
  <p:clrMapOvr>
    <a:masterClrMapping/>
  </p:clrMapOvr>
</p:sld>
</file>

<file path=ppt/theme/theme1.xml><?xml version="1.0" encoding="utf-8"?>
<a:theme xmlns:a="http://schemas.openxmlformats.org/drawingml/2006/main" name="Office Theme">
  <a:themeElements>
    <a:clrScheme name="Kew High School theme">
      <a:dk1>
        <a:sysClr val="windowText" lastClr="000000"/>
      </a:dk1>
      <a:lt1>
        <a:srgbClr val="FFFFFF"/>
      </a:lt1>
      <a:dk2>
        <a:srgbClr val="3A3838"/>
      </a:dk2>
      <a:lt2>
        <a:srgbClr val="E7E6E6"/>
      </a:lt2>
      <a:accent1>
        <a:srgbClr val="84344E"/>
      </a:accent1>
      <a:accent2>
        <a:srgbClr val="F2A900"/>
      </a:accent2>
      <a:accent3>
        <a:srgbClr val="D7D2CB"/>
      </a:accent3>
      <a:accent4>
        <a:srgbClr val="538135"/>
      </a:accent4>
      <a:accent5>
        <a:srgbClr val="5B9BD5"/>
      </a:accent5>
      <a:accent6>
        <a:srgbClr val="9CC3E5"/>
      </a:accent6>
      <a:hlink>
        <a:srgbClr val="954F72"/>
      </a:hlink>
      <a:folHlink>
        <a:srgbClr val="C490AA"/>
      </a:folHlink>
    </a:clrScheme>
    <a:fontScheme name="Kew High School fonts">
      <a:majorFont>
        <a:latin typeface="Baskerville Old Face"/>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6DD71352A75C946BB20F54B03F82ED8" ma:contentTypeVersion="0" ma:contentTypeDescription="Create a new document." ma:contentTypeScope="" ma:versionID="eceeccfb90892b5bada9b120beb2cbcc">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4D094E8-71EA-410F-8ED5-6A7EEE2FE4C2}"/>
</file>

<file path=customXml/itemProps2.xml><?xml version="1.0" encoding="utf-8"?>
<ds:datastoreItem xmlns:ds="http://schemas.openxmlformats.org/officeDocument/2006/customXml" ds:itemID="{5A63AB0F-EDA4-45C8-B652-4138EEF8067A}">
  <ds:schemaRefs>
    <ds:schemaRef ds:uri="http://schemas.microsoft.com/sharepoint/v3/contenttype/forms"/>
  </ds:schemaRefs>
</ds:datastoreItem>
</file>

<file path=customXml/itemProps3.xml><?xml version="1.0" encoding="utf-8"?>
<ds:datastoreItem xmlns:ds="http://schemas.openxmlformats.org/officeDocument/2006/customXml" ds:itemID="{1D6FD826-276B-41E3-8E16-B451BBB3EEAE}">
  <ds:schemaRefs>
    <ds:schemaRef ds:uri="http://schemas.microsoft.com/office/2006/documentManagement/types"/>
    <ds:schemaRef ds:uri="http://purl.org/dc/dcmitype/"/>
    <ds:schemaRef ds:uri="http://purl.org/dc/terms/"/>
    <ds:schemaRef ds:uri="7291ae8c-77c0-4485-86af-c770a9d1310c"/>
    <ds:schemaRef ds:uri="http://schemas.microsoft.com/office/2006/metadata/properties"/>
    <ds:schemaRef ds:uri="http://www.w3.org/XML/1998/namespace"/>
    <ds:schemaRef ds:uri="http://purl.org/dc/elements/1.1/"/>
    <ds:schemaRef ds:uri="http://schemas.openxmlformats.org/package/2006/metadata/core-properties"/>
    <ds:schemaRef ds:uri="http://schemas.microsoft.com/office/infopath/2007/PartnerControls"/>
    <ds:schemaRef ds:uri="cf8b8297-6ae3-4c8a-a5e9-835dfd7b38c3"/>
  </ds:schemaRefs>
</ds:datastoreItem>
</file>

<file path=docProps/app.xml><?xml version="1.0" encoding="utf-8"?>
<Properties xmlns="http://schemas.openxmlformats.org/officeDocument/2006/extended-properties" xmlns:vt="http://schemas.openxmlformats.org/officeDocument/2006/docPropsVTypes">
  <Template>office theme</Template>
  <TotalTime>139</TotalTime>
  <Words>2001</Words>
  <Application>Microsoft Office PowerPoint</Application>
  <PresentationFormat>Widescreen</PresentationFormat>
  <Paragraphs>299</Paragraphs>
  <Slides>26</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Baskerville Old Face</vt:lpstr>
      <vt:lpstr>Calibri</vt:lpstr>
      <vt:lpstr>Courier New</vt:lpstr>
      <vt:lpstr>Open Sans</vt:lpstr>
      <vt:lpstr>Symbol</vt:lpstr>
      <vt:lpstr>Office Theme</vt:lpstr>
      <vt:lpstr>Six Traits of Writing</vt:lpstr>
      <vt:lpstr>PowerPoint Presentation</vt:lpstr>
      <vt:lpstr>Vocabulary building</vt:lpstr>
      <vt:lpstr>NAPLAN</vt:lpstr>
      <vt:lpstr>NAPLAN</vt:lpstr>
      <vt:lpstr>NAPLAN</vt:lpstr>
      <vt:lpstr>PAT-R</vt:lpstr>
      <vt:lpstr>Data says…</vt:lpstr>
      <vt:lpstr>Existing work</vt:lpstr>
      <vt:lpstr>PowerPoint Presentation</vt:lpstr>
      <vt:lpstr>Existing work</vt:lpstr>
      <vt:lpstr>How does it align?</vt:lpstr>
      <vt:lpstr>How does it align?</vt:lpstr>
      <vt:lpstr>How does it align?</vt:lpstr>
      <vt:lpstr>How does it align?</vt:lpstr>
      <vt:lpstr>Is the juice worth the squeeze?</vt:lpstr>
      <vt:lpstr>Strategies</vt:lpstr>
      <vt:lpstr>Student glossaries</vt:lpstr>
      <vt:lpstr>Concept attainment</vt:lpstr>
      <vt:lpstr>Concept attainment</vt:lpstr>
      <vt:lpstr>Concept attainment</vt:lpstr>
      <vt:lpstr>Cloze</vt:lpstr>
      <vt:lpstr>Freyer chart</vt:lpstr>
      <vt:lpstr>Freyer chart</vt:lpstr>
      <vt:lpstr>10-minute mini-lessons</vt:lpstr>
      <vt:lpstr>Existing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Lincoln LE FEVRE</dc:creator>
  <cp:lastModifiedBy>Lincoln LE FEVRE</cp:lastModifiedBy>
  <cp:revision>5</cp:revision>
  <dcterms:created xsi:type="dcterms:W3CDTF">2013-07-15T20:26:40Z</dcterms:created>
  <dcterms:modified xsi:type="dcterms:W3CDTF">2023-11-26T23:35:13Z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0x010100F6DD71352A75C946BB20F54B03F82ED8</vt:lpwstr>
  </property>
  <property fmtid="{D5CDD505-2E9C-101B-9397-08002B2CF9AE}" pid="3" name="MediaServiceImageTags">
    <vt:lpwstr/>
  </property>
</Properties>
</file>