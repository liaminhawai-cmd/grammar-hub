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21"/>
  </p:notesMasterIdLst>
  <p:sldIdLst>
    <p:sldId id="256" r:id="rId2"/>
    <p:sldId id="267" r:id="rId3"/>
    <p:sldId id="257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071" autoAdjust="0"/>
  </p:normalViewPr>
  <p:slideViewPr>
    <p:cSldViewPr snapToGrid="0">
      <p:cViewPr varScale="1">
        <p:scale>
          <a:sx n="42" d="100"/>
          <a:sy n="42" d="100"/>
        </p:scale>
        <p:origin x="1532" y="36"/>
      </p:cViewPr>
      <p:guideLst/>
    </p:cSldViewPr>
  </p:slideViewPr>
  <p:notesTextViewPr>
    <p:cViewPr>
      <p:scale>
        <a:sx n="1" d="1"/>
        <a:sy n="1" d="1"/>
      </p:scale>
      <p:origin x="0" y="-2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BCEE5-60D0-481F-BB3E-B96EA20209F8}" type="datetimeFigureOut">
              <a:rPr lang="en-AU" smtClean="0"/>
              <a:t>7/02/2024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07564-5AEB-4D66-A3DE-8A85B47029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747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298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Infer – to understand something that isn’t explicitly stated in the text.</a:t>
            </a:r>
          </a:p>
          <a:p>
            <a:endParaRPr lang="en-AU" dirty="0"/>
          </a:p>
          <a:p>
            <a:r>
              <a:rPr lang="en-AU" dirty="0"/>
              <a:t>We can make inferences by: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Reading multiple 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Reading actively – think about </a:t>
            </a:r>
            <a:r>
              <a:rPr lang="en-AU" i="1" dirty="0"/>
              <a:t>why</a:t>
            </a:r>
            <a:r>
              <a:rPr lang="en-AU" i="0" dirty="0"/>
              <a:t> the author has used certain words, included certain elements or described them in such a way.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i="0" dirty="0"/>
              <a:t>Write comments and make connections.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i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i="0" dirty="0"/>
              <a:t>Inferences allows us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i="0" dirty="0"/>
              <a:t>Understand the character better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i="0" dirty="0"/>
              <a:t>Explore the ideas more deeply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i="0" dirty="0"/>
              <a:t>Analyse the text in more detail.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441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discusses the character</a:t>
            </a:r>
          </a:p>
          <a:p>
            <a:r>
              <a:rPr lang="en-AU" dirty="0"/>
              <a:t>The second discusses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459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E251-6E1F-D291-E0CE-D3BECC5B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A453C-522D-8F75-D666-1A5F1ED4C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ADB06-318D-56B4-169D-E0B6488DD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discusses the character</a:t>
            </a:r>
          </a:p>
          <a:p>
            <a:r>
              <a:rPr lang="en-AU" dirty="0"/>
              <a:t>The second discusses the author.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BABF6-718B-880B-9568-6AD678A72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179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8DBC-289D-B6A8-05D1-8238C94E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5490A-C899-CA99-A74D-874B69DDD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6DFA7-2AC2-4EB4-9B0A-AB51A567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discusses the character</a:t>
            </a:r>
          </a:p>
          <a:p>
            <a:r>
              <a:rPr lang="en-AU" dirty="0"/>
              <a:t>The second discusses the author.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EF989-8543-B04D-2F9D-E28F8E99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45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can overcapitalise.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07564-5AEB-4D66-A3DE-8A85B470297A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014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6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3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45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34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6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49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3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1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9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9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99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3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136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43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2/7/2024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196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ewhighschool.sharepoint.com/:b:/s/EnglishLA/EQEPNfN-2fpMiBrQ-png8M8BiwkqVzPhGtJaSK3wylAB0Q?e=UfeYW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A499-72B3-BE01-48F5-9AAA8BD41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Writing about character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B7F4C-56CC-97FF-5F7A-D8D2F62C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Week 02 – Responding to text</a:t>
            </a:r>
          </a:p>
        </p:txBody>
      </p:sp>
    </p:spTree>
    <p:extLst>
      <p:ext uri="{BB962C8B-B14F-4D97-AF65-F5344CB8AC3E}">
        <p14:creationId xmlns:p14="http://schemas.microsoft.com/office/powerpoint/2010/main" val="228939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B282-E023-74EF-212D-95E00BA7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82AC-E655-5120-A06E-EF19FD2D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+mj-lt"/>
              <a:buAutoNum type="arabicPeriod"/>
            </a:pPr>
            <a:r>
              <a:rPr lang="en-AU" sz="2800" dirty="0"/>
              <a:t>Write the date and the learning intention in your notebook.</a:t>
            </a:r>
          </a:p>
          <a:p>
            <a:pPr marL="533400" indent="-533400">
              <a:buFont typeface="+mj-lt"/>
              <a:buAutoNum type="arabicPeriod"/>
            </a:pPr>
            <a:r>
              <a:rPr lang="en-AU" sz="2800" dirty="0"/>
              <a:t>Open your character notes from last lesson’s task.</a:t>
            </a:r>
          </a:p>
          <a:p>
            <a:pPr marL="533400" indent="-533400">
              <a:buFont typeface="+mj-lt"/>
              <a:buAutoNum type="arabicPeriod"/>
            </a:pPr>
            <a:r>
              <a:rPr lang="en-AU" sz="2800" dirty="0"/>
              <a:t>In your notebook, write five sentences, each about a different character.</a:t>
            </a:r>
          </a:p>
        </p:txBody>
      </p:sp>
    </p:spTree>
    <p:extLst>
      <p:ext uri="{BB962C8B-B14F-4D97-AF65-F5344CB8AC3E}">
        <p14:creationId xmlns:p14="http://schemas.microsoft.com/office/powerpoint/2010/main" val="1853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EB81-CD6D-FC10-F2DD-D45AB5D3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5B926-EA15-20BD-5FD7-82D80392E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8D09F-3CB6-0F83-48F2-9F137EAF2E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To improve your skill at writing about character.</a:t>
            </a:r>
          </a:p>
          <a:p>
            <a:r>
              <a:rPr lang="en-AU" sz="2800" dirty="0"/>
              <a:t>To improve your sentence writing skills.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238AC-CD05-AF4A-0E6D-34F11916B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You will be successful when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FCF23-3266-28E2-E320-26846E89C2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You have improved your sentence writing to:</a:t>
            </a:r>
          </a:p>
          <a:p>
            <a:r>
              <a:rPr lang="en-AU" sz="2400" dirty="0"/>
              <a:t>Focus on characterisation</a:t>
            </a:r>
          </a:p>
          <a:p>
            <a:r>
              <a:rPr lang="en-AU" sz="2400" dirty="0"/>
              <a:t>Include detail in the noun group</a:t>
            </a:r>
          </a:p>
          <a:p>
            <a:r>
              <a:rPr lang="en-AU" sz="2400" dirty="0"/>
              <a:t>Include quotes in the noun group</a:t>
            </a:r>
          </a:p>
        </p:txBody>
      </p:sp>
    </p:spTree>
    <p:extLst>
      <p:ext uri="{BB962C8B-B14F-4D97-AF65-F5344CB8AC3E}">
        <p14:creationId xmlns:p14="http://schemas.microsoft.com/office/powerpoint/2010/main" val="98606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D81D-4AE4-0A20-A093-E02852C3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i="1" dirty="0" err="1"/>
              <a:t>Beardwood</a:t>
            </a:r>
            <a:r>
              <a:rPr lang="en-AU" dirty="0"/>
              <a:t>, p11</a:t>
            </a:r>
            <a:endParaRPr lang="en-A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62D4-5D38-C160-EE90-43559AB3A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Open your textbook to </a:t>
            </a:r>
            <a:r>
              <a:rPr lang="en-AU" sz="3600" dirty="0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11</a:t>
            </a:r>
            <a:r>
              <a:rPr lang="en-AU" sz="3600" dirty="0">
                <a:solidFill>
                  <a:schemeClr val="accent4"/>
                </a:solidFill>
              </a:rPr>
              <a:t> </a:t>
            </a:r>
            <a:r>
              <a:rPr lang="en-AU" sz="3600" dirty="0"/>
              <a:t>to read about </a:t>
            </a:r>
            <a:r>
              <a:rPr lang="en-AU" sz="3600" b="1" dirty="0"/>
              <a:t>making inferences.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46379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D0B7-A44E-A390-2A6C-E4875CA0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02092-0BCF-F41F-A5A5-B4491A728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Non-fiction texts.</a:t>
            </a:r>
          </a:p>
          <a:p>
            <a:pPr marL="808038" indent="-539750"/>
            <a:r>
              <a:rPr lang="en-AU" sz="2800" dirty="0"/>
              <a:t>Essays?</a:t>
            </a:r>
          </a:p>
          <a:p>
            <a:pPr marL="808038" indent="-539750"/>
            <a:r>
              <a:rPr lang="en-AU" sz="2800" dirty="0"/>
              <a:t>Biography?</a:t>
            </a:r>
          </a:p>
          <a:p>
            <a:pPr marL="808038" indent="-539750"/>
            <a:r>
              <a:rPr lang="en-AU" sz="2800" dirty="0"/>
              <a:t>Autobiography?</a:t>
            </a:r>
          </a:p>
          <a:p>
            <a:pPr marL="808038" indent="-539750"/>
            <a:r>
              <a:rPr lang="en-AU" sz="2800" dirty="0"/>
              <a:t>Memoir?</a:t>
            </a:r>
          </a:p>
        </p:txBody>
      </p:sp>
    </p:spTree>
    <p:extLst>
      <p:ext uri="{BB962C8B-B14F-4D97-AF65-F5344CB8AC3E}">
        <p14:creationId xmlns:p14="http://schemas.microsoft.com/office/powerpoint/2010/main" val="178986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3B2E-3B17-EB49-829C-47C1AFB1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Problem posed by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EDD62-4AFC-45A7-B648-2DC9B582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When you write, be clear in your own mind about who you are discussing:</a:t>
            </a:r>
          </a:p>
          <a:p>
            <a:pPr marL="722313" indent="-442913">
              <a:tabLst>
                <a:tab pos="722313" algn="l"/>
              </a:tabLst>
            </a:pPr>
            <a:r>
              <a:rPr lang="en-AU" sz="2800" dirty="0"/>
              <a:t>Trevor Noah the child</a:t>
            </a:r>
          </a:p>
          <a:p>
            <a:pPr marL="722313" indent="-442913">
              <a:tabLst>
                <a:tab pos="722313" algn="l"/>
              </a:tabLst>
            </a:pPr>
            <a:r>
              <a:rPr lang="en-AU" sz="2800" dirty="0"/>
              <a:t>Trevor Noah the adult</a:t>
            </a:r>
          </a:p>
          <a:p>
            <a:pPr marL="722313" indent="-442913">
              <a:tabLst>
                <a:tab pos="722313" algn="l"/>
              </a:tabLst>
            </a:pPr>
            <a:r>
              <a:rPr lang="en-AU" sz="2800" dirty="0"/>
              <a:t>Trevor Noah the author</a:t>
            </a:r>
          </a:p>
        </p:txBody>
      </p:sp>
    </p:spTree>
    <p:extLst>
      <p:ext uri="{BB962C8B-B14F-4D97-AF65-F5344CB8AC3E}">
        <p14:creationId xmlns:p14="http://schemas.microsoft.com/office/powerpoint/2010/main" val="321320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609D-F814-E501-3D54-D533DF1B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Character vs characterisation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F3294-3E50-A6FE-F46D-85EF6A0FE2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townspeople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</a:t>
            </a:r>
            <a:r>
              <a:rPr lang="en-A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good conscience as they eventually show repentance for their cruel behaviour.</a:t>
            </a:r>
            <a:endParaRPr lang="en-AU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163135-DD1E-97D1-9617-30E4C8B1B3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townspeople </a:t>
            </a:r>
            <a:r>
              <a:rPr lang="en-AU" sz="3200" i="1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revealed to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 </a:t>
            </a:r>
            <a:r>
              <a:rPr lang="en-A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good conscience as they eventually show repentance for their cruel behaviour.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585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B3FA-B71C-EC5B-77EF-D954909B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5B29-D40E-27A3-E8FA-B31A75D6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Character vs characterisation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2166D-F08B-9817-7325-41068067A9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grows up </a:t>
            </a:r>
            <a:r>
              <a:rPr lang="en-A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world surrounded by strong women.</a:t>
            </a:r>
            <a:endParaRPr lang="en-AU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FA0D75-3C03-05AB-194F-F02B32932A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describes</a:t>
            </a: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himself as growing up in a world surrounded by strong women.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9199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FF85-A8F7-C9C0-9BFF-7F517ACB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1A20-D927-B6A7-11E6-7BAE2C3B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Character vs characterisation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0360D-80F3-A8E9-3294-1C87861A2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4"/>
            <a:ext cx="10567270" cy="576263"/>
          </a:xfrm>
        </p:spPr>
        <p:txBody>
          <a:bodyPr/>
          <a:lstStyle/>
          <a:p>
            <a:r>
              <a:rPr lang="en-AU" sz="2800" dirty="0"/>
              <a:t>Note the types of verbs used in each of the examples: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F79E3-47DA-9DAF-9248-F67E9E933C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</a:t>
            </a: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grows up </a:t>
            </a:r>
            <a:r>
              <a:rPr lang="en-A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  <a:p>
            <a:pPr marL="0" indent="0">
              <a:spcBef>
                <a:spcPts val="600"/>
              </a:spcBef>
              <a:buNone/>
            </a:pPr>
            <a:endParaRPr lang="en-AU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Both are simple action verbs.</a:t>
            </a:r>
            <a:endParaRPr lang="en-AU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FF98B1-8D22-B953-2659-A28C252E9E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revealed </a:t>
            </a: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200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200" kern="1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describes </a:t>
            </a:r>
            <a:r>
              <a:rPr lang="en-A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spcBef>
                <a:spcPts val="600"/>
              </a:spcBef>
              <a:buNone/>
            </a:pPr>
            <a:endParaRPr lang="en-AU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AU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These are analytic verbs.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2070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389C-3F32-68A7-61CA-15F7E334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302E-F126-FACB-BE7C-84BCFC9C6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AU" sz="3200" dirty="0"/>
              <a:t>The subject of a sentence is the person or thing responsible for making the verb happen.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AU" sz="3200" i="1" dirty="0"/>
              <a:t>e.g. </a:t>
            </a:r>
            <a:r>
              <a:rPr lang="en-AU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 townspeople, </a:t>
            </a:r>
            <a:r>
              <a:rPr lang="en-AU" sz="3200" dirty="0"/>
              <a:t>or </a:t>
            </a:r>
            <a:r>
              <a:rPr lang="en-AU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Noah</a:t>
            </a:r>
            <a:r>
              <a:rPr lang="en-AU" sz="3200" dirty="0"/>
              <a:t>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AU" sz="3200" i="1" dirty="0"/>
              <a:t>Nominalisation</a:t>
            </a:r>
            <a:r>
              <a:rPr lang="en-AU" sz="3200" dirty="0"/>
              <a:t> is the process of adding or changing the details in the subject of the sentence.</a:t>
            </a:r>
            <a:endParaRPr lang="en-AU" sz="3200" i="1" dirty="0"/>
          </a:p>
        </p:txBody>
      </p:sp>
    </p:spTree>
    <p:extLst>
      <p:ext uri="{BB962C8B-B14F-4D97-AF65-F5344CB8AC3E}">
        <p14:creationId xmlns:p14="http://schemas.microsoft.com/office/powerpoint/2010/main" val="298239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6E5-685F-D051-76A8-A505AF6E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C0D59-E790-0D22-8231-10D4106D3A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Patricia Noah </a:t>
            </a:r>
            <a:r>
              <a:rPr lang="en-AU" sz="36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stoic response to violence.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AF136A-B324-7C43-DA92-77DEF89ECC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Doesn’t tell the reader anything they didn’t already know.</a:t>
            </a:r>
          </a:p>
          <a:p>
            <a:r>
              <a:rPr lang="en-AU" sz="2400" dirty="0"/>
              <a:t>Shares the author’s view – not your analysis.</a:t>
            </a:r>
          </a:p>
        </p:txBody>
      </p:sp>
    </p:spTree>
    <p:extLst>
      <p:ext uri="{BB962C8B-B14F-4D97-AF65-F5344CB8AC3E}">
        <p14:creationId xmlns:p14="http://schemas.microsoft.com/office/powerpoint/2010/main" val="103131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328D5-0548-4142-69A7-BCB6F73F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7CAE-CCF4-9108-9463-4F007957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543A4-287D-DF1D-B068-BE5D0785EF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Patricia Noah’s stoic response to violence 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C4168B-9599-6D96-C56E-6D64CE2FF1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Takes detail from elsewhere in the clause and makes it part of the subject’s noun group.</a:t>
            </a:r>
          </a:p>
          <a:p>
            <a:r>
              <a:rPr lang="en-AU" sz="2400" dirty="0"/>
              <a:t>Now you can add an analytic verb and say something about it!</a:t>
            </a:r>
          </a:p>
        </p:txBody>
      </p:sp>
    </p:spTree>
    <p:extLst>
      <p:ext uri="{BB962C8B-B14F-4D97-AF65-F5344CB8AC3E}">
        <p14:creationId xmlns:p14="http://schemas.microsoft.com/office/powerpoint/2010/main" val="385270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4C45-D3FF-F722-4148-1A907004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302C-3258-C50A-8CD6-20A4E2B6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0107E-B48A-3FA3-CCD1-152E1270CD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Patricia Noah’s stoic response to violence </a:t>
            </a:r>
            <a:r>
              <a:rPr lang="en-AU" sz="3600" kern="1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 immense strength of character.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69BC2F-BACE-FC2B-96DB-035DBDDF54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This is now a stronger sentence that contains your own analysis.</a:t>
            </a:r>
          </a:p>
        </p:txBody>
      </p:sp>
    </p:spTree>
    <p:extLst>
      <p:ext uri="{BB962C8B-B14F-4D97-AF65-F5344CB8AC3E}">
        <p14:creationId xmlns:p14="http://schemas.microsoft.com/office/powerpoint/2010/main" val="401459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AE21-B24F-C36F-1592-75E66DBA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A36E-226D-2A31-C247-3F802343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54508-4DE4-E4E0-7DC0-1B5F1916A2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Patricia Noah’s stoic response to violence at the hands of Abel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</a:t>
            </a:r>
            <a:r>
              <a:rPr lang="en-AU" sz="3600" kern="1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immense strength of character.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A8536F-92F9-B30F-8700-32862BCD18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Noah’s portrayal of his mother’s stoic response to violence at the hands of Abel </a:t>
            </a:r>
            <a:r>
              <a:rPr lang="en-AU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demonstrates</a:t>
            </a:r>
            <a:r>
              <a:rPr lang="en-AU" sz="3200" dirty="0"/>
              <a:t> an immense strength of character. </a:t>
            </a:r>
          </a:p>
        </p:txBody>
      </p:sp>
    </p:spTree>
    <p:extLst>
      <p:ext uri="{BB962C8B-B14F-4D97-AF65-F5344CB8AC3E}">
        <p14:creationId xmlns:p14="http://schemas.microsoft.com/office/powerpoint/2010/main" val="330196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A9FB-56C1-6D6F-1A00-AE4D66E1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quotes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4952E-5F58-872E-9F26-669557350C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 “imposter” in </a:t>
            </a:r>
            <a:r>
              <a:rPr lang="en-AU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Alexendra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“in the back of [his] mind [he] knew he had other options”.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4295F1-AC85-DD6B-D7A9-4E1D88313A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Sophisticated embedding skills used to say nothing new.</a:t>
            </a:r>
          </a:p>
          <a:p>
            <a:pPr marL="0" indent="0">
              <a:buNone/>
            </a:pPr>
            <a:r>
              <a:rPr lang="en-AU" sz="2800" dirty="0"/>
              <a:t>This is Noah’s argument, not your own.</a:t>
            </a:r>
          </a:p>
        </p:txBody>
      </p:sp>
    </p:spTree>
    <p:extLst>
      <p:ext uri="{BB962C8B-B14F-4D97-AF65-F5344CB8AC3E}">
        <p14:creationId xmlns:p14="http://schemas.microsoft.com/office/powerpoint/2010/main" val="1499884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B406-5B70-559C-82F0-03A0CC2A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48F8-FC91-F2E2-83B2-EF6BABB7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quotes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B3D28-5224-C3D8-8A5C-31C9569E3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reflects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the privilege he possessed of being an “imposter” in </a:t>
            </a:r>
            <a:r>
              <a:rPr lang="en-AU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Alexendra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“in the back of [his] mind [he] knew he had other options”.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01A6CC-3BE4-9BE7-894A-BBE18C2CEF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Same skill, but now discussing Noah the author instead of Noah the character.</a:t>
            </a:r>
          </a:p>
        </p:txBody>
      </p:sp>
    </p:spTree>
    <p:extLst>
      <p:ext uri="{BB962C8B-B14F-4D97-AF65-F5344CB8AC3E}">
        <p14:creationId xmlns:p14="http://schemas.microsoft.com/office/powerpoint/2010/main" val="3482993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594B-7832-2AE5-BB7A-1F11818E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57FF-074C-852D-924B-D07E9B4C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quotes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D1B27-15A1-9FF9-EB8F-415FDAA98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Noah’s grandmother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“rock hard” and “calm” with “a mind as sharp as anything.”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23E733-2297-E079-1CCA-4B5A30EC87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Noah’s grandmother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described as</a:t>
            </a: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“rock hard” and “calm” with “a mind as sharp as anything.”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2115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C41B-6BC8-92D5-65B7-06AD8B1B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7B63-C90A-71A1-B085-E743232F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quotes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F1327-EF2B-025E-843A-267E62205C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600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Noah’s “rock hard”, “calm” grandmother </a:t>
            </a:r>
            <a:r>
              <a:rPr lang="en-AU" sz="3600" kern="1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described as </a:t>
            </a:r>
            <a:r>
              <a:rPr lang="en-A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another strong matriarchal figure using words implying strength, balance and that she was “sharp as anything”.</a:t>
            </a:r>
            <a:endParaRPr lang="en-AU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1277A2-ECB2-62E5-EA90-FC337C805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dirty="0"/>
              <a:t>Even better:</a:t>
            </a:r>
          </a:p>
          <a:p>
            <a:pPr marL="0" indent="0">
              <a:buNone/>
            </a:pPr>
            <a:r>
              <a:rPr lang="en-AU" sz="2800" dirty="0"/>
              <a:t>Try including the quote in the subject of the sentence.</a:t>
            </a:r>
          </a:p>
        </p:txBody>
      </p:sp>
    </p:spTree>
    <p:extLst>
      <p:ext uri="{BB962C8B-B14F-4D97-AF65-F5344CB8AC3E}">
        <p14:creationId xmlns:p14="http://schemas.microsoft.com/office/powerpoint/2010/main" val="281906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AE0B-0A7B-0990-8FCA-B26BFBCF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30CD-EC20-FAE9-A9AF-11B4336F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309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2800" dirty="0"/>
              <a:t>Choose three of the sentences you wrote at the beginning of the session to improve.</a:t>
            </a:r>
          </a:p>
          <a:p>
            <a:pPr marL="0" indent="0">
              <a:buNone/>
            </a:pPr>
            <a:r>
              <a:rPr lang="en-AU" sz="2800" dirty="0"/>
              <a:t>Rewrite each so that it:</a:t>
            </a:r>
          </a:p>
          <a:p>
            <a:pPr marL="1082675" indent="-625475"/>
            <a:r>
              <a:rPr lang="en-AU" sz="2800" dirty="0"/>
              <a:t>contains an analytic verb</a:t>
            </a:r>
          </a:p>
          <a:p>
            <a:pPr marL="1082675" indent="-625475"/>
            <a:r>
              <a:rPr lang="en-AU" sz="2800" dirty="0"/>
              <a:t>contains evidence</a:t>
            </a:r>
          </a:p>
          <a:p>
            <a:pPr marL="1082675" indent="-625475"/>
            <a:r>
              <a:rPr lang="en-AU" sz="2800" dirty="0"/>
              <a:t>discusses characterisation, and not character.</a:t>
            </a:r>
          </a:p>
          <a:p>
            <a:pPr marL="1082675" indent="-625475"/>
            <a:endParaRPr lang="en-AU" sz="2800" dirty="0"/>
          </a:p>
          <a:p>
            <a:pPr marL="0" indent="0">
              <a:buNone/>
            </a:pPr>
            <a:r>
              <a:rPr lang="en-AU" sz="2800" dirty="0"/>
              <a:t>Make sure that at least one includes a detailed subject.</a:t>
            </a:r>
          </a:p>
          <a:p>
            <a:pPr marL="0" indent="0">
              <a:buNone/>
            </a:pPr>
            <a:r>
              <a:rPr lang="en-AU" sz="2800" dirty="0"/>
              <a:t>Make sure that at least one includes evidence in the subject.</a:t>
            </a:r>
          </a:p>
        </p:txBody>
      </p:sp>
    </p:spTree>
    <p:extLst>
      <p:ext uri="{BB962C8B-B14F-4D97-AF65-F5344CB8AC3E}">
        <p14:creationId xmlns:p14="http://schemas.microsoft.com/office/powerpoint/2010/main" val="895742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5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56447"/>
      </a:accent1>
      <a:accent2>
        <a:srgbClr val="DC6FEC"/>
      </a:accent2>
      <a:accent3>
        <a:srgbClr val="A4E16D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0" ma:contentTypeDescription="Create a new document." ma:contentTypeScope="" ma:versionID="eceeccfb90892b5bada9b120beb2cb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4075C1-E4D5-4A48-AC27-ED55F6F7459E}"/>
</file>

<file path=customXml/itemProps2.xml><?xml version="1.0" encoding="utf-8"?>
<ds:datastoreItem xmlns:ds="http://schemas.openxmlformats.org/officeDocument/2006/customXml" ds:itemID="{A4680B57-B758-4021-9886-C12F92987EC4}"/>
</file>

<file path=customXml/itemProps3.xml><?xml version="1.0" encoding="utf-8"?>
<ds:datastoreItem xmlns:ds="http://schemas.openxmlformats.org/officeDocument/2006/customXml" ds:itemID="{AD2EA95D-ED45-4E76-9D25-547A3B3E59C2}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100</TotalTime>
  <Words>801</Words>
  <Application>Microsoft Office PowerPoint</Application>
  <PresentationFormat>Widescreen</PresentationFormat>
  <Paragraphs>109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2</vt:lpstr>
      <vt:lpstr>Quotable</vt:lpstr>
      <vt:lpstr>Writing about character</vt:lpstr>
      <vt:lpstr>Getting started</vt:lpstr>
      <vt:lpstr>Learning outcomes</vt:lpstr>
      <vt:lpstr>Beardwood, p11</vt:lpstr>
      <vt:lpstr>Form</vt:lpstr>
      <vt:lpstr>Problem posed by form</vt:lpstr>
      <vt:lpstr>Character vs characterisation</vt:lpstr>
      <vt:lpstr>Character vs characterisation</vt:lpstr>
      <vt:lpstr>Character vs characterisation</vt:lpstr>
      <vt:lpstr>Nominalisation</vt:lpstr>
      <vt:lpstr>Nominalisation</vt:lpstr>
      <vt:lpstr>Nominalisation</vt:lpstr>
      <vt:lpstr>Nominalisation</vt:lpstr>
      <vt:lpstr>Nominalisation</vt:lpstr>
      <vt:lpstr>Using quotes</vt:lpstr>
      <vt:lpstr>Using quotes</vt:lpstr>
      <vt:lpstr>Using quotes</vt:lpstr>
      <vt:lpstr>Using quotes</vt:lpstr>
      <vt:lpstr>Your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about character</dc:title>
  <dc:creator>Lincoln LE FEVRE</dc:creator>
  <cp:lastModifiedBy>Lincoln LE FEVRE</cp:lastModifiedBy>
  <cp:revision>2</cp:revision>
  <dcterms:created xsi:type="dcterms:W3CDTF">2024-02-06T23:20:02Z</dcterms:created>
  <dcterms:modified xsi:type="dcterms:W3CDTF">2024-02-07T01:00:07Z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</Properties>
</file>